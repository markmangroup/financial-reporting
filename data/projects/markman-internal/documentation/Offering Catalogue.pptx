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147472950" r:id="rId5"/>
    <p:sldId id="259" r:id="rId6"/>
    <p:sldId id="274" r:id="rId7"/>
    <p:sldId id="310" r:id="rId8"/>
    <p:sldId id="2147473064" r:id="rId9"/>
    <p:sldId id="2147473086" r:id="rId10"/>
    <p:sldId id="2147473087" r:id="rId11"/>
    <p:sldId id="2147473088" r:id="rId12"/>
    <p:sldId id="2147473089" r:id="rId13"/>
    <p:sldId id="2147473090" r:id="rId14"/>
    <p:sldId id="2147473070" r:id="rId15"/>
    <p:sldId id="2147473071" r:id="rId16"/>
    <p:sldId id="2147473072" r:id="rId17"/>
    <p:sldId id="2147473073" r:id="rId18"/>
    <p:sldId id="2147473074" r:id="rId19"/>
    <p:sldId id="2147473075" r:id="rId20"/>
    <p:sldId id="2147473076" r:id="rId21"/>
    <p:sldId id="2147473077" r:id="rId22"/>
    <p:sldId id="2147473078" r:id="rId23"/>
    <p:sldId id="2147473079" r:id="rId24"/>
    <p:sldId id="2147473080" r:id="rId25"/>
    <p:sldId id="2147473081" r:id="rId26"/>
    <p:sldId id="2147473082" r:id="rId27"/>
    <p:sldId id="2147473083" r:id="rId28"/>
    <p:sldId id="2147473091" r:id="rId29"/>
    <p:sldId id="2147473092" r:id="rId30"/>
    <p:sldId id="21474730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E43255-03DC-421E-8AA2-601DEECE4D06}">
          <p14:sldIdLst>
            <p14:sldId id="2147472950"/>
            <p14:sldId id="259"/>
            <p14:sldId id="274"/>
            <p14:sldId id="310"/>
            <p14:sldId id="2147473064"/>
            <p14:sldId id="2147473086"/>
            <p14:sldId id="2147473087"/>
            <p14:sldId id="2147473088"/>
            <p14:sldId id="2147473089"/>
            <p14:sldId id="2147473090"/>
            <p14:sldId id="2147473070"/>
            <p14:sldId id="2147473071"/>
            <p14:sldId id="2147473072"/>
            <p14:sldId id="2147473073"/>
            <p14:sldId id="2147473074"/>
            <p14:sldId id="2147473075"/>
            <p14:sldId id="2147473076"/>
            <p14:sldId id="2147473077"/>
            <p14:sldId id="2147473078"/>
            <p14:sldId id="2147473079"/>
            <p14:sldId id="2147473080"/>
            <p14:sldId id="2147473081"/>
            <p14:sldId id="2147473082"/>
            <p14:sldId id="2147473083"/>
            <p14:sldId id="2147473091"/>
            <p14:sldId id="2147473092"/>
          </p14:sldIdLst>
        </p14:section>
        <p14:section name="Annex" id="{DDBD01E8-A358-478F-843F-052273318055}">
          <p14:sldIdLst>
            <p14:sldId id="214747308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9DDE59-BE87-0180-08E8-EFA2AB4A52E9}" name="Tejada, Carmen" initials="TC" userId="S::carmen.tejada@iqvia.com::4e46fa0d-51a0-4b7a-a6a6-e5b06c9f6d7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ikoleta Notova" initials="NN" lastIdx="1" clrIdx="0">
    <p:extLst>
      <p:ext uri="{19B8F6BF-5375-455C-9EA6-DF929625EA0E}">
        <p15:presenceInfo xmlns:p15="http://schemas.microsoft.com/office/powerpoint/2012/main" userId="S::nikoleta@markmanassociates.com::c259cff7-fb7d-4e02-ad74-1d1c1f84201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166B"/>
    <a:srgbClr val="921D86"/>
    <a:srgbClr val="DDDEEA"/>
    <a:srgbClr val="D6D2E6"/>
    <a:srgbClr val="EAECFC"/>
    <a:srgbClr val="921487"/>
    <a:srgbClr val="FFB633"/>
    <a:srgbClr val="FAF0E6"/>
    <a:srgbClr val="EED9C4"/>
    <a:srgbClr val="AD44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36" autoAdjust="0"/>
    <p:restoredTop sz="94660"/>
  </p:normalViewPr>
  <p:slideViewPr>
    <p:cSldViewPr snapToGrid="0">
      <p:cViewPr varScale="1">
        <p:scale>
          <a:sx n="97" d="100"/>
          <a:sy n="97" d="100"/>
        </p:scale>
        <p:origin x="1116"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rana" userId="bb23e5b3-55bf-46ae-b277-eec30d29643c" providerId="ADAL" clId="{00413A07-EA32-4828-B9BB-DAF87EDA825F}"/>
    <pc:docChg chg="undo redo custSel addSld delSld modSld modSection">
      <pc:chgData name="Petrana" userId="bb23e5b3-55bf-46ae-b277-eec30d29643c" providerId="ADAL" clId="{00413A07-EA32-4828-B9BB-DAF87EDA825F}" dt="2025-03-26T08:58:48.149" v="920" actId="1076"/>
      <pc:docMkLst>
        <pc:docMk/>
      </pc:docMkLst>
      <pc:sldChg chg="addSp delSp modSp mod delAnim modAnim">
        <pc:chgData name="Petrana" userId="bb23e5b3-55bf-46ae-b277-eec30d29643c" providerId="ADAL" clId="{00413A07-EA32-4828-B9BB-DAF87EDA825F}" dt="2025-03-25T17:21:40.159" v="879" actId="1076"/>
        <pc:sldMkLst>
          <pc:docMk/>
          <pc:sldMk cId="0" sldId="259"/>
        </pc:sldMkLst>
      </pc:sldChg>
      <pc:sldChg chg="modSp mod">
        <pc:chgData name="Petrana" userId="bb23e5b3-55bf-46ae-b277-eec30d29643c" providerId="ADAL" clId="{00413A07-EA32-4828-B9BB-DAF87EDA825F}" dt="2025-03-25T16:47:55.068" v="219" actId="1076"/>
        <pc:sldMkLst>
          <pc:docMk/>
          <pc:sldMk cId="0" sldId="310"/>
        </pc:sldMkLst>
      </pc:sldChg>
      <pc:sldChg chg="modSp mod">
        <pc:chgData name="Petrana" userId="bb23e5b3-55bf-46ae-b277-eec30d29643c" providerId="ADAL" clId="{00413A07-EA32-4828-B9BB-DAF87EDA825F}" dt="2025-03-25T05:06:59.848" v="202" actId="1076"/>
        <pc:sldMkLst>
          <pc:docMk/>
          <pc:sldMk cId="445402209" sldId="2147473064"/>
        </pc:sldMkLst>
      </pc:sldChg>
      <pc:sldChg chg="modSp mod">
        <pc:chgData name="Petrana" userId="bb23e5b3-55bf-46ae-b277-eec30d29643c" providerId="ADAL" clId="{00413A07-EA32-4828-B9BB-DAF87EDA825F}" dt="2025-03-25T16:38:20.613" v="212" actId="108"/>
        <pc:sldMkLst>
          <pc:docMk/>
          <pc:sldMk cId="921010934" sldId="2147473071"/>
        </pc:sldMkLst>
      </pc:sldChg>
      <pc:sldChg chg="modSp mod">
        <pc:chgData name="Petrana" userId="bb23e5b3-55bf-46ae-b277-eec30d29643c" providerId="ADAL" clId="{00413A07-EA32-4828-B9BB-DAF87EDA825F}" dt="2025-03-25T16:38:56.474" v="216" actId="20577"/>
        <pc:sldMkLst>
          <pc:docMk/>
          <pc:sldMk cId="1798065518" sldId="2147473074"/>
        </pc:sldMkLst>
      </pc:sldChg>
      <pc:sldChg chg="modSp mod">
        <pc:chgData name="Petrana" userId="bb23e5b3-55bf-46ae-b277-eec30d29643c" providerId="ADAL" clId="{00413A07-EA32-4828-B9BB-DAF87EDA825F}" dt="2025-03-25T16:38:56.005" v="215" actId="20577"/>
        <pc:sldMkLst>
          <pc:docMk/>
          <pc:sldMk cId="1174502399" sldId="2147473075"/>
        </pc:sldMkLst>
      </pc:sldChg>
      <pc:sldChg chg="modSp mod">
        <pc:chgData name="Petrana" userId="bb23e5b3-55bf-46ae-b277-eec30d29643c" providerId="ADAL" clId="{00413A07-EA32-4828-B9BB-DAF87EDA825F}" dt="2025-03-25T16:51:02.241" v="225" actId="14100"/>
        <pc:sldMkLst>
          <pc:docMk/>
          <pc:sldMk cId="3279836520" sldId="2147473081"/>
        </pc:sldMkLst>
      </pc:sldChg>
      <pc:sldChg chg="modSp mod">
        <pc:chgData name="Petrana" userId="bb23e5b3-55bf-46ae-b277-eec30d29643c" providerId="ADAL" clId="{00413A07-EA32-4828-B9BB-DAF87EDA825F}" dt="2025-03-26T08:58:48.149" v="920" actId="1076"/>
        <pc:sldMkLst>
          <pc:docMk/>
          <pc:sldMk cId="3338422706" sldId="2147473083"/>
        </pc:sldMkLst>
      </pc:sldChg>
      <pc:sldChg chg="modSp mod">
        <pc:chgData name="Petrana" userId="bb23e5b3-55bf-46ae-b277-eec30d29643c" providerId="ADAL" clId="{00413A07-EA32-4828-B9BB-DAF87EDA825F}" dt="2025-03-25T16:28:00.283" v="209" actId="1076"/>
        <pc:sldMkLst>
          <pc:docMk/>
          <pc:sldMk cId="1781265913" sldId="2147473086"/>
        </pc:sldMkLst>
      </pc:sldChg>
      <pc:sldChg chg="modSp mod">
        <pc:chgData name="Petrana" userId="bb23e5b3-55bf-46ae-b277-eec30d29643c" providerId="ADAL" clId="{00413A07-EA32-4828-B9BB-DAF87EDA825F}" dt="2025-03-25T05:05:22.981" v="169" actId="1076"/>
        <pc:sldMkLst>
          <pc:docMk/>
          <pc:sldMk cId="3057151499" sldId="2147473087"/>
        </pc:sldMkLst>
      </pc:sldChg>
      <pc:sldChg chg="modSp mod">
        <pc:chgData name="Petrana" userId="bb23e5b3-55bf-46ae-b277-eec30d29643c" providerId="ADAL" clId="{00413A07-EA32-4828-B9BB-DAF87EDA825F}" dt="2025-03-25T05:03:07.065" v="120" actId="20577"/>
        <pc:sldMkLst>
          <pc:docMk/>
          <pc:sldMk cId="3184421436" sldId="2147473088"/>
        </pc:sldMkLst>
      </pc:sldChg>
      <pc:sldChg chg="modSp mod">
        <pc:chgData name="Petrana" userId="bb23e5b3-55bf-46ae-b277-eec30d29643c" providerId="ADAL" clId="{00413A07-EA32-4828-B9BB-DAF87EDA825F}" dt="2025-03-25T05:01:16.783" v="17" actId="948"/>
        <pc:sldMkLst>
          <pc:docMk/>
          <pc:sldMk cId="2725479885" sldId="2147473089"/>
        </pc:sldMkLst>
      </pc:sldChg>
      <pc:sldChg chg="addSp delSp modSp add mod">
        <pc:chgData name="Petrana" userId="bb23e5b3-55bf-46ae-b277-eec30d29643c" providerId="ADAL" clId="{00413A07-EA32-4828-B9BB-DAF87EDA825F}" dt="2025-03-25T17:21:50.204" v="896" actId="20577"/>
        <pc:sldMkLst>
          <pc:docMk/>
          <pc:sldMk cId="622742155" sldId="2147473091"/>
        </pc:sldMkLst>
      </pc:sldChg>
      <pc:sldChg chg="modSp add del mod setBg">
        <pc:chgData name="Petrana" userId="bb23e5b3-55bf-46ae-b277-eec30d29643c" providerId="ADAL" clId="{00413A07-EA32-4828-B9BB-DAF87EDA825F}" dt="2025-03-25T17:13:10.254" v="540" actId="2696"/>
        <pc:sldMkLst>
          <pc:docMk/>
          <pc:sldMk cId="1163451117" sldId="2147473092"/>
        </pc:sldMkLst>
      </pc:sldChg>
      <pc:sldChg chg="modSp add del mod setBg">
        <pc:chgData name="Petrana" userId="bb23e5b3-55bf-46ae-b277-eec30d29643c" providerId="ADAL" clId="{00413A07-EA32-4828-B9BB-DAF87EDA825F}" dt="2025-03-25T17:11:44.478" v="501" actId="2696"/>
        <pc:sldMkLst>
          <pc:docMk/>
          <pc:sldMk cId="1592457356" sldId="2147473092"/>
        </pc:sldMkLst>
      </pc:sldChg>
      <pc:sldChg chg="modSp add mod setBg">
        <pc:chgData name="Petrana" userId="bb23e5b3-55bf-46ae-b277-eec30d29643c" providerId="ADAL" clId="{00413A07-EA32-4828-B9BB-DAF87EDA825F}" dt="2025-03-26T08:58:47.679" v="919" actId="2711"/>
        <pc:sldMkLst>
          <pc:docMk/>
          <pc:sldMk cId="3314325394" sldId="2147473092"/>
        </pc:sldMkLst>
      </pc:sldChg>
      <pc:sldChg chg="add del">
        <pc:chgData name="Petrana" userId="bb23e5b3-55bf-46ae-b277-eec30d29643c" providerId="ADAL" clId="{00413A07-EA32-4828-B9BB-DAF87EDA825F}" dt="2025-03-25T17:10:05.556" v="466" actId="47"/>
        <pc:sldMkLst>
          <pc:docMk/>
          <pc:sldMk cId="1793988046" sldId="2147473093"/>
        </pc:sldMkLst>
      </pc:sldChg>
    </pc:docChg>
  </pc:docChgLst>
  <pc:docChgLst>
    <pc:chgData name="Petrana" userId="bb23e5b3-55bf-46ae-b277-eec30d29643c" providerId="ADAL" clId="{A7028E91-B85B-4AEC-BC82-B0CDB39F356F}"/>
    <pc:docChg chg="undo custSel addSld modSld">
      <pc:chgData name="Petrana" userId="bb23e5b3-55bf-46ae-b277-eec30d29643c" providerId="ADAL" clId="{A7028E91-B85B-4AEC-BC82-B0CDB39F356F}" dt="2025-03-11T08:20:30.553" v="2450" actId="1076"/>
      <pc:docMkLst>
        <pc:docMk/>
      </pc:docMkLst>
      <pc:sldChg chg="addSp delSp modSp mod delAnim">
        <pc:chgData name="Petrana" userId="bb23e5b3-55bf-46ae-b277-eec30d29643c" providerId="ADAL" clId="{A7028E91-B85B-4AEC-BC82-B0CDB39F356F}" dt="2025-03-07T09:10:19.081" v="637" actId="1076"/>
        <pc:sldMkLst>
          <pc:docMk/>
          <pc:sldMk cId="4293427498" sldId="2147473066"/>
        </pc:sldMkLst>
      </pc:sldChg>
      <pc:sldChg chg="addSp delSp modSp mod delAnim">
        <pc:chgData name="Petrana" userId="bb23e5b3-55bf-46ae-b277-eec30d29643c" providerId="ADAL" clId="{A7028E91-B85B-4AEC-BC82-B0CDB39F356F}" dt="2025-03-11T08:11:07.449" v="2305" actId="1076"/>
        <pc:sldMkLst>
          <pc:docMk/>
          <pc:sldMk cId="1950820795" sldId="2147473068"/>
        </pc:sldMkLst>
      </pc:sldChg>
      <pc:sldChg chg="modSp mod">
        <pc:chgData name="Petrana" userId="bb23e5b3-55bf-46ae-b277-eec30d29643c" providerId="ADAL" clId="{A7028E91-B85B-4AEC-BC82-B0CDB39F356F}" dt="2025-03-10T08:22:52.959" v="1999" actId="20577"/>
        <pc:sldMkLst>
          <pc:docMk/>
          <pc:sldMk cId="881348590" sldId="2147473070"/>
        </pc:sldMkLst>
      </pc:sldChg>
      <pc:sldChg chg="modSp mod">
        <pc:chgData name="Petrana" userId="bb23e5b3-55bf-46ae-b277-eec30d29643c" providerId="ADAL" clId="{A7028E91-B85B-4AEC-BC82-B0CDB39F356F}" dt="2025-03-10T08:06:26.385" v="1916" actId="20577"/>
        <pc:sldMkLst>
          <pc:docMk/>
          <pc:sldMk cId="3669124840" sldId="2147473072"/>
        </pc:sldMkLst>
      </pc:sldChg>
      <pc:sldChg chg="modSp mod">
        <pc:chgData name="Petrana" userId="bb23e5b3-55bf-46ae-b277-eec30d29643c" providerId="ADAL" clId="{A7028E91-B85B-4AEC-BC82-B0CDB39F356F}" dt="2025-03-10T08:06:33.406" v="1918" actId="20577"/>
        <pc:sldMkLst>
          <pc:docMk/>
          <pc:sldMk cId="1798065518" sldId="2147473074"/>
        </pc:sldMkLst>
      </pc:sldChg>
      <pc:sldChg chg="addSp modSp mod">
        <pc:chgData name="Petrana" userId="bb23e5b3-55bf-46ae-b277-eec30d29643c" providerId="ADAL" clId="{A7028E91-B85B-4AEC-BC82-B0CDB39F356F}" dt="2025-03-10T09:01:00.233" v="2258" actId="20577"/>
        <pc:sldMkLst>
          <pc:docMk/>
          <pc:sldMk cId="2873754903" sldId="2147473080"/>
        </pc:sldMkLst>
      </pc:sldChg>
      <pc:sldChg chg="addSp delSp modSp mod">
        <pc:chgData name="Petrana" userId="bb23e5b3-55bf-46ae-b277-eec30d29643c" providerId="ADAL" clId="{A7028E91-B85B-4AEC-BC82-B0CDB39F356F}" dt="2025-03-10T08:57:56.903" v="2192" actId="14100"/>
        <pc:sldMkLst>
          <pc:docMk/>
          <pc:sldMk cId="3279836520" sldId="2147473081"/>
        </pc:sldMkLst>
      </pc:sldChg>
      <pc:sldChg chg="addSp delSp modSp mod">
        <pc:chgData name="Petrana" userId="bb23e5b3-55bf-46ae-b277-eec30d29643c" providerId="ADAL" clId="{A7028E91-B85B-4AEC-BC82-B0CDB39F356F}" dt="2025-03-10T09:01:39.507" v="2272" actId="1076"/>
        <pc:sldMkLst>
          <pc:docMk/>
          <pc:sldMk cId="190314297" sldId="2147473082"/>
        </pc:sldMkLst>
      </pc:sldChg>
      <pc:sldChg chg="addSp delSp modSp mod">
        <pc:chgData name="Petrana" userId="bb23e5b3-55bf-46ae-b277-eec30d29643c" providerId="ADAL" clId="{A7028E91-B85B-4AEC-BC82-B0CDB39F356F}" dt="2025-03-11T08:14:02.606" v="2308" actId="14100"/>
        <pc:sldMkLst>
          <pc:docMk/>
          <pc:sldMk cId="3338422706" sldId="2147473083"/>
        </pc:sldMkLst>
      </pc:sldChg>
      <pc:sldChg chg="modSp add mod setBg">
        <pc:chgData name="Petrana" userId="bb23e5b3-55bf-46ae-b277-eec30d29643c" providerId="ADAL" clId="{A7028E91-B85B-4AEC-BC82-B0CDB39F356F}" dt="2025-03-11T08:20:30.553" v="2450" actId="1076"/>
        <pc:sldMkLst>
          <pc:docMk/>
          <pc:sldMk cId="2608523531" sldId="2147473084"/>
        </pc:sldMkLst>
      </pc:sldChg>
    </pc:docChg>
  </pc:docChgLst>
  <pc:docChgLst>
    <pc:chgData name="Jan" userId="S::jan@markmanassociates.com::7e99bbe4-d659-4d18-b26e-b9569f789007" providerId="AD" clId="Web-{B8509F6D-3005-F758-04A5-096456ACE0E9}"/>
    <pc:docChg chg="modSld">
      <pc:chgData name="Jan" userId="S::jan@markmanassociates.com::7e99bbe4-d659-4d18-b26e-b9569f789007" providerId="AD" clId="Web-{B8509F6D-3005-F758-04A5-096456ACE0E9}" dt="2025-03-11T08:06:21.086" v="1"/>
      <pc:docMkLst>
        <pc:docMk/>
      </pc:docMkLst>
      <pc:sldChg chg="addSp modSp">
        <pc:chgData name="Jan" userId="S::jan@markmanassociates.com::7e99bbe4-d659-4d18-b26e-b9569f789007" providerId="AD" clId="Web-{B8509F6D-3005-F758-04A5-096456ACE0E9}" dt="2025-03-11T08:05:21.084" v="0"/>
        <pc:sldMkLst>
          <pc:docMk/>
          <pc:sldMk cId="4293427498" sldId="2147473066"/>
        </pc:sldMkLst>
      </pc:sldChg>
      <pc:sldChg chg="addSp modSp">
        <pc:chgData name="Jan" userId="S::jan@markmanassociates.com::7e99bbe4-d659-4d18-b26e-b9569f789007" providerId="AD" clId="Web-{B8509F6D-3005-F758-04A5-096456ACE0E9}" dt="2025-03-11T08:06:21.086" v="1"/>
        <pc:sldMkLst>
          <pc:docMk/>
          <pc:sldMk cId="3736246245" sldId="2147473078"/>
        </pc:sldMkLst>
      </pc:sldChg>
    </pc:docChg>
  </pc:docChgLst>
  <pc:docChgLst>
    <pc:chgData name="Carmen" userId="854005f4-386e-4134-9c36-452f82ab7859" providerId="ADAL" clId="{03AC9B3F-513A-4E11-97CC-826F4E08E030}"/>
    <pc:docChg chg="undo custSel modSld">
      <pc:chgData name="Carmen" userId="854005f4-386e-4134-9c36-452f82ab7859" providerId="ADAL" clId="{03AC9B3F-513A-4E11-97CC-826F4E08E030}" dt="2025-03-27T17:45:53.479" v="275" actId="1076"/>
      <pc:docMkLst>
        <pc:docMk/>
      </pc:docMkLst>
      <pc:sldChg chg="modSp mod modAnim">
        <pc:chgData name="Carmen" userId="854005f4-386e-4134-9c36-452f82ab7859" providerId="ADAL" clId="{03AC9B3F-513A-4E11-97CC-826F4E08E030}" dt="2025-03-26T17:51:30.849" v="261" actId="14100"/>
        <pc:sldMkLst>
          <pc:docMk/>
          <pc:sldMk cId="0" sldId="259"/>
        </pc:sldMkLst>
      </pc:sldChg>
      <pc:sldChg chg="modAnim">
        <pc:chgData name="Carmen" userId="854005f4-386e-4134-9c36-452f82ab7859" providerId="ADAL" clId="{03AC9B3F-513A-4E11-97CC-826F4E08E030}" dt="2025-03-26T17:51:09.573" v="259"/>
        <pc:sldMkLst>
          <pc:docMk/>
          <pc:sldMk cId="0" sldId="274"/>
        </pc:sldMkLst>
      </pc:sldChg>
      <pc:sldChg chg="modSp mod modAnim">
        <pc:chgData name="Carmen" userId="854005f4-386e-4134-9c36-452f82ab7859" providerId="ADAL" clId="{03AC9B3F-513A-4E11-97CC-826F4E08E030}" dt="2025-03-26T17:51:16.524" v="260"/>
        <pc:sldMkLst>
          <pc:docMk/>
          <pc:sldMk cId="445402209" sldId="2147473064"/>
        </pc:sldMkLst>
      </pc:sldChg>
      <pc:sldChg chg="modSp mod modAnim">
        <pc:chgData name="Carmen" userId="854005f4-386e-4134-9c36-452f82ab7859" providerId="ADAL" clId="{03AC9B3F-513A-4E11-97CC-826F4E08E030}" dt="2025-03-26T17:51:57.927" v="267"/>
        <pc:sldMkLst>
          <pc:docMk/>
          <pc:sldMk cId="921010934" sldId="2147473071"/>
        </pc:sldMkLst>
      </pc:sldChg>
      <pc:sldChg chg="modAnim">
        <pc:chgData name="Carmen" userId="854005f4-386e-4134-9c36-452f82ab7859" providerId="ADAL" clId="{03AC9B3F-513A-4E11-97CC-826F4E08E030}" dt="2025-03-26T17:52:04.532" v="268"/>
        <pc:sldMkLst>
          <pc:docMk/>
          <pc:sldMk cId="3260872908" sldId="2147473073"/>
        </pc:sldMkLst>
      </pc:sldChg>
      <pc:sldChg chg="modAnim">
        <pc:chgData name="Carmen" userId="854005f4-386e-4134-9c36-452f82ab7859" providerId="ADAL" clId="{03AC9B3F-513A-4E11-97CC-826F4E08E030}" dt="2025-03-26T17:52:10.558" v="269"/>
        <pc:sldMkLst>
          <pc:docMk/>
          <pc:sldMk cId="1174502399" sldId="2147473075"/>
        </pc:sldMkLst>
      </pc:sldChg>
      <pc:sldChg chg="modSp mod">
        <pc:chgData name="Carmen" userId="854005f4-386e-4134-9c36-452f82ab7859" providerId="ADAL" clId="{03AC9B3F-513A-4E11-97CC-826F4E08E030}" dt="2025-03-24T22:55:44.473" v="243" actId="20577"/>
        <pc:sldMkLst>
          <pc:docMk/>
          <pc:sldMk cId="1828146150" sldId="2147473076"/>
        </pc:sldMkLst>
      </pc:sldChg>
      <pc:sldChg chg="modSp mod modAnim">
        <pc:chgData name="Carmen" userId="854005f4-386e-4134-9c36-452f82ab7859" providerId="ADAL" clId="{03AC9B3F-513A-4E11-97CC-826F4E08E030}" dt="2025-03-26T17:52:19.421" v="270"/>
        <pc:sldMkLst>
          <pc:docMk/>
          <pc:sldMk cId="578284234" sldId="2147473077"/>
        </pc:sldMkLst>
      </pc:sldChg>
      <pc:sldChg chg="modSp mod modAnim">
        <pc:chgData name="Carmen" userId="854005f4-386e-4134-9c36-452f82ab7859" providerId="ADAL" clId="{03AC9B3F-513A-4E11-97CC-826F4E08E030}" dt="2025-03-27T17:45:53.479" v="275" actId="1076"/>
        <pc:sldMkLst>
          <pc:docMk/>
          <pc:sldMk cId="851051177" sldId="2147473079"/>
        </pc:sldMkLst>
      </pc:sldChg>
      <pc:sldChg chg="modAnim">
        <pc:chgData name="Carmen" userId="854005f4-386e-4134-9c36-452f82ab7859" providerId="ADAL" clId="{03AC9B3F-513A-4E11-97CC-826F4E08E030}" dt="2025-03-26T17:52:33.202" v="272"/>
        <pc:sldMkLst>
          <pc:docMk/>
          <pc:sldMk cId="3279836520" sldId="2147473081"/>
        </pc:sldMkLst>
      </pc:sldChg>
      <pc:sldChg chg="modAnim">
        <pc:chgData name="Carmen" userId="854005f4-386e-4134-9c36-452f82ab7859" providerId="ADAL" clId="{03AC9B3F-513A-4E11-97CC-826F4E08E030}" dt="2025-03-26T17:52:38.895" v="273"/>
        <pc:sldMkLst>
          <pc:docMk/>
          <pc:sldMk cId="3338422706" sldId="2147473083"/>
        </pc:sldMkLst>
      </pc:sldChg>
      <pc:sldChg chg="modSp mod modAnim">
        <pc:chgData name="Carmen" userId="854005f4-386e-4134-9c36-452f82ab7859" providerId="ADAL" clId="{03AC9B3F-513A-4E11-97CC-826F4E08E030}" dt="2025-03-26T17:51:36.190" v="262"/>
        <pc:sldMkLst>
          <pc:docMk/>
          <pc:sldMk cId="1781265913" sldId="2147473086"/>
        </pc:sldMkLst>
      </pc:sldChg>
      <pc:sldChg chg="modSp mod modAnim">
        <pc:chgData name="Carmen" userId="854005f4-386e-4134-9c36-452f82ab7859" providerId="ADAL" clId="{03AC9B3F-513A-4E11-97CC-826F4E08E030}" dt="2025-03-26T17:51:39.765" v="263"/>
        <pc:sldMkLst>
          <pc:docMk/>
          <pc:sldMk cId="3057151499" sldId="2147473087"/>
        </pc:sldMkLst>
      </pc:sldChg>
      <pc:sldChg chg="modSp mod modAnim">
        <pc:chgData name="Carmen" userId="854005f4-386e-4134-9c36-452f82ab7859" providerId="ADAL" clId="{03AC9B3F-513A-4E11-97CC-826F4E08E030}" dt="2025-03-26T17:51:43.023" v="264"/>
        <pc:sldMkLst>
          <pc:docMk/>
          <pc:sldMk cId="3184421436" sldId="2147473088"/>
        </pc:sldMkLst>
      </pc:sldChg>
      <pc:sldChg chg="modSp mod modAnim">
        <pc:chgData name="Carmen" userId="854005f4-386e-4134-9c36-452f82ab7859" providerId="ADAL" clId="{03AC9B3F-513A-4E11-97CC-826F4E08E030}" dt="2025-03-26T17:51:46.481" v="265"/>
        <pc:sldMkLst>
          <pc:docMk/>
          <pc:sldMk cId="2725479885" sldId="2147473089"/>
        </pc:sldMkLst>
      </pc:sldChg>
      <pc:sldChg chg="modAnim">
        <pc:chgData name="Carmen" userId="854005f4-386e-4134-9c36-452f82ab7859" providerId="ADAL" clId="{03AC9B3F-513A-4E11-97CC-826F4E08E030}" dt="2025-03-26T17:51:52.208" v="266"/>
        <pc:sldMkLst>
          <pc:docMk/>
          <pc:sldMk cId="3561759552" sldId="2147473090"/>
        </pc:sldMkLst>
      </pc:sldChg>
      <pc:sldChg chg="modAnim">
        <pc:chgData name="Carmen" userId="854005f4-386e-4134-9c36-452f82ab7859" providerId="ADAL" clId="{03AC9B3F-513A-4E11-97CC-826F4E08E030}" dt="2025-03-26T17:50:57.895" v="257"/>
        <pc:sldMkLst>
          <pc:docMk/>
          <pc:sldMk cId="622742155" sldId="2147473091"/>
        </pc:sldMkLst>
      </pc:sldChg>
      <pc:sldChg chg="modSp mod modAnim">
        <pc:chgData name="Carmen" userId="854005f4-386e-4134-9c36-452f82ab7859" providerId="ADAL" clId="{03AC9B3F-513A-4E11-97CC-826F4E08E030}" dt="2025-03-26T17:52:43.215" v="274"/>
        <pc:sldMkLst>
          <pc:docMk/>
          <pc:sldMk cId="3314325394" sldId="2147473092"/>
        </pc:sldMkLst>
      </pc:sldChg>
    </pc:docChg>
  </pc:docChgLst>
  <pc:docChgLst>
    <pc:chgData name="Carmen" userId="854005f4-386e-4134-9c36-452f82ab7859" providerId="ADAL" clId="{14D46038-593E-4843-ADFF-1C914A4516DC}"/>
    <pc:docChg chg="undo custSel modSld">
      <pc:chgData name="Carmen" userId="854005f4-386e-4134-9c36-452f82ab7859" providerId="ADAL" clId="{14D46038-593E-4843-ADFF-1C914A4516DC}" dt="2024-10-24T11:13:21.071" v="1" actId="1076"/>
      <pc:docMkLst>
        <pc:docMk/>
      </pc:docMkLst>
      <pc:sldChg chg="modSp mod">
        <pc:chgData name="Carmen" userId="854005f4-386e-4134-9c36-452f82ab7859" providerId="ADAL" clId="{14D46038-593E-4843-ADFF-1C914A4516DC}" dt="2024-10-24T11:13:21.071" v="1" actId="1076"/>
        <pc:sldMkLst>
          <pc:docMk/>
          <pc:sldMk cId="1859501054" sldId="2147473029"/>
        </pc:sldMkLst>
      </pc:sldChg>
    </pc:docChg>
  </pc:docChgLst>
  <pc:docChgLst>
    <pc:chgData name="Carmen" userId="854005f4-386e-4134-9c36-452f82ab7859" providerId="ADAL" clId="{1E80718B-2587-494C-AE6F-0EE140603E86}"/>
    <pc:docChg chg="undo redo custSel addSld delSld modSld sldOrd delMainMaster modMainMaster addSection modSection">
      <pc:chgData name="Carmen" userId="854005f4-386e-4134-9c36-452f82ab7859" providerId="ADAL" clId="{1E80718B-2587-494C-AE6F-0EE140603E86}" dt="2025-03-12T09:09:01.431" v="6171" actId="47"/>
      <pc:docMkLst>
        <pc:docMk/>
      </pc:docMkLst>
      <pc:sldChg chg="add del setBg modNotes">
        <pc:chgData name="Carmen" userId="854005f4-386e-4134-9c36-452f82ab7859" providerId="ADAL" clId="{1E80718B-2587-494C-AE6F-0EE140603E86}" dt="2025-03-04T20:31:15.277" v="1081" actId="47"/>
        <pc:sldMkLst>
          <pc:docMk/>
          <pc:sldMk cId="0" sldId="258"/>
        </pc:sldMkLst>
      </pc:sldChg>
      <pc:sldChg chg="addSp delSp modSp add del mod setBg delAnim modAnim modNotes">
        <pc:chgData name="Carmen" userId="854005f4-386e-4134-9c36-452f82ab7859" providerId="ADAL" clId="{1E80718B-2587-494C-AE6F-0EE140603E86}" dt="2025-03-11T17:35:54.563" v="6134" actId="1076"/>
        <pc:sldMkLst>
          <pc:docMk/>
          <pc:sldMk cId="0" sldId="259"/>
        </pc:sldMkLst>
      </pc:sldChg>
      <pc:sldChg chg="addSp delSp modSp add del mod setBg modNotes">
        <pc:chgData name="Carmen" userId="854005f4-386e-4134-9c36-452f82ab7859" providerId="ADAL" clId="{1E80718B-2587-494C-AE6F-0EE140603E86}" dt="2025-03-04T20:12:48.792" v="479" actId="47"/>
        <pc:sldMkLst>
          <pc:docMk/>
          <pc:sldMk cId="0" sldId="263"/>
        </pc:sldMkLst>
      </pc:sldChg>
      <pc:sldChg chg="add del setBg modNotes">
        <pc:chgData name="Carmen" userId="854005f4-386e-4134-9c36-452f82ab7859" providerId="ADAL" clId="{1E80718B-2587-494C-AE6F-0EE140603E86}" dt="2025-03-04T20:35:08.258" v="1160" actId="47"/>
        <pc:sldMkLst>
          <pc:docMk/>
          <pc:sldMk cId="0" sldId="264"/>
        </pc:sldMkLst>
      </pc:sldChg>
      <pc:sldChg chg="addSp delSp modSp add mod setBg">
        <pc:chgData name="Carmen" userId="854005f4-386e-4134-9c36-452f82ab7859" providerId="ADAL" clId="{1E80718B-2587-494C-AE6F-0EE140603E86}" dt="2025-03-04T20:39:10.323" v="1214" actId="207"/>
        <pc:sldMkLst>
          <pc:docMk/>
          <pc:sldMk cId="0" sldId="274"/>
        </pc:sldMkLst>
      </pc:sldChg>
      <pc:sldChg chg="addSp delSp modSp add del mod ord setBg delAnim modAnim">
        <pc:chgData name="Carmen" userId="854005f4-386e-4134-9c36-452f82ab7859" providerId="ADAL" clId="{1E80718B-2587-494C-AE6F-0EE140603E86}" dt="2025-03-04T20:24:22.403" v="846" actId="47"/>
        <pc:sldMkLst>
          <pc:docMk/>
          <pc:sldMk cId="0" sldId="284"/>
        </pc:sldMkLst>
      </pc:sldChg>
      <pc:sldChg chg="addSp delSp modSp add del mod setBg modNotes">
        <pc:chgData name="Carmen" userId="854005f4-386e-4134-9c36-452f82ab7859" providerId="ADAL" clId="{1E80718B-2587-494C-AE6F-0EE140603E86}" dt="2025-03-11T16:46:07.642" v="6129"/>
        <pc:sldMkLst>
          <pc:docMk/>
          <pc:sldMk cId="0" sldId="310"/>
        </pc:sldMkLst>
      </pc:sldChg>
      <pc:sldChg chg="modSp add del mod">
        <pc:chgData name="Carmen" userId="854005f4-386e-4134-9c36-452f82ab7859" providerId="ADAL" clId="{1E80718B-2587-494C-AE6F-0EE140603E86}" dt="2025-03-04T20:30:10.553" v="1015" actId="47"/>
        <pc:sldMkLst>
          <pc:docMk/>
          <pc:sldMk cId="2443171634" sldId="2147473049"/>
        </pc:sldMkLst>
      </pc:sldChg>
      <pc:sldChg chg="del">
        <pc:chgData name="Carmen" userId="854005f4-386e-4134-9c36-452f82ab7859" providerId="ADAL" clId="{1E80718B-2587-494C-AE6F-0EE140603E86}" dt="2025-03-12T09:08:59.226" v="6169" actId="47"/>
        <pc:sldMkLst>
          <pc:docMk/>
          <pc:sldMk cId="1295422769" sldId="2147473060"/>
        </pc:sldMkLst>
      </pc:sldChg>
      <pc:sldChg chg="del">
        <pc:chgData name="Carmen" userId="854005f4-386e-4134-9c36-452f82ab7859" providerId="ADAL" clId="{1E80718B-2587-494C-AE6F-0EE140603E86}" dt="2025-03-12T09:09:01.431" v="6171" actId="47"/>
        <pc:sldMkLst>
          <pc:docMk/>
          <pc:sldMk cId="3579347134" sldId="2147473061"/>
        </pc:sldMkLst>
      </pc:sldChg>
      <pc:sldChg chg="add del">
        <pc:chgData name="Carmen" userId="854005f4-386e-4134-9c36-452f82ab7859" providerId="ADAL" clId="{1E80718B-2587-494C-AE6F-0EE140603E86}" dt="2025-03-12T09:09:00.485" v="6170" actId="47"/>
        <pc:sldMkLst>
          <pc:docMk/>
          <pc:sldMk cId="1056887494" sldId="2147473062"/>
        </pc:sldMkLst>
      </pc:sldChg>
      <pc:sldChg chg="modSp add del mod">
        <pc:chgData name="Carmen" userId="854005f4-386e-4134-9c36-452f82ab7859" providerId="ADAL" clId="{1E80718B-2587-494C-AE6F-0EE140603E86}" dt="2025-03-04T20:07:28.114" v="392" actId="47"/>
        <pc:sldMkLst>
          <pc:docMk/>
          <pc:sldMk cId="8616230" sldId="2147473063"/>
        </pc:sldMkLst>
      </pc:sldChg>
      <pc:sldChg chg="addSp delSp modSp add del mod delAnim modAnim">
        <pc:chgData name="Carmen" userId="854005f4-386e-4134-9c36-452f82ab7859" providerId="ADAL" clId="{1E80718B-2587-494C-AE6F-0EE140603E86}" dt="2025-03-11T16:46:09.633" v="6131" actId="47"/>
        <pc:sldMkLst>
          <pc:docMk/>
          <pc:sldMk cId="3802242310" sldId="2147473063"/>
        </pc:sldMkLst>
      </pc:sldChg>
      <pc:sldChg chg="add del">
        <pc:chgData name="Carmen" userId="854005f4-386e-4134-9c36-452f82ab7859" providerId="ADAL" clId="{1E80718B-2587-494C-AE6F-0EE140603E86}" dt="2025-03-04T20:22:10.458" v="783" actId="47"/>
        <pc:sldMkLst>
          <pc:docMk/>
          <pc:sldMk cId="214474581" sldId="2147473064"/>
        </pc:sldMkLst>
      </pc:sldChg>
      <pc:sldChg chg="addSp delSp modSp add mod ord modNotesTx">
        <pc:chgData name="Carmen" userId="854005f4-386e-4134-9c36-452f82ab7859" providerId="ADAL" clId="{1E80718B-2587-494C-AE6F-0EE140603E86}" dt="2025-03-11T17:36:11.200" v="6135" actId="478"/>
        <pc:sldMkLst>
          <pc:docMk/>
          <pc:sldMk cId="445402209" sldId="2147473064"/>
        </pc:sldMkLst>
      </pc:sldChg>
      <pc:sldChg chg="addSp delSp modSp add mod ord setBg delAnim modAnim">
        <pc:chgData name="Carmen" userId="854005f4-386e-4134-9c36-452f82ab7859" providerId="ADAL" clId="{1E80718B-2587-494C-AE6F-0EE140603E86}" dt="2025-03-10T17:41:22.554" v="3889" actId="478"/>
        <pc:sldMkLst>
          <pc:docMk/>
          <pc:sldMk cId="3877056201" sldId="2147473065"/>
        </pc:sldMkLst>
      </pc:sldChg>
      <pc:sldChg chg="addSp delSp modSp add mod setBg">
        <pc:chgData name="Carmen" userId="854005f4-386e-4134-9c36-452f82ab7859" providerId="ADAL" clId="{1E80718B-2587-494C-AE6F-0EE140603E86}" dt="2025-03-11T18:00:31.139" v="6150" actId="1076"/>
        <pc:sldMkLst>
          <pc:docMk/>
          <pc:sldMk cId="4293427498" sldId="2147473066"/>
        </pc:sldMkLst>
      </pc:sldChg>
      <pc:sldChg chg="addSp modSp add del mod">
        <pc:chgData name="Carmen" userId="854005f4-386e-4134-9c36-452f82ab7859" providerId="ADAL" clId="{1E80718B-2587-494C-AE6F-0EE140603E86}" dt="2025-03-04T20:28:43.468" v="985" actId="47"/>
        <pc:sldMkLst>
          <pc:docMk/>
          <pc:sldMk cId="3931249641" sldId="2147473067"/>
        </pc:sldMkLst>
      </pc:sldChg>
      <pc:sldChg chg="addSp delSp modSp add mod">
        <pc:chgData name="Carmen" userId="854005f4-386e-4134-9c36-452f82ab7859" providerId="ADAL" clId="{1E80718B-2587-494C-AE6F-0EE140603E86}" dt="2025-03-12T09:07:15.312" v="6156" actId="478"/>
        <pc:sldMkLst>
          <pc:docMk/>
          <pc:sldMk cId="1950820795" sldId="2147473068"/>
        </pc:sldMkLst>
      </pc:sldChg>
      <pc:sldChg chg="add del setBg">
        <pc:chgData name="Carmen" userId="854005f4-386e-4134-9c36-452f82ab7859" providerId="ADAL" clId="{1E80718B-2587-494C-AE6F-0EE140603E86}" dt="2025-03-04T20:37:06.862" v="1198"/>
        <pc:sldMkLst>
          <pc:docMk/>
          <pc:sldMk cId="2419779399" sldId="2147473069"/>
        </pc:sldMkLst>
      </pc:sldChg>
      <pc:sldChg chg="modSp add setBg">
        <pc:chgData name="Carmen" userId="854005f4-386e-4134-9c36-452f82ab7859" providerId="ADAL" clId="{1E80718B-2587-494C-AE6F-0EE140603E86}" dt="2025-03-04T20:46:01.180" v="1245"/>
        <pc:sldMkLst>
          <pc:docMk/>
          <pc:sldMk cId="3602758611" sldId="2147473069"/>
        </pc:sldMkLst>
      </pc:sldChg>
      <pc:sldChg chg="addSp delSp modSp new mod setBg delAnim modAnim">
        <pc:chgData name="Carmen" userId="854005f4-386e-4134-9c36-452f82ab7859" providerId="ADAL" clId="{1E80718B-2587-494C-AE6F-0EE140603E86}" dt="2025-03-11T18:03:23.145" v="6155" actId="478"/>
        <pc:sldMkLst>
          <pc:docMk/>
          <pc:sldMk cId="881348590" sldId="2147473070"/>
        </pc:sldMkLst>
      </pc:sldChg>
      <pc:sldChg chg="addSp delSp modSp add mod delAnim modAnim">
        <pc:chgData name="Carmen" userId="854005f4-386e-4134-9c36-452f82ab7859" providerId="ADAL" clId="{1E80718B-2587-494C-AE6F-0EE140603E86}" dt="2025-03-11T18:03:19.655" v="6154" actId="478"/>
        <pc:sldMkLst>
          <pc:docMk/>
          <pc:sldMk cId="921010934" sldId="2147473071"/>
        </pc:sldMkLst>
      </pc:sldChg>
      <pc:sldChg chg="delSp modSp add mod ord">
        <pc:chgData name="Carmen" userId="854005f4-386e-4134-9c36-452f82ab7859" providerId="ADAL" clId="{1E80718B-2587-494C-AE6F-0EE140603E86}" dt="2025-03-11T18:03:16.531" v="6153" actId="478"/>
        <pc:sldMkLst>
          <pc:docMk/>
          <pc:sldMk cId="3669124840" sldId="2147473072"/>
        </pc:sldMkLst>
      </pc:sldChg>
      <pc:sldChg chg="delSp modSp add mod ord">
        <pc:chgData name="Carmen" userId="854005f4-386e-4134-9c36-452f82ab7859" providerId="ADAL" clId="{1E80718B-2587-494C-AE6F-0EE140603E86}" dt="2025-03-11T18:03:13.164" v="6152" actId="478"/>
        <pc:sldMkLst>
          <pc:docMk/>
          <pc:sldMk cId="3260872908" sldId="2147473073"/>
        </pc:sldMkLst>
      </pc:sldChg>
      <pc:sldChg chg="add del setBg">
        <pc:chgData name="Carmen" userId="854005f4-386e-4134-9c36-452f82ab7859" providerId="ADAL" clId="{1E80718B-2587-494C-AE6F-0EE140603E86}" dt="2025-03-04T21:04:16.276" v="1636"/>
        <pc:sldMkLst>
          <pc:docMk/>
          <pc:sldMk cId="696887199" sldId="2147473074"/>
        </pc:sldMkLst>
      </pc:sldChg>
      <pc:sldChg chg="delSp modSp add mod">
        <pc:chgData name="Carmen" userId="854005f4-386e-4134-9c36-452f82ab7859" providerId="ADAL" clId="{1E80718B-2587-494C-AE6F-0EE140603E86}" dt="2025-03-11T18:03:09.319" v="6151" actId="478"/>
        <pc:sldMkLst>
          <pc:docMk/>
          <pc:sldMk cId="1798065518" sldId="2147473074"/>
        </pc:sldMkLst>
      </pc:sldChg>
      <pc:sldChg chg="delSp modSp add mod">
        <pc:chgData name="Carmen" userId="854005f4-386e-4134-9c36-452f82ab7859" providerId="ADAL" clId="{1E80718B-2587-494C-AE6F-0EE140603E86}" dt="2025-03-12T09:07:18.851" v="6157" actId="478"/>
        <pc:sldMkLst>
          <pc:docMk/>
          <pc:sldMk cId="1174502399" sldId="2147473075"/>
        </pc:sldMkLst>
      </pc:sldChg>
      <pc:sldChg chg="add del setBg">
        <pc:chgData name="Carmen" userId="854005f4-386e-4134-9c36-452f82ab7859" providerId="ADAL" clId="{1E80718B-2587-494C-AE6F-0EE140603E86}" dt="2025-03-04T21:04:16.276" v="1636"/>
        <pc:sldMkLst>
          <pc:docMk/>
          <pc:sldMk cId="2970602300" sldId="2147473075"/>
        </pc:sldMkLst>
      </pc:sldChg>
      <pc:sldChg chg="addSp delSp modSp add mod">
        <pc:chgData name="Carmen" userId="854005f4-386e-4134-9c36-452f82ab7859" providerId="ADAL" clId="{1E80718B-2587-494C-AE6F-0EE140603E86}" dt="2025-03-11T08:12:27.296" v="6114" actId="14100"/>
        <pc:sldMkLst>
          <pc:docMk/>
          <pc:sldMk cId="1828146150" sldId="2147473076"/>
        </pc:sldMkLst>
      </pc:sldChg>
      <pc:sldChg chg="add del setBg">
        <pc:chgData name="Carmen" userId="854005f4-386e-4134-9c36-452f82ab7859" providerId="ADAL" clId="{1E80718B-2587-494C-AE6F-0EE140603E86}" dt="2025-03-04T21:04:37.101" v="1681"/>
        <pc:sldMkLst>
          <pc:docMk/>
          <pc:sldMk cId="3702364857" sldId="2147473076"/>
        </pc:sldMkLst>
      </pc:sldChg>
      <pc:sldChg chg="addSp delSp modSp add mod modAnim">
        <pc:chgData name="Carmen" userId="854005f4-386e-4134-9c36-452f82ab7859" providerId="ADAL" clId="{1E80718B-2587-494C-AE6F-0EE140603E86}" dt="2025-03-11T08:10:25.574" v="6100" actId="313"/>
        <pc:sldMkLst>
          <pc:docMk/>
          <pc:sldMk cId="578284234" sldId="2147473077"/>
        </pc:sldMkLst>
      </pc:sldChg>
      <pc:sldChg chg="add del setBg">
        <pc:chgData name="Carmen" userId="854005f4-386e-4134-9c36-452f82ab7859" providerId="ADAL" clId="{1E80718B-2587-494C-AE6F-0EE140603E86}" dt="2025-03-04T21:04:37.101" v="1681"/>
        <pc:sldMkLst>
          <pc:docMk/>
          <pc:sldMk cId="2553250425" sldId="2147473077"/>
        </pc:sldMkLst>
      </pc:sldChg>
      <pc:sldChg chg="add del setBg">
        <pc:chgData name="Carmen" userId="854005f4-386e-4134-9c36-452f82ab7859" providerId="ADAL" clId="{1E80718B-2587-494C-AE6F-0EE140603E86}" dt="2025-03-04T21:06:13.980" v="1913"/>
        <pc:sldMkLst>
          <pc:docMk/>
          <pc:sldMk cId="3116580033" sldId="2147473078"/>
        </pc:sldMkLst>
      </pc:sldChg>
      <pc:sldChg chg="addSp delSp modSp add mod">
        <pc:chgData name="Carmen" userId="854005f4-386e-4134-9c36-452f82ab7859" providerId="ADAL" clId="{1E80718B-2587-494C-AE6F-0EE140603E86}" dt="2025-03-12T09:07:31.966" v="6165" actId="1076"/>
        <pc:sldMkLst>
          <pc:docMk/>
          <pc:sldMk cId="3736246245" sldId="2147473078"/>
        </pc:sldMkLst>
      </pc:sldChg>
      <pc:sldChg chg="addSp delSp modSp add mod">
        <pc:chgData name="Carmen" userId="854005f4-386e-4134-9c36-452f82ab7859" providerId="ADAL" clId="{1E80718B-2587-494C-AE6F-0EE140603E86}" dt="2025-03-04T21:07:22.220" v="1978" actId="20577"/>
        <pc:sldMkLst>
          <pc:docMk/>
          <pc:sldMk cId="851051177" sldId="2147473079"/>
        </pc:sldMkLst>
      </pc:sldChg>
      <pc:sldChg chg="add del setBg">
        <pc:chgData name="Carmen" userId="854005f4-386e-4134-9c36-452f82ab7859" providerId="ADAL" clId="{1E80718B-2587-494C-AE6F-0EE140603E86}" dt="2025-03-04T21:06:13.980" v="1913"/>
        <pc:sldMkLst>
          <pc:docMk/>
          <pc:sldMk cId="3924902479" sldId="2147473079"/>
        </pc:sldMkLst>
      </pc:sldChg>
      <pc:sldChg chg="addSp delSp modSp add mod">
        <pc:chgData name="Carmen" userId="854005f4-386e-4134-9c36-452f82ab7859" providerId="ADAL" clId="{1E80718B-2587-494C-AE6F-0EE140603E86}" dt="2025-03-10T18:31:27.475" v="6048" actId="21"/>
        <pc:sldMkLst>
          <pc:docMk/>
          <pc:sldMk cId="2873754903" sldId="2147473080"/>
        </pc:sldMkLst>
      </pc:sldChg>
      <pc:sldChg chg="add del setBg">
        <pc:chgData name="Carmen" userId="854005f4-386e-4134-9c36-452f82ab7859" providerId="ADAL" clId="{1E80718B-2587-494C-AE6F-0EE140603E86}" dt="2025-03-04T21:07:28.772" v="1980"/>
        <pc:sldMkLst>
          <pc:docMk/>
          <pc:sldMk cId="3646672430" sldId="2147473080"/>
        </pc:sldMkLst>
      </pc:sldChg>
      <pc:sldChg chg="add del setBg">
        <pc:chgData name="Carmen" userId="854005f4-386e-4134-9c36-452f82ab7859" providerId="ADAL" clId="{1E80718B-2587-494C-AE6F-0EE140603E86}" dt="2025-03-04T21:07:28.772" v="1980"/>
        <pc:sldMkLst>
          <pc:docMk/>
          <pc:sldMk cId="635647212" sldId="2147473081"/>
        </pc:sldMkLst>
      </pc:sldChg>
      <pc:sldChg chg="addSp delSp modSp add mod">
        <pc:chgData name="Carmen" userId="854005f4-386e-4134-9c36-452f82ab7859" providerId="ADAL" clId="{1E80718B-2587-494C-AE6F-0EE140603E86}" dt="2025-03-12T09:08:52.712" v="6166" actId="478"/>
        <pc:sldMkLst>
          <pc:docMk/>
          <pc:sldMk cId="3279836520" sldId="2147473081"/>
        </pc:sldMkLst>
      </pc:sldChg>
      <pc:sldChg chg="addSp delSp modSp add mod">
        <pc:chgData name="Carmen" userId="854005f4-386e-4134-9c36-452f82ab7859" providerId="ADAL" clId="{1E80718B-2587-494C-AE6F-0EE140603E86}" dt="2025-03-12T09:08:54.243" v="6167" actId="478"/>
        <pc:sldMkLst>
          <pc:docMk/>
          <pc:sldMk cId="190314297" sldId="2147473082"/>
        </pc:sldMkLst>
      </pc:sldChg>
      <pc:sldChg chg="add del setBg">
        <pc:chgData name="Carmen" userId="854005f4-386e-4134-9c36-452f82ab7859" providerId="ADAL" clId="{1E80718B-2587-494C-AE6F-0EE140603E86}" dt="2025-03-04T21:08:23.559" v="2044"/>
        <pc:sldMkLst>
          <pc:docMk/>
          <pc:sldMk cId="3116138025" sldId="2147473082"/>
        </pc:sldMkLst>
      </pc:sldChg>
      <pc:sldChg chg="add del setBg">
        <pc:chgData name="Carmen" userId="854005f4-386e-4134-9c36-452f82ab7859" providerId="ADAL" clId="{1E80718B-2587-494C-AE6F-0EE140603E86}" dt="2025-03-04T21:08:23.559" v="2044"/>
        <pc:sldMkLst>
          <pc:docMk/>
          <pc:sldMk cId="3191546628" sldId="2147473083"/>
        </pc:sldMkLst>
      </pc:sldChg>
      <pc:sldChg chg="addSp delSp modSp add mod">
        <pc:chgData name="Carmen" userId="854005f4-386e-4134-9c36-452f82ab7859" providerId="ADAL" clId="{1E80718B-2587-494C-AE6F-0EE140603E86}" dt="2025-03-12T09:08:56.616" v="6168" actId="478"/>
        <pc:sldMkLst>
          <pc:docMk/>
          <pc:sldMk cId="3338422706" sldId="2147473083"/>
        </pc:sldMkLst>
      </pc:sldChg>
      <pc:sldChg chg="delSp mod">
        <pc:chgData name="Carmen" userId="854005f4-386e-4134-9c36-452f82ab7859" providerId="ADAL" clId="{1E80718B-2587-494C-AE6F-0EE140603E86}" dt="2025-03-11T17:36:37.574" v="6140" actId="478"/>
        <pc:sldMkLst>
          <pc:docMk/>
          <pc:sldMk cId="2608523531" sldId="2147473084"/>
        </pc:sldMkLst>
      </pc:sldChg>
      <pc:sldMasterChg chg="delSldLayout modSldLayout">
        <pc:chgData name="Carmen" userId="854005f4-386e-4134-9c36-452f82ab7859" providerId="ADAL" clId="{1E80718B-2587-494C-AE6F-0EE140603E86}" dt="2025-03-11T17:35:46.883" v="6133" actId="1076"/>
        <pc:sldMasterMkLst>
          <pc:docMk/>
          <pc:sldMasterMk cId="1879296500" sldId="2147483663"/>
        </pc:sldMasterMkLst>
        <pc:sldLayoutChg chg="del">
          <pc:chgData name="Carmen" userId="854005f4-386e-4134-9c36-452f82ab7859" providerId="ADAL" clId="{1E80718B-2587-494C-AE6F-0EE140603E86}" dt="2025-03-04T20:35:08.258" v="1160" actId="47"/>
          <pc:sldLayoutMkLst>
            <pc:docMk/>
            <pc:sldMasterMk cId="1879296500" sldId="2147483663"/>
            <pc:sldLayoutMk cId="2857871729" sldId="2147483670"/>
          </pc:sldLayoutMkLst>
        </pc:sldLayoutChg>
        <pc:sldLayoutChg chg="del">
          <pc:chgData name="Carmen" userId="854005f4-386e-4134-9c36-452f82ab7859" providerId="ADAL" clId="{1E80718B-2587-494C-AE6F-0EE140603E86}" dt="2025-03-04T20:31:15.277" v="1081" actId="47"/>
          <pc:sldLayoutMkLst>
            <pc:docMk/>
            <pc:sldMasterMk cId="1879296500" sldId="2147483663"/>
            <pc:sldLayoutMk cId="1822547506" sldId="2147483675"/>
          </pc:sldLayoutMkLst>
        </pc:sldLayoutChg>
        <pc:sldLayoutChg chg="delSp modSp mod">
          <pc:chgData name="Carmen" userId="854005f4-386e-4134-9c36-452f82ab7859" providerId="ADAL" clId="{1E80718B-2587-494C-AE6F-0EE140603E86}" dt="2025-03-11T17:35:46.883" v="6133" actId="1076"/>
          <pc:sldLayoutMkLst>
            <pc:docMk/>
            <pc:sldMasterMk cId="155888122" sldId="2147483648"/>
            <pc:sldLayoutMk cId="775531842" sldId="2147483676"/>
          </pc:sldLayoutMkLst>
        </pc:sldLayoutChg>
        <pc:sldLayoutChg chg="delSp modSp mod">
          <pc:chgData name="Carmen" userId="854005f4-386e-4134-9c36-452f82ab7859" providerId="ADAL" clId="{1E80718B-2587-494C-AE6F-0EE140603E86}" dt="2025-03-04T20:57:03.539" v="1395" actId="478"/>
          <pc:sldLayoutMkLst>
            <pc:docMk/>
            <pc:sldMasterMk cId="1879296500" sldId="2147483663"/>
            <pc:sldLayoutMk cId="2174395809" sldId="2147483683"/>
          </pc:sldLayoutMkLst>
        </pc:sldLayoutChg>
        <pc:sldLayoutChg chg="delSp del mod">
          <pc:chgData name="Carmen" userId="854005f4-386e-4134-9c36-452f82ab7859" providerId="ADAL" clId="{1E80718B-2587-494C-AE6F-0EE140603E86}" dt="2025-03-04T20:12:48.792" v="479" actId="47"/>
          <pc:sldLayoutMkLst>
            <pc:docMk/>
            <pc:sldMasterMk cId="1879296500" sldId="2147483663"/>
            <pc:sldLayoutMk cId="1673600652" sldId="2147483727"/>
          </pc:sldLayoutMkLst>
        </pc:sldLayoutChg>
      </pc:sldMasterChg>
      <pc:sldMasterChg chg="del delSldLayout">
        <pc:chgData name="Carmen" userId="854005f4-386e-4134-9c36-452f82ab7859" providerId="ADAL" clId="{1E80718B-2587-494C-AE6F-0EE140603E86}" dt="2025-03-04T19:51:52.807" v="67" actId="47"/>
        <pc:sldMasterMkLst>
          <pc:docMk/>
          <pc:sldMasterMk cId="2634861504" sldId="2147483663"/>
        </pc:sldMasterMkLst>
        <pc:sldLayoutChg chg="del">
          <pc:chgData name="Carmen" userId="854005f4-386e-4134-9c36-452f82ab7859" providerId="ADAL" clId="{1E80718B-2587-494C-AE6F-0EE140603E86}" dt="2025-03-04T19:51:52.807" v="67" actId="47"/>
          <pc:sldLayoutMkLst>
            <pc:docMk/>
            <pc:sldMasterMk cId="2634861504" sldId="2147483663"/>
            <pc:sldLayoutMk cId="293491330" sldId="214748366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934479716" sldId="214748366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293063614" sldId="214748366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675904200" sldId="214748366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897509168" sldId="214748366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483327870" sldId="214748366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991467219" sldId="214748367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357522386" sldId="214748367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398750102" sldId="214748367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782608577" sldId="214748367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372643034" sldId="214748367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778829543" sldId="214748367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861075858" sldId="214748367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603666228" sldId="214748367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204677724" sldId="214748367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823190509" sldId="214748367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579817192" sldId="214748368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040047114" sldId="214748368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459304479" sldId="214748368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368627121" sldId="214748368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07790452" sldId="214748368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329504775" sldId="214748368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226210402" sldId="214748368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90496849" sldId="214748368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96985571" sldId="214748368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051602291" sldId="214748368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616100524" sldId="214748369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638418501" sldId="214748369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661708380" sldId="214748369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063731403" sldId="214748369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191198513" sldId="214748369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468727499" sldId="214748369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147985827" sldId="214748369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51007204" sldId="214748369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24282442" sldId="214748369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778860542" sldId="214748369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711227957" sldId="214748370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767092779" sldId="214748370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340191519" sldId="214748370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980169691" sldId="214748370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276303150" sldId="214748370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513416697" sldId="214748370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579294845" sldId="214748370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886795067" sldId="214748370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701804200" sldId="214748370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065581249" sldId="214748370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812928656" sldId="214748371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684560127" sldId="214748371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28982979" sldId="214748371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872147648" sldId="214748371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811300869" sldId="214748371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528202565" sldId="214748371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220024216" sldId="2147483716"/>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566781022" sldId="2147483717"/>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696706662" sldId="2147483718"/>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516170034" sldId="2147483719"/>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491969189" sldId="2147483720"/>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263241388" sldId="2147483721"/>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4217587030" sldId="2147483722"/>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37692708" sldId="2147483723"/>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2388892291" sldId="2147483724"/>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1127469960" sldId="2147483725"/>
          </pc:sldLayoutMkLst>
        </pc:sldLayoutChg>
        <pc:sldLayoutChg chg="del">
          <pc:chgData name="Carmen" userId="854005f4-386e-4134-9c36-452f82ab7859" providerId="ADAL" clId="{1E80718B-2587-494C-AE6F-0EE140603E86}" dt="2025-03-04T19:51:52.807" v="67" actId="47"/>
          <pc:sldLayoutMkLst>
            <pc:docMk/>
            <pc:sldMasterMk cId="2634861504" sldId="2147483663"/>
            <pc:sldLayoutMk cId="303461226" sldId="2147483726"/>
          </pc:sldLayoutMkLst>
        </pc:sldLayoutChg>
      </pc:sldMasterChg>
    </pc:docChg>
  </pc:docChgLst>
  <pc:docChgLst>
    <pc:chgData name="Nikoleta Notova" userId="S::nikoleta@markmanassociates.com::c259cff7-fb7d-4e02-ad74-1d1c1f842017" providerId="AD" clId="Web-{60337381-7D19-7C1E-CC84-506A22D9B908}"/>
    <pc:docChg chg="modSld sldOrd">
      <pc:chgData name="Nikoleta Notova" userId="S::nikoleta@markmanassociates.com::c259cff7-fb7d-4e02-ad74-1d1c1f842017" providerId="AD" clId="Web-{60337381-7D19-7C1E-CC84-506A22D9B908}" dt="2025-03-04T22:38:27.295" v="1522" actId="1076"/>
      <pc:docMkLst>
        <pc:docMk/>
      </pc:docMkLst>
      <pc:sldChg chg="addSp delSp modSp addAnim delAnim">
        <pc:chgData name="Nikoleta Notova" userId="S::nikoleta@markmanassociates.com::c259cff7-fb7d-4e02-ad74-1d1c1f842017" providerId="AD" clId="Web-{60337381-7D19-7C1E-CC84-506A22D9B908}" dt="2025-03-04T21:36:34.901" v="388" actId="1076"/>
        <pc:sldMkLst>
          <pc:docMk/>
          <pc:sldMk cId="445402209" sldId="2147473064"/>
        </pc:sldMkLst>
      </pc:sldChg>
      <pc:sldChg chg="addSp delSp modSp ord">
        <pc:chgData name="Nikoleta Notova" userId="S::nikoleta@markmanassociates.com::c259cff7-fb7d-4e02-ad74-1d1c1f842017" providerId="AD" clId="Web-{60337381-7D19-7C1E-CC84-506A22D9B908}" dt="2025-03-04T22:33:07.828" v="1421" actId="1076"/>
        <pc:sldMkLst>
          <pc:docMk/>
          <pc:sldMk cId="881348590" sldId="2147473070"/>
        </pc:sldMkLst>
      </pc:sldChg>
      <pc:sldChg chg="addSp delSp modSp">
        <pc:chgData name="Nikoleta Notova" userId="S::nikoleta@markmanassociates.com::c259cff7-fb7d-4e02-ad74-1d1c1f842017" providerId="AD" clId="Web-{60337381-7D19-7C1E-CC84-506A22D9B908}" dt="2025-03-04T22:38:27.295" v="1522" actId="1076"/>
        <pc:sldMkLst>
          <pc:docMk/>
          <pc:sldMk cId="921010934" sldId="2147473071"/>
        </pc:sldMkLst>
      </pc:sldChg>
      <pc:sldChg chg="addSp modSp">
        <pc:chgData name="Nikoleta Notova" userId="S::nikoleta@markmanassociates.com::c259cff7-fb7d-4e02-ad74-1d1c1f842017" providerId="AD" clId="Web-{60337381-7D19-7C1E-CC84-506A22D9B908}" dt="2025-03-04T22:28:09.518" v="1291" actId="20577"/>
        <pc:sldMkLst>
          <pc:docMk/>
          <pc:sldMk cId="3669124840" sldId="2147473072"/>
        </pc:sldMkLst>
      </pc:sldChg>
      <pc:sldChg chg="addSp delSp modSp">
        <pc:chgData name="Nikoleta Notova" userId="S::nikoleta@markmanassociates.com::c259cff7-fb7d-4e02-ad74-1d1c1f842017" providerId="AD" clId="Web-{60337381-7D19-7C1E-CC84-506A22D9B908}" dt="2025-03-04T21:58:15.238" v="665" actId="1076"/>
        <pc:sldMkLst>
          <pc:docMk/>
          <pc:sldMk cId="3260872908" sldId="2147473073"/>
        </pc:sldMkLst>
      </pc:sldChg>
      <pc:sldChg chg="addSp delSp modSp">
        <pc:chgData name="Nikoleta Notova" userId="S::nikoleta@markmanassociates.com::c259cff7-fb7d-4e02-ad74-1d1c1f842017" providerId="AD" clId="Web-{60337381-7D19-7C1E-CC84-506A22D9B908}" dt="2025-03-04T22:18:42.260" v="1237" actId="20577"/>
        <pc:sldMkLst>
          <pc:docMk/>
          <pc:sldMk cId="1798065518" sldId="2147473074"/>
        </pc:sldMkLst>
      </pc:sldChg>
      <pc:sldChg chg="addSp delSp modSp">
        <pc:chgData name="Nikoleta Notova" userId="S::nikoleta@markmanassociates.com::c259cff7-fb7d-4e02-ad74-1d1c1f842017" providerId="AD" clId="Web-{60337381-7D19-7C1E-CC84-506A22D9B908}" dt="2025-03-04T22:14:52.140" v="1174" actId="14100"/>
        <pc:sldMkLst>
          <pc:docMk/>
          <pc:sldMk cId="1174502399" sldId="2147473075"/>
        </pc:sldMkLst>
      </pc:sldChg>
    </pc:docChg>
  </pc:docChgLst>
  <pc:docChgLst>
    <pc:chgData name="Petrana" userId="S::petrana@markmanassociates.com::bb23e5b3-55bf-46ae-b277-eec30d29643c" providerId="AD" clId="Web-{4F1BE833-6567-8C6E-1EAE-C85BD36C363B}"/>
    <pc:docChg chg="modSld">
      <pc:chgData name="Petrana" userId="S::petrana@markmanassociates.com::bb23e5b3-55bf-46ae-b277-eec30d29643c" providerId="AD" clId="Web-{4F1BE833-6567-8C6E-1EAE-C85BD36C363B}" dt="2025-03-24T17:13:19.659" v="3"/>
      <pc:docMkLst>
        <pc:docMk/>
      </pc:docMkLst>
      <pc:sldChg chg="modSp">
        <pc:chgData name="Petrana" userId="S::petrana@markmanassociates.com::bb23e5b3-55bf-46ae-b277-eec30d29643c" providerId="AD" clId="Web-{4F1BE833-6567-8C6E-1EAE-C85BD36C363B}" dt="2025-03-24T17:13:19.659" v="3"/>
        <pc:sldMkLst>
          <pc:docMk/>
          <pc:sldMk cId="1781265913" sldId="2147473086"/>
        </pc:sldMkLst>
      </pc:sldChg>
    </pc:docChg>
  </pc:docChgLst>
  <pc:docChgLst>
    <pc:chgData name="Carmen" userId="S::carmen@markmanassociates.com::854005f4-386e-4134-9c36-452f82ab7859" providerId="AD" clId="Web-{936966B9-0B0C-0C05-91C2-D72B9020123B}"/>
    <pc:docChg chg="modSld">
      <pc:chgData name="Carmen" userId="S::carmen@markmanassociates.com::854005f4-386e-4134-9c36-452f82ab7859" providerId="AD" clId="Web-{936966B9-0B0C-0C05-91C2-D72B9020123B}" dt="2024-10-22T15:56:29.568" v="109"/>
      <pc:docMkLst>
        <pc:docMk/>
      </pc:docMkLst>
      <pc:sldChg chg="addSp delSp modSp">
        <pc:chgData name="Carmen" userId="S::carmen@markmanassociates.com::854005f4-386e-4134-9c36-452f82ab7859" providerId="AD" clId="Web-{936966B9-0B0C-0C05-91C2-D72B9020123B}" dt="2024-10-22T15:56:29.568" v="109"/>
        <pc:sldMkLst>
          <pc:docMk/>
          <pc:sldMk cId="3748518157" sldId="2147473040"/>
        </pc:sldMkLst>
      </pc:sldChg>
    </pc:docChg>
  </pc:docChgLst>
  <pc:docChgLst>
    <pc:chgData name="Nikoleta Notova" userId="S::nikoleta@markmanassociates.com::c259cff7-fb7d-4e02-ad74-1d1c1f842017" providerId="AD" clId="Web-{33A313B6-9222-AECC-E2BE-C6DB78507FFE}"/>
    <pc:docChg chg="modSld">
      <pc:chgData name="Nikoleta Notova" userId="S::nikoleta@markmanassociates.com::c259cff7-fb7d-4e02-ad74-1d1c1f842017" providerId="AD" clId="Web-{33A313B6-9222-AECC-E2BE-C6DB78507FFE}" dt="2025-03-05T08:47:05.971" v="8" actId="20577"/>
      <pc:docMkLst>
        <pc:docMk/>
      </pc:docMkLst>
      <pc:sldChg chg="modSp">
        <pc:chgData name="Nikoleta Notova" userId="S::nikoleta@markmanassociates.com::c259cff7-fb7d-4e02-ad74-1d1c1f842017" providerId="AD" clId="Web-{33A313B6-9222-AECC-E2BE-C6DB78507FFE}" dt="2025-03-05T08:47:05.971" v="8" actId="20577"/>
        <pc:sldMkLst>
          <pc:docMk/>
          <pc:sldMk cId="3669124840" sldId="2147473072"/>
        </pc:sldMkLst>
      </pc:sldChg>
      <pc:sldChg chg="modSp">
        <pc:chgData name="Nikoleta Notova" userId="S::nikoleta@markmanassociates.com::c259cff7-fb7d-4e02-ad74-1d1c1f842017" providerId="AD" clId="Web-{33A313B6-9222-AECC-E2BE-C6DB78507FFE}" dt="2025-03-05T08:43:44.466" v="1" actId="20577"/>
        <pc:sldMkLst>
          <pc:docMk/>
          <pc:sldMk cId="1798065518" sldId="2147473074"/>
        </pc:sldMkLst>
      </pc:sldChg>
      <pc:sldChg chg="modSp">
        <pc:chgData name="Nikoleta Notova" userId="S::nikoleta@markmanassociates.com::c259cff7-fb7d-4e02-ad74-1d1c1f842017" providerId="AD" clId="Web-{33A313B6-9222-AECC-E2BE-C6DB78507FFE}" dt="2025-03-05T08:43:48.825" v="2" actId="20577"/>
        <pc:sldMkLst>
          <pc:docMk/>
          <pc:sldMk cId="1828146150" sldId="2147473076"/>
        </pc:sldMkLst>
      </pc:sldChg>
      <pc:sldChg chg="modSp">
        <pc:chgData name="Nikoleta Notova" userId="S::nikoleta@markmanassociates.com::c259cff7-fb7d-4e02-ad74-1d1c1f842017" providerId="AD" clId="Web-{33A313B6-9222-AECC-E2BE-C6DB78507FFE}" dt="2025-03-05T08:43:59.201" v="4" actId="20577"/>
        <pc:sldMkLst>
          <pc:docMk/>
          <pc:sldMk cId="3736246245" sldId="2147473078"/>
        </pc:sldMkLst>
      </pc:sldChg>
      <pc:sldChg chg="modSp">
        <pc:chgData name="Nikoleta Notova" userId="S::nikoleta@markmanassociates.com::c259cff7-fb7d-4e02-ad74-1d1c1f842017" providerId="AD" clId="Web-{33A313B6-9222-AECC-E2BE-C6DB78507FFE}" dt="2025-03-05T08:44:01.888" v="5" actId="20577"/>
        <pc:sldMkLst>
          <pc:docMk/>
          <pc:sldMk cId="2873754903" sldId="2147473080"/>
        </pc:sldMkLst>
      </pc:sldChg>
      <pc:sldChg chg="modSp">
        <pc:chgData name="Nikoleta Notova" userId="S::nikoleta@markmanassociates.com::c259cff7-fb7d-4e02-ad74-1d1c1f842017" providerId="AD" clId="Web-{33A313B6-9222-AECC-E2BE-C6DB78507FFE}" dt="2025-03-05T08:44:05.170" v="6" actId="20577"/>
        <pc:sldMkLst>
          <pc:docMk/>
          <pc:sldMk cId="190314297" sldId="2147473082"/>
        </pc:sldMkLst>
      </pc:sldChg>
    </pc:docChg>
  </pc:docChgLst>
  <pc:docChgLst>
    <pc:chgData clId="Web-{4BCBB6DE-C4B4-3535-1267-E1DF615F17C1}"/>
    <pc:docChg chg="modSld">
      <pc:chgData name="" userId="" providerId="" clId="Web-{4BCBB6DE-C4B4-3535-1267-E1DF615F17C1}" dt="2025-03-12T09:27:52.307" v="1"/>
      <pc:docMkLst>
        <pc:docMk/>
      </pc:docMkLst>
      <pc:sldChg chg="addSp delSp">
        <pc:chgData name="" userId="" providerId="" clId="Web-{4BCBB6DE-C4B4-3535-1267-E1DF615F17C1}" dt="2025-03-12T09:27:52.307" v="1"/>
        <pc:sldMkLst>
          <pc:docMk/>
          <pc:sldMk cId="4293427498" sldId="2147473066"/>
        </pc:sldMkLst>
      </pc:sldChg>
    </pc:docChg>
  </pc:docChgLst>
  <pc:docChgLst>
    <pc:chgData name="Nikoleta Notova" userId="S::nikoleta@markmanassociates.com::c259cff7-fb7d-4e02-ad74-1d1c1f842017" providerId="AD" clId="Web-{B082463D-F66A-831C-7E08-881C45051547}"/>
    <pc:docChg chg="modSld">
      <pc:chgData name="Nikoleta Notova" userId="S::nikoleta@markmanassociates.com::c259cff7-fb7d-4e02-ad74-1d1c1f842017" providerId="AD" clId="Web-{B082463D-F66A-831C-7E08-881C45051547}" dt="2025-03-11T08:12:22.601" v="95" actId="1076"/>
      <pc:docMkLst>
        <pc:docMk/>
      </pc:docMkLst>
      <pc:sldChg chg="modSp">
        <pc:chgData name="Nikoleta Notova" userId="S::nikoleta@markmanassociates.com::c259cff7-fb7d-4e02-ad74-1d1c1f842017" providerId="AD" clId="Web-{B082463D-F66A-831C-7E08-881C45051547}" dt="2025-03-11T08:10:25.547" v="60"/>
        <pc:sldMkLst>
          <pc:docMk/>
          <pc:sldMk cId="3802242310" sldId="2147473063"/>
        </pc:sldMkLst>
      </pc:sldChg>
      <pc:sldChg chg="modSp">
        <pc:chgData name="Nikoleta Notova" userId="S::nikoleta@markmanassociates.com::c259cff7-fb7d-4e02-ad74-1d1c1f842017" providerId="AD" clId="Web-{B082463D-F66A-831C-7E08-881C45051547}" dt="2025-03-11T08:09:55.358" v="58" actId="20577"/>
        <pc:sldMkLst>
          <pc:docMk/>
          <pc:sldMk cId="445402209" sldId="2147473064"/>
        </pc:sldMkLst>
      </pc:sldChg>
      <pc:sldChg chg="modSp">
        <pc:chgData name="Nikoleta Notova" userId="S::nikoleta@markmanassociates.com::c259cff7-fb7d-4e02-ad74-1d1c1f842017" providerId="AD" clId="Web-{B082463D-F66A-831C-7E08-881C45051547}" dt="2025-03-11T08:11:25.426" v="73" actId="20577"/>
        <pc:sldMkLst>
          <pc:docMk/>
          <pc:sldMk cId="881348590" sldId="2147473070"/>
        </pc:sldMkLst>
      </pc:sldChg>
      <pc:sldChg chg="modSp">
        <pc:chgData name="Nikoleta Notova" userId="S::nikoleta@markmanassociates.com::c259cff7-fb7d-4e02-ad74-1d1c1f842017" providerId="AD" clId="Web-{B082463D-F66A-831C-7E08-881C45051547}" dt="2025-03-11T08:12:22.601" v="95" actId="1076"/>
        <pc:sldMkLst>
          <pc:docMk/>
          <pc:sldMk cId="921010934" sldId="2147473071"/>
        </pc:sldMkLst>
      </pc:sldChg>
      <pc:sldChg chg="modSp">
        <pc:chgData name="Nikoleta Notova" userId="S::nikoleta@markmanassociates.com::c259cff7-fb7d-4e02-ad74-1d1c1f842017" providerId="AD" clId="Web-{B082463D-F66A-831C-7E08-881C45051547}" dt="2025-03-11T08:11:29.707" v="78" actId="20577"/>
        <pc:sldMkLst>
          <pc:docMk/>
          <pc:sldMk cId="3669124840" sldId="2147473072"/>
        </pc:sldMkLst>
      </pc:sldChg>
      <pc:sldChg chg="modSp">
        <pc:chgData name="Nikoleta Notova" userId="S::nikoleta@markmanassociates.com::c259cff7-fb7d-4e02-ad74-1d1c1f842017" providerId="AD" clId="Web-{B082463D-F66A-831C-7E08-881C45051547}" dt="2025-03-11T08:11:35.332" v="83" actId="20577"/>
        <pc:sldMkLst>
          <pc:docMk/>
          <pc:sldMk cId="1798065518" sldId="2147473074"/>
        </pc:sldMkLst>
      </pc:sldChg>
      <pc:sldChg chg="modSp">
        <pc:chgData name="Nikoleta Notova" userId="S::nikoleta@markmanassociates.com::c259cff7-fb7d-4e02-ad74-1d1c1f842017" providerId="AD" clId="Web-{B082463D-F66A-831C-7E08-881C45051547}" dt="2025-03-11T08:11:47.771" v="85" actId="14100"/>
        <pc:sldMkLst>
          <pc:docMk/>
          <pc:sldMk cId="1174502399" sldId="2147473075"/>
        </pc:sldMkLst>
      </pc:sldChg>
    </pc:docChg>
  </pc:docChgLst>
  <pc:docChgLst>
    <pc:chgData name="Jan" userId="S::jan@markmanassociates.com::7e99bbe4-d659-4d18-b26e-b9569f789007" providerId="AD" clId="Web-{5FD23B2E-93AE-5C29-1988-7A5421655984}"/>
    <pc:docChg chg="modSld">
      <pc:chgData name="Jan" userId="S::jan@markmanassociates.com::7e99bbe4-d659-4d18-b26e-b9569f789007" providerId="AD" clId="Web-{5FD23B2E-93AE-5C29-1988-7A5421655984}" dt="2025-03-11T08:18:34.320" v="3"/>
      <pc:docMkLst>
        <pc:docMk/>
      </pc:docMkLst>
      <pc:sldChg chg="addSp modSp">
        <pc:chgData name="Jan" userId="S::jan@markmanassociates.com::7e99bbe4-d659-4d18-b26e-b9569f789007" providerId="AD" clId="Web-{5FD23B2E-93AE-5C29-1988-7A5421655984}" dt="2025-03-11T08:17:56.631" v="1"/>
        <pc:sldMkLst>
          <pc:docMk/>
          <pc:sldMk cId="3736246245" sldId="2147473078"/>
        </pc:sldMkLst>
      </pc:sldChg>
      <pc:sldChg chg="addSp modSp">
        <pc:chgData name="Jan" userId="S::jan@markmanassociates.com::7e99bbe4-d659-4d18-b26e-b9569f789007" providerId="AD" clId="Web-{5FD23B2E-93AE-5C29-1988-7A5421655984}" dt="2025-03-11T08:18:34.320" v="3"/>
        <pc:sldMkLst>
          <pc:docMk/>
          <pc:sldMk cId="851051177" sldId="2147473079"/>
        </pc:sldMkLst>
      </pc:sldChg>
    </pc:docChg>
  </pc:docChgLst>
  <pc:docChgLst>
    <pc:chgData name="Carmen" userId="854005f4-386e-4134-9c36-452f82ab7859" providerId="ADAL" clId="{6F573C34-CEDC-43E8-8BD4-BEC5FB850961}"/>
    <pc:docChg chg="modSld">
      <pc:chgData name="Carmen" userId="854005f4-386e-4134-9c36-452f82ab7859" providerId="ADAL" clId="{6F573C34-CEDC-43E8-8BD4-BEC5FB850961}" dt="2025-09-03T11:51:24.649" v="0" actId="1076"/>
      <pc:docMkLst>
        <pc:docMk/>
      </pc:docMkLst>
      <pc:sldChg chg="modSp mod">
        <pc:chgData name="Carmen" userId="854005f4-386e-4134-9c36-452f82ab7859" providerId="ADAL" clId="{6F573C34-CEDC-43E8-8BD4-BEC5FB850961}" dt="2025-09-03T11:51:24.649" v="0" actId="1076"/>
        <pc:sldMkLst>
          <pc:docMk/>
          <pc:sldMk cId="3338422706" sldId="2147473083"/>
        </pc:sldMkLst>
        <pc:grpChg chg="mod">
          <ac:chgData name="Carmen" userId="854005f4-386e-4134-9c36-452f82ab7859" providerId="ADAL" clId="{6F573C34-CEDC-43E8-8BD4-BEC5FB850961}" dt="2025-09-03T11:51:24.649" v="0" actId="1076"/>
          <ac:grpSpMkLst>
            <pc:docMk/>
            <pc:sldMk cId="3338422706" sldId="2147473083"/>
            <ac:grpSpMk id="102" creationId="{791F3B0B-8E91-88F6-B461-DBE500D81C5B}"/>
          </ac:grpSpMkLst>
        </pc:grpChg>
      </pc:sldChg>
    </pc:docChg>
  </pc:docChgLst>
  <pc:docChgLst>
    <pc:chgData name="Jan" userId="7e99bbe4-d659-4d18-b26e-b9569f789007" providerId="ADAL" clId="{1E656D1C-78CB-454E-B409-905700F72175}"/>
    <pc:docChg chg="custSel addSld delSld modSld modSection">
      <pc:chgData name="Jan" userId="7e99bbe4-d659-4d18-b26e-b9569f789007" providerId="ADAL" clId="{1E656D1C-78CB-454E-B409-905700F72175}" dt="2025-03-12T09:33:07.066" v="29" actId="478"/>
      <pc:docMkLst>
        <pc:docMk/>
      </pc:docMkLst>
      <pc:sldChg chg="add del setBg">
        <pc:chgData name="Jan" userId="7e99bbe4-d659-4d18-b26e-b9569f789007" providerId="ADAL" clId="{1E656D1C-78CB-454E-B409-905700F72175}" dt="2025-03-12T09:31:38.526" v="8" actId="2696"/>
        <pc:sldMkLst>
          <pc:docMk/>
          <pc:sldMk cId="3802242310" sldId="2147473063"/>
        </pc:sldMkLst>
      </pc:sldChg>
      <pc:sldChg chg="addSp delSp modSp mod delAnim modAnim">
        <pc:chgData name="Jan" userId="7e99bbe4-d659-4d18-b26e-b9569f789007" providerId="ADAL" clId="{1E656D1C-78CB-454E-B409-905700F72175}" dt="2025-03-12T09:31:42.522" v="9" actId="478"/>
        <pc:sldMkLst>
          <pc:docMk/>
          <pc:sldMk cId="4293427498" sldId="2147473066"/>
        </pc:sldMkLst>
      </pc:sldChg>
      <pc:sldChg chg="addSp delSp modSp mod">
        <pc:chgData name="Jan" userId="7e99bbe4-d659-4d18-b26e-b9569f789007" providerId="ADAL" clId="{1E656D1C-78CB-454E-B409-905700F72175}" dt="2025-03-12T09:32:41.194" v="18" actId="478"/>
        <pc:sldMkLst>
          <pc:docMk/>
          <pc:sldMk cId="3736246245" sldId="2147473078"/>
        </pc:sldMkLst>
      </pc:sldChg>
      <pc:sldChg chg="addSp delSp modSp mod delAnim modAnim">
        <pc:chgData name="Jan" userId="7e99bbe4-d659-4d18-b26e-b9569f789007" providerId="ADAL" clId="{1E656D1C-78CB-454E-B409-905700F72175}" dt="2025-03-12T09:33:07.066" v="29" actId="478"/>
        <pc:sldMkLst>
          <pc:docMk/>
          <pc:sldMk cId="851051177" sldId="21474730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E3A4D-65D1-4A26-84C9-EF4CD18837C8}" type="datetimeFigureOut">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DD339-3AFD-44E1-882F-EBFD343313B0}" type="slidenum">
              <a:rPr lang="en-US" smtClean="0"/>
              <a:t>‹#›</a:t>
            </a:fld>
            <a:endParaRPr lang="en-US"/>
          </a:p>
        </p:txBody>
      </p:sp>
    </p:spTree>
    <p:extLst>
      <p:ext uri="{BB962C8B-B14F-4D97-AF65-F5344CB8AC3E}">
        <p14:creationId xmlns:p14="http://schemas.microsoft.com/office/powerpoint/2010/main" val="2484458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9f7b1142c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9f7b1142c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a39e485748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a39e485748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ga39e485748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2" name="Google Shape;1782;ga39e485748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33D1A90C-0581-96F1-441A-4C2BCB67F1D9}"/>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6E4A5A28-16EF-BA57-61EB-0E16BFE179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78774577-0413-56C5-2179-6DFF251047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3250742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D80C84BB-3A50-BF56-E73E-87D1CEC0E124}"/>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17D7AB71-C0A2-F18F-99B5-ED0A22E88E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F54672F2-27A0-0143-B9D8-A63CDFCD3C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509083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AA0CBF3D-FC0D-268C-166F-898017AD113D}"/>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88F42EBD-9265-836B-14F9-7986511E34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11274B0F-A78B-BDC8-E051-95A39D1E17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63931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911A73C8-458E-0F02-49E8-CD795BAD2A3E}"/>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8F6F9C1E-76F7-E79E-E6E2-E7109AF6F9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34830996-A59E-5D31-62E3-1B1A9BB62D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1980752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89E6E72D-E3CB-DEAA-70AF-DFD58D25F37E}"/>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8630A512-9C5F-2E4D-3378-CB1285CCD0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4204D468-BE14-999D-AD46-A14951562C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4286668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a:extLst>
            <a:ext uri="{FF2B5EF4-FFF2-40B4-BE49-F238E27FC236}">
              <a16:creationId xmlns:a16="http://schemas.microsoft.com/office/drawing/2014/main" id="{A635D129-AB3F-2CDF-932D-949DDF74F749}"/>
            </a:ext>
          </a:extLst>
        </p:cNvPr>
        <p:cNvGrpSpPr/>
        <p:nvPr/>
      </p:nvGrpSpPr>
      <p:grpSpPr>
        <a:xfrm>
          <a:off x="0" y="0"/>
          <a:ext cx="0" cy="0"/>
          <a:chOff x="0" y="0"/>
          <a:chExt cx="0" cy="0"/>
        </a:xfrm>
      </p:grpSpPr>
      <p:sp>
        <p:nvSpPr>
          <p:cNvPr id="950" name="Google Shape;950;ga39e485748_0_65:notes">
            <a:extLst>
              <a:ext uri="{FF2B5EF4-FFF2-40B4-BE49-F238E27FC236}">
                <a16:creationId xmlns:a16="http://schemas.microsoft.com/office/drawing/2014/main" id="{D2A64CDD-2652-EB0B-8251-3775B546C6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a39e485748_0_65:notes">
            <a:extLst>
              <a:ext uri="{FF2B5EF4-FFF2-40B4-BE49-F238E27FC236}">
                <a16:creationId xmlns:a16="http://schemas.microsoft.com/office/drawing/2014/main" id="{AB71C4CC-B4C0-BF55-1872-00C2D330B1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137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a:extLst>
            <a:ext uri="{FF2B5EF4-FFF2-40B4-BE49-F238E27FC236}">
              <a16:creationId xmlns:a16="http://schemas.microsoft.com/office/drawing/2014/main" id="{C1D1D0ED-E03D-6E96-6F93-0DB4E25D36E1}"/>
            </a:ext>
          </a:extLst>
        </p:cNvPr>
        <p:cNvGrpSpPr/>
        <p:nvPr/>
      </p:nvGrpSpPr>
      <p:grpSpPr>
        <a:xfrm>
          <a:off x="0" y="0"/>
          <a:ext cx="0" cy="0"/>
          <a:chOff x="0" y="0"/>
          <a:chExt cx="0" cy="0"/>
        </a:xfrm>
      </p:grpSpPr>
      <p:sp>
        <p:nvSpPr>
          <p:cNvPr id="950" name="Google Shape;950;ga39e485748_0_65:notes">
            <a:extLst>
              <a:ext uri="{FF2B5EF4-FFF2-40B4-BE49-F238E27FC236}">
                <a16:creationId xmlns:a16="http://schemas.microsoft.com/office/drawing/2014/main" id="{C7A949BF-F58E-31CA-5707-908768F20F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a39e485748_0_65:notes">
            <a:extLst>
              <a:ext uri="{FF2B5EF4-FFF2-40B4-BE49-F238E27FC236}">
                <a16:creationId xmlns:a16="http://schemas.microsoft.com/office/drawing/2014/main" id="{29919079-5CE8-09E3-26DF-40B3B96429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3289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a:extLst>
            <a:ext uri="{FF2B5EF4-FFF2-40B4-BE49-F238E27FC236}">
              <a16:creationId xmlns:a16="http://schemas.microsoft.com/office/drawing/2014/main" id="{6CBDA0A2-E590-4576-A619-C4883D341D91}"/>
            </a:ext>
          </a:extLst>
        </p:cNvPr>
        <p:cNvGrpSpPr/>
        <p:nvPr/>
      </p:nvGrpSpPr>
      <p:grpSpPr>
        <a:xfrm>
          <a:off x="0" y="0"/>
          <a:ext cx="0" cy="0"/>
          <a:chOff x="0" y="0"/>
          <a:chExt cx="0" cy="0"/>
        </a:xfrm>
      </p:grpSpPr>
      <p:sp>
        <p:nvSpPr>
          <p:cNvPr id="1138" name="Google Shape;1138;ga39e485748_0_110:notes">
            <a:extLst>
              <a:ext uri="{FF2B5EF4-FFF2-40B4-BE49-F238E27FC236}">
                <a16:creationId xmlns:a16="http://schemas.microsoft.com/office/drawing/2014/main" id="{A2834E5B-83F1-5A6C-B724-1EC62525C6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9" name="Google Shape;1139;ga39e485748_0_110:notes">
            <a:extLst>
              <a:ext uri="{FF2B5EF4-FFF2-40B4-BE49-F238E27FC236}">
                <a16:creationId xmlns:a16="http://schemas.microsoft.com/office/drawing/2014/main" id="{81D01155-1A15-2482-3A00-9F596B0FE8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specialize in delivering tailored application development services designed to meet the unique needs of your business. Our approach combines innovative technology with a deep understanding of your specific requirements, ensuring that every solution is efficient, scalable, and aligned with your business goals. We focus on providing high-quality, customized applications that drive business growth and streamline processes.</a:t>
            </a:r>
            <a:endParaRPr/>
          </a:p>
        </p:txBody>
      </p:sp>
    </p:spTree>
    <p:extLst>
      <p:ext uri="{BB962C8B-B14F-4D97-AF65-F5344CB8AC3E}">
        <p14:creationId xmlns:p14="http://schemas.microsoft.com/office/powerpoint/2010/main" val="1081911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4" name="Snip Diagonal Corner Rectangle 11">
            <a:extLst>
              <a:ext uri="{FF2B5EF4-FFF2-40B4-BE49-F238E27FC236}">
                <a16:creationId xmlns:a16="http://schemas.microsoft.com/office/drawing/2014/main" id="{2E4C57A2-A4AF-7A82-EFE7-58FD12050B64}"/>
              </a:ext>
            </a:extLst>
          </p:cNvPr>
          <p:cNvSpPr/>
          <p:nvPr userDrawn="1"/>
        </p:nvSpPr>
        <p:spPr>
          <a:xfrm rot="10800000">
            <a:off x="889832" y="1084817"/>
            <a:ext cx="10412335" cy="4688366"/>
          </a:xfrm>
          <a:prstGeom prst="snip2DiagRect">
            <a:avLst>
              <a:gd name="adj1" fmla="val 0"/>
              <a:gd name="adj2" fmla="val 36246"/>
            </a:avLst>
          </a:prstGeom>
          <a:gradFill flip="none" rotWithShape="0">
            <a:gsLst>
              <a:gs pos="75000">
                <a:srgbClr val="921D87"/>
              </a:gs>
              <a:gs pos="25000">
                <a:srgbClr val="0E166B"/>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 name="TextBox 4">
            <a:extLst>
              <a:ext uri="{FF2B5EF4-FFF2-40B4-BE49-F238E27FC236}">
                <a16:creationId xmlns:a16="http://schemas.microsoft.com/office/drawing/2014/main" id="{7B0212C9-5379-6E9E-71C7-6DE3FE670D56}"/>
              </a:ext>
            </a:extLst>
          </p:cNvPr>
          <p:cNvSpPr txBox="1"/>
          <p:nvPr userDrawn="1"/>
        </p:nvSpPr>
        <p:spPr>
          <a:xfrm>
            <a:off x="2502757" y="2097982"/>
            <a:ext cx="7769004" cy="2215991"/>
          </a:xfrm>
          <a:prstGeom prst="rect">
            <a:avLst/>
          </a:prstGeom>
          <a:noFill/>
          <a:ln w="28575">
            <a:noFill/>
          </a:ln>
        </p:spPr>
        <p:txBody>
          <a:bodyPr wrap="square" lIns="0" tIns="0" rIns="0" bIns="0" rtlCol="0" anchor="t" anchorCtr="0">
            <a:spAutoFit/>
          </a:bodyPr>
          <a:lstStyle/>
          <a:p>
            <a:r>
              <a:rPr lang="en-US" sz="7200" cap="all" spc="1000" dirty="0">
                <a:solidFill>
                  <a:schemeClr val="bg1"/>
                </a:solidFill>
                <a:latin typeface="Josefin Sans SemiBold" pitchFamily="2" charset="77"/>
              </a:rPr>
              <a:t>MARKMAN GROUP</a:t>
            </a:r>
          </a:p>
        </p:txBody>
      </p:sp>
      <p:cxnSp>
        <p:nvCxnSpPr>
          <p:cNvPr id="6" name="Straight Connector 5">
            <a:extLst>
              <a:ext uri="{FF2B5EF4-FFF2-40B4-BE49-F238E27FC236}">
                <a16:creationId xmlns:a16="http://schemas.microsoft.com/office/drawing/2014/main" id="{701E38FB-5685-AA86-B905-70BB19CA1FCB}"/>
              </a:ext>
            </a:extLst>
          </p:cNvPr>
          <p:cNvCxnSpPr>
            <a:cxnSpLocks/>
          </p:cNvCxnSpPr>
          <p:nvPr userDrawn="1"/>
        </p:nvCxnSpPr>
        <p:spPr>
          <a:xfrm>
            <a:off x="2502757" y="4327077"/>
            <a:ext cx="707747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C74B9EF-02B6-706C-2CC7-C247E5A13D43}"/>
              </a:ext>
            </a:extLst>
          </p:cNvPr>
          <p:cNvCxnSpPr>
            <a:cxnSpLocks/>
          </p:cNvCxnSpPr>
          <p:nvPr userDrawn="1"/>
        </p:nvCxnSpPr>
        <p:spPr>
          <a:xfrm flipV="1">
            <a:off x="243840" y="6388399"/>
            <a:ext cx="11704320" cy="1"/>
          </a:xfrm>
          <a:prstGeom prst="straightConnector1">
            <a:avLst/>
          </a:prstGeom>
          <a:ln>
            <a:solidFill>
              <a:srgbClr val="0E166B"/>
            </a:solidFill>
          </a:ln>
        </p:spPr>
        <p:style>
          <a:lnRef idx="3">
            <a:schemeClr val="dk1"/>
          </a:lnRef>
          <a:fillRef idx="0">
            <a:schemeClr val="dk1"/>
          </a:fillRef>
          <a:effectRef idx="2">
            <a:schemeClr val="dk1"/>
          </a:effectRef>
          <a:fontRef idx="minor">
            <a:schemeClr val="tx1"/>
          </a:fontRef>
        </p:style>
      </p:cxnSp>
      <p:pic>
        <p:nvPicPr>
          <p:cNvPr id="10" name="Picture 9">
            <a:extLst>
              <a:ext uri="{FF2B5EF4-FFF2-40B4-BE49-F238E27FC236}">
                <a16:creationId xmlns:a16="http://schemas.microsoft.com/office/drawing/2014/main" id="{D9ADE5C0-1AB1-35C8-4D6D-9EFD60F046D4}"/>
              </a:ext>
            </a:extLst>
          </p:cNvPr>
          <p:cNvPicPr>
            <a:picLocks noChangeAspect="1"/>
          </p:cNvPicPr>
          <p:nvPr userDrawn="1"/>
        </p:nvPicPr>
        <p:blipFill>
          <a:blip r:embed="rId2"/>
          <a:stretch>
            <a:fillRect/>
          </a:stretch>
        </p:blipFill>
        <p:spPr>
          <a:xfrm>
            <a:off x="9405555" y="3876571"/>
            <a:ext cx="1896612" cy="1896612"/>
          </a:xfrm>
          <a:prstGeom prst="rect">
            <a:avLst/>
          </a:prstGeom>
        </p:spPr>
      </p:pic>
      <p:sp>
        <p:nvSpPr>
          <p:cNvPr id="11" name="Footer Placeholder 4">
            <a:extLst>
              <a:ext uri="{FF2B5EF4-FFF2-40B4-BE49-F238E27FC236}">
                <a16:creationId xmlns:a16="http://schemas.microsoft.com/office/drawing/2014/main" id="{9D85B07C-463E-7105-77AB-4D5DB0504092}"/>
              </a:ext>
            </a:extLst>
          </p:cNvPr>
          <p:cNvSpPr>
            <a:spLocks noGrp="1"/>
          </p:cNvSpPr>
          <p:nvPr>
            <p:ph type="ftr" sz="quarter" idx="3"/>
          </p:nvPr>
        </p:nvSpPr>
        <p:spPr>
          <a:xfrm>
            <a:off x="243840" y="6421224"/>
            <a:ext cx="6812742" cy="365125"/>
          </a:xfrm>
          <a:prstGeom prst="rect">
            <a:avLst/>
          </a:prstGeom>
        </p:spPr>
        <p:txBody>
          <a:bodyPr/>
          <a:lstStyle>
            <a:lvl1pPr>
              <a:defRPr sz="1000" b="0">
                <a:solidFill>
                  <a:schemeClr val="bg1">
                    <a:lumMod val="50000"/>
                  </a:schemeClr>
                </a:solidFill>
              </a:defRPr>
            </a:lvl1pPr>
          </a:lstStyle>
          <a:p>
            <a:r>
              <a:rPr lang="en-US" dirty="0"/>
              <a:t>Confidential – For internal use only. Do not distribute without prior authorization.</a:t>
            </a:r>
          </a:p>
        </p:txBody>
      </p:sp>
    </p:spTree>
    <p:extLst>
      <p:ext uri="{BB962C8B-B14F-4D97-AF65-F5344CB8AC3E}">
        <p14:creationId xmlns:p14="http://schemas.microsoft.com/office/powerpoint/2010/main" val="2111845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4" name="Snip Diagonal Corner Rectangle 11">
            <a:extLst>
              <a:ext uri="{FF2B5EF4-FFF2-40B4-BE49-F238E27FC236}">
                <a16:creationId xmlns:a16="http://schemas.microsoft.com/office/drawing/2014/main" id="{2E4C57A2-A4AF-7A82-EFE7-58FD12050B64}"/>
              </a:ext>
            </a:extLst>
          </p:cNvPr>
          <p:cNvSpPr/>
          <p:nvPr userDrawn="1"/>
        </p:nvSpPr>
        <p:spPr>
          <a:xfrm rot="10800000">
            <a:off x="889832" y="1084817"/>
            <a:ext cx="10412335" cy="4688366"/>
          </a:xfrm>
          <a:prstGeom prst="snip2DiagRect">
            <a:avLst>
              <a:gd name="adj1" fmla="val 0"/>
              <a:gd name="adj2" fmla="val 36246"/>
            </a:avLst>
          </a:prstGeom>
          <a:gradFill flip="none" rotWithShape="0">
            <a:gsLst>
              <a:gs pos="75000">
                <a:srgbClr val="921D87"/>
              </a:gs>
              <a:gs pos="25000">
                <a:srgbClr val="0E166B"/>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 name="TextBox 4">
            <a:extLst>
              <a:ext uri="{FF2B5EF4-FFF2-40B4-BE49-F238E27FC236}">
                <a16:creationId xmlns:a16="http://schemas.microsoft.com/office/drawing/2014/main" id="{7B0212C9-5379-6E9E-71C7-6DE3FE670D56}"/>
              </a:ext>
            </a:extLst>
          </p:cNvPr>
          <p:cNvSpPr txBox="1"/>
          <p:nvPr userDrawn="1"/>
        </p:nvSpPr>
        <p:spPr>
          <a:xfrm>
            <a:off x="2502757" y="2097982"/>
            <a:ext cx="7769004" cy="2215991"/>
          </a:xfrm>
          <a:prstGeom prst="rect">
            <a:avLst/>
          </a:prstGeom>
          <a:noFill/>
          <a:ln w="28575">
            <a:noFill/>
          </a:ln>
        </p:spPr>
        <p:txBody>
          <a:bodyPr wrap="square" lIns="0" tIns="0" rIns="0" bIns="0" rtlCol="0" anchor="t" anchorCtr="0">
            <a:spAutoFit/>
          </a:bodyPr>
          <a:lstStyle/>
          <a:p>
            <a:r>
              <a:rPr lang="en-US" sz="7200" b="1" cap="all" spc="1000" dirty="0">
                <a:solidFill>
                  <a:schemeClr val="bg1"/>
                </a:solidFill>
                <a:latin typeface="Squada One"/>
              </a:rPr>
              <a:t>MARKMAN GROUP</a:t>
            </a:r>
          </a:p>
        </p:txBody>
      </p:sp>
      <p:cxnSp>
        <p:nvCxnSpPr>
          <p:cNvPr id="6" name="Straight Connector 5">
            <a:extLst>
              <a:ext uri="{FF2B5EF4-FFF2-40B4-BE49-F238E27FC236}">
                <a16:creationId xmlns:a16="http://schemas.microsoft.com/office/drawing/2014/main" id="{701E38FB-5685-AA86-B905-70BB19CA1FCB}"/>
              </a:ext>
            </a:extLst>
          </p:cNvPr>
          <p:cNvCxnSpPr>
            <a:cxnSpLocks/>
          </p:cNvCxnSpPr>
          <p:nvPr userDrawn="1"/>
        </p:nvCxnSpPr>
        <p:spPr>
          <a:xfrm>
            <a:off x="2502757" y="4327077"/>
            <a:ext cx="707747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C74B9EF-02B6-706C-2CC7-C247E5A13D43}"/>
              </a:ext>
            </a:extLst>
          </p:cNvPr>
          <p:cNvCxnSpPr>
            <a:cxnSpLocks/>
          </p:cNvCxnSpPr>
          <p:nvPr userDrawn="1"/>
        </p:nvCxnSpPr>
        <p:spPr>
          <a:xfrm flipV="1">
            <a:off x="243840" y="6388399"/>
            <a:ext cx="11704320" cy="1"/>
          </a:xfrm>
          <a:prstGeom prst="straightConnector1">
            <a:avLst/>
          </a:prstGeom>
          <a:ln>
            <a:solidFill>
              <a:srgbClr val="0E166B"/>
            </a:solidFill>
          </a:ln>
        </p:spPr>
        <p:style>
          <a:lnRef idx="3">
            <a:schemeClr val="dk1"/>
          </a:lnRef>
          <a:fillRef idx="0">
            <a:schemeClr val="dk1"/>
          </a:fillRef>
          <a:effectRef idx="2">
            <a:schemeClr val="dk1"/>
          </a:effectRef>
          <a:fontRef idx="minor">
            <a:schemeClr val="tx1"/>
          </a:fontRef>
        </p:style>
      </p:cxnSp>
      <p:pic>
        <p:nvPicPr>
          <p:cNvPr id="10" name="Picture 9">
            <a:extLst>
              <a:ext uri="{FF2B5EF4-FFF2-40B4-BE49-F238E27FC236}">
                <a16:creationId xmlns:a16="http://schemas.microsoft.com/office/drawing/2014/main" id="{D9ADE5C0-1AB1-35C8-4D6D-9EFD60F046D4}"/>
              </a:ext>
            </a:extLst>
          </p:cNvPr>
          <p:cNvPicPr>
            <a:picLocks noChangeAspect="1"/>
          </p:cNvPicPr>
          <p:nvPr userDrawn="1"/>
        </p:nvPicPr>
        <p:blipFill>
          <a:blip r:embed="rId2"/>
          <a:stretch>
            <a:fillRect/>
          </a:stretch>
        </p:blipFill>
        <p:spPr>
          <a:xfrm>
            <a:off x="9405555" y="3876571"/>
            <a:ext cx="1896612" cy="1896612"/>
          </a:xfrm>
          <a:prstGeom prst="rect">
            <a:avLst/>
          </a:prstGeom>
        </p:spPr>
      </p:pic>
      <p:sp>
        <p:nvSpPr>
          <p:cNvPr id="11" name="Footer Placeholder 4">
            <a:extLst>
              <a:ext uri="{FF2B5EF4-FFF2-40B4-BE49-F238E27FC236}">
                <a16:creationId xmlns:a16="http://schemas.microsoft.com/office/drawing/2014/main" id="{9D85B07C-463E-7105-77AB-4D5DB0504092}"/>
              </a:ext>
            </a:extLst>
          </p:cNvPr>
          <p:cNvSpPr>
            <a:spLocks noGrp="1"/>
          </p:cNvSpPr>
          <p:nvPr>
            <p:ph type="ftr" sz="quarter" idx="3"/>
          </p:nvPr>
        </p:nvSpPr>
        <p:spPr>
          <a:xfrm>
            <a:off x="243840" y="6421224"/>
            <a:ext cx="6812742" cy="365125"/>
          </a:xfrm>
          <a:prstGeom prst="rect">
            <a:avLst/>
          </a:prstGeom>
        </p:spPr>
        <p:txBody>
          <a:bodyPr/>
          <a:lstStyle>
            <a:lvl1pPr>
              <a:defRPr sz="1000" b="0">
                <a:solidFill>
                  <a:schemeClr val="bg1">
                    <a:lumMod val="50000"/>
                  </a:schemeClr>
                </a:solidFill>
              </a:defRPr>
            </a:lvl1pPr>
          </a:lstStyle>
          <a:p>
            <a:r>
              <a:rPr lang="en-US" dirty="0"/>
              <a:t>Confidential – For internal use only. Do not distribute without prior authorization.</a:t>
            </a:r>
          </a:p>
        </p:txBody>
      </p:sp>
    </p:spTree>
    <p:extLst>
      <p:ext uri="{BB962C8B-B14F-4D97-AF65-F5344CB8AC3E}">
        <p14:creationId xmlns:p14="http://schemas.microsoft.com/office/powerpoint/2010/main" val="3043717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83017D7-6769-14D1-E23D-F904418B8B34}"/>
              </a:ext>
            </a:extLst>
          </p:cNvPr>
          <p:cNvCxnSpPr>
            <a:cxnSpLocks/>
          </p:cNvCxnSpPr>
          <p:nvPr userDrawn="1"/>
        </p:nvCxnSpPr>
        <p:spPr>
          <a:xfrm>
            <a:off x="472440" y="738910"/>
            <a:ext cx="112471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7BC800-BAE1-A868-6282-51C68E1214F2}"/>
              </a:ext>
            </a:extLst>
          </p:cNvPr>
          <p:cNvCxnSpPr>
            <a:cxnSpLocks/>
          </p:cNvCxnSpPr>
          <p:nvPr userDrawn="1"/>
        </p:nvCxnSpPr>
        <p:spPr>
          <a:xfrm>
            <a:off x="472440" y="6128327"/>
            <a:ext cx="112471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8789F823-1556-0BC4-76C2-C8532763C91A}"/>
              </a:ext>
            </a:extLst>
          </p:cNvPr>
          <p:cNvSpPr>
            <a:spLocks noGrp="1"/>
          </p:cNvSpPr>
          <p:nvPr>
            <p:ph type="ftr" sz="quarter" idx="11"/>
          </p:nvPr>
        </p:nvSpPr>
        <p:spPr>
          <a:xfrm>
            <a:off x="472440" y="6408108"/>
            <a:ext cx="11247120" cy="365125"/>
          </a:xfrm>
          <a:prstGeom prst="rect">
            <a:avLst/>
          </a:prstGeom>
        </p:spPr>
        <p:txBody>
          <a:bodyPr/>
          <a:lstStyle>
            <a:lvl1pPr>
              <a:defRPr sz="1000" b="0">
                <a:solidFill>
                  <a:schemeClr val="bg1"/>
                </a:solidFill>
              </a:defRPr>
            </a:lvl1pPr>
          </a:lstStyle>
          <a:p>
            <a:r>
              <a:rPr lang="en-US"/>
              <a:t>Confidential – For internal use only. Do not distribute without prior authorization.</a:t>
            </a:r>
            <a:endParaRPr lang="en-US" dirty="0"/>
          </a:p>
        </p:txBody>
      </p:sp>
    </p:spTree>
    <p:extLst>
      <p:ext uri="{BB962C8B-B14F-4D97-AF65-F5344CB8AC3E}">
        <p14:creationId xmlns:p14="http://schemas.microsoft.com/office/powerpoint/2010/main" val="2695382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flip="none" rotWithShape="1">
          <a:gsLst>
            <a:gs pos="25000">
              <a:schemeClr val="bg1"/>
            </a:gs>
            <a:gs pos="75000">
              <a:schemeClr val="bg1"/>
            </a:gs>
          </a:gsLst>
          <a:lin ang="0" scaled="1"/>
          <a:tileRect/>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4CDF60-A573-72A8-1EC5-1ACCAEE01D4A}"/>
              </a:ext>
            </a:extLst>
          </p:cNvPr>
          <p:cNvSpPr/>
          <p:nvPr userDrawn="1"/>
        </p:nvSpPr>
        <p:spPr>
          <a:xfrm>
            <a:off x="0" y="0"/>
            <a:ext cx="12192000" cy="1097280"/>
          </a:xfrm>
          <a:prstGeom prst="rect">
            <a:avLst/>
          </a:prstGeom>
          <a:gradFill>
            <a:gsLst>
              <a:gs pos="25000">
                <a:srgbClr val="0E166B"/>
              </a:gs>
              <a:gs pos="75000">
                <a:srgbClr val="921D86"/>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 name="Footer Placeholder 4">
            <a:extLst>
              <a:ext uri="{FF2B5EF4-FFF2-40B4-BE49-F238E27FC236}">
                <a16:creationId xmlns:a16="http://schemas.microsoft.com/office/drawing/2014/main" id="{343EBBD4-7EF6-4B37-8C4A-DB6C88A5BBC9}"/>
              </a:ext>
            </a:extLst>
          </p:cNvPr>
          <p:cNvSpPr>
            <a:spLocks noGrp="1"/>
          </p:cNvSpPr>
          <p:nvPr>
            <p:ph type="ftr" sz="quarter" idx="11"/>
          </p:nvPr>
        </p:nvSpPr>
        <p:spPr>
          <a:xfrm>
            <a:off x="232913" y="6408108"/>
            <a:ext cx="11844067" cy="365125"/>
          </a:xfrm>
          <a:prstGeom prst="rect">
            <a:avLst/>
          </a:prstGeom>
        </p:spPr>
        <p:txBody>
          <a:bodyPr/>
          <a:lstStyle>
            <a:lvl1pPr>
              <a:defRPr sz="1000" b="0">
                <a:solidFill>
                  <a:schemeClr val="bg1">
                    <a:lumMod val="65000"/>
                  </a:schemeClr>
                </a:solidFill>
              </a:defRPr>
            </a:lvl1pPr>
          </a:lstStyle>
          <a:p>
            <a:r>
              <a:rPr lang="en-US" dirty="0"/>
              <a:t>Confidential – For internal use only. Do not distribute without prior authorization.</a:t>
            </a:r>
          </a:p>
        </p:txBody>
      </p:sp>
      <p:sp>
        <p:nvSpPr>
          <p:cNvPr id="8" name="Title 1">
            <a:extLst>
              <a:ext uri="{FF2B5EF4-FFF2-40B4-BE49-F238E27FC236}">
                <a16:creationId xmlns:a16="http://schemas.microsoft.com/office/drawing/2014/main" id="{89CA7265-A188-21B8-29A4-9F5C771078E0}"/>
              </a:ext>
            </a:extLst>
          </p:cNvPr>
          <p:cNvSpPr>
            <a:spLocks noGrp="1"/>
          </p:cNvSpPr>
          <p:nvPr>
            <p:ph type="title"/>
          </p:nvPr>
        </p:nvSpPr>
        <p:spPr>
          <a:xfrm>
            <a:off x="0" y="204730"/>
            <a:ext cx="11012055" cy="687820"/>
          </a:xfrm>
          <a:prstGeom prst="rect">
            <a:avLst/>
          </a:prstGeom>
        </p:spPr>
        <p:txBody>
          <a:bodyPr/>
          <a:lstStyle>
            <a:lvl1pPr marL="274320">
              <a:defRPr sz="3200" b="1">
                <a:solidFill>
                  <a:schemeClr val="bg1"/>
                </a:solidFill>
                <a:latin typeface="Squada One"/>
              </a:defRPr>
            </a:lvl1pPr>
          </a:lstStyle>
          <a:p>
            <a:r>
              <a:rPr lang="en-US" dirty="0"/>
              <a:t>Click to edit Master title style</a:t>
            </a:r>
          </a:p>
        </p:txBody>
      </p:sp>
    </p:spTree>
    <p:extLst>
      <p:ext uri="{BB962C8B-B14F-4D97-AF65-F5344CB8AC3E}">
        <p14:creationId xmlns:p14="http://schemas.microsoft.com/office/powerpoint/2010/main" val="802834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gradFill flip="none" rotWithShape="1">
          <a:gsLst>
            <a:gs pos="25000">
              <a:schemeClr val="bg1"/>
            </a:gs>
            <a:gs pos="75000">
              <a:schemeClr val="bg1"/>
            </a:gs>
          </a:gsLst>
          <a:lin ang="0" scaled="1"/>
          <a:tileRect/>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4CDF60-A573-72A8-1EC5-1ACCAEE01D4A}"/>
              </a:ext>
            </a:extLst>
          </p:cNvPr>
          <p:cNvSpPr/>
          <p:nvPr userDrawn="1"/>
        </p:nvSpPr>
        <p:spPr>
          <a:xfrm>
            <a:off x="0" y="0"/>
            <a:ext cx="12192000" cy="1097280"/>
          </a:xfrm>
          <a:prstGeom prst="rect">
            <a:avLst/>
          </a:prstGeom>
          <a:gradFill>
            <a:gsLst>
              <a:gs pos="25000">
                <a:srgbClr val="0E166B"/>
              </a:gs>
              <a:gs pos="75000">
                <a:srgbClr val="921D86"/>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5" name="Footer Placeholder 4">
            <a:extLst>
              <a:ext uri="{FF2B5EF4-FFF2-40B4-BE49-F238E27FC236}">
                <a16:creationId xmlns:a16="http://schemas.microsoft.com/office/drawing/2014/main" id="{343EBBD4-7EF6-4B37-8C4A-DB6C88A5BBC9}"/>
              </a:ext>
            </a:extLst>
          </p:cNvPr>
          <p:cNvSpPr>
            <a:spLocks noGrp="1"/>
          </p:cNvSpPr>
          <p:nvPr>
            <p:ph type="ftr" sz="quarter" idx="11"/>
          </p:nvPr>
        </p:nvSpPr>
        <p:spPr>
          <a:xfrm>
            <a:off x="232913" y="6408108"/>
            <a:ext cx="11844067" cy="365125"/>
          </a:xfrm>
          <a:prstGeom prst="rect">
            <a:avLst/>
          </a:prstGeom>
        </p:spPr>
        <p:txBody>
          <a:bodyPr/>
          <a:lstStyle>
            <a:lvl1pPr>
              <a:defRPr sz="1000" b="0">
                <a:solidFill>
                  <a:schemeClr val="bg1">
                    <a:lumMod val="65000"/>
                  </a:schemeClr>
                </a:solidFill>
              </a:defRPr>
            </a:lvl1pPr>
          </a:lstStyle>
          <a:p>
            <a:r>
              <a:rPr lang="en-US" dirty="0"/>
              <a:t>Confidential – For internal use only. Do not distribute without prior authorization.</a:t>
            </a:r>
          </a:p>
        </p:txBody>
      </p:sp>
      <p:sp>
        <p:nvSpPr>
          <p:cNvPr id="8" name="Title 1">
            <a:extLst>
              <a:ext uri="{FF2B5EF4-FFF2-40B4-BE49-F238E27FC236}">
                <a16:creationId xmlns:a16="http://schemas.microsoft.com/office/drawing/2014/main" id="{89CA7265-A188-21B8-29A4-9F5C771078E0}"/>
              </a:ext>
            </a:extLst>
          </p:cNvPr>
          <p:cNvSpPr>
            <a:spLocks noGrp="1"/>
          </p:cNvSpPr>
          <p:nvPr>
            <p:ph type="title"/>
          </p:nvPr>
        </p:nvSpPr>
        <p:spPr>
          <a:xfrm>
            <a:off x="0" y="204730"/>
            <a:ext cx="11012055" cy="687820"/>
          </a:xfrm>
          <a:prstGeom prst="rect">
            <a:avLst/>
          </a:prstGeom>
        </p:spPr>
        <p:txBody>
          <a:bodyPr/>
          <a:lstStyle>
            <a:lvl1pPr marL="274320">
              <a:defRPr sz="3200" b="1">
                <a:solidFill>
                  <a:schemeClr val="bg1"/>
                </a:solidFill>
                <a:latin typeface="Squada One"/>
              </a:defRPr>
            </a:lvl1pPr>
          </a:lstStyle>
          <a:p>
            <a:r>
              <a:rPr lang="en-US" dirty="0"/>
              <a:t>Click to edit Master title style</a:t>
            </a:r>
          </a:p>
        </p:txBody>
      </p:sp>
    </p:spTree>
    <p:extLst>
      <p:ext uri="{BB962C8B-B14F-4D97-AF65-F5344CB8AC3E}">
        <p14:creationId xmlns:p14="http://schemas.microsoft.com/office/powerpoint/2010/main" val="296511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58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4" userDrawn="1">
  <p:cSld name="Title and text 4">
    <p:spTree>
      <p:nvGrpSpPr>
        <p:cNvPr id="1" name="Shape 146"/>
        <p:cNvGrpSpPr/>
        <p:nvPr/>
      </p:nvGrpSpPr>
      <p:grpSpPr>
        <a:xfrm>
          <a:off x="0" y="0"/>
          <a:ext cx="0" cy="0"/>
          <a:chOff x="0" y="0"/>
          <a:chExt cx="0" cy="0"/>
        </a:xfrm>
      </p:grpSpPr>
    </p:spTree>
    <p:extLst>
      <p:ext uri="{BB962C8B-B14F-4D97-AF65-F5344CB8AC3E}">
        <p14:creationId xmlns:p14="http://schemas.microsoft.com/office/powerpoint/2010/main" val="940481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2" userDrawn="1">
  <p:cSld name="Table of contents 2">
    <p:spTree>
      <p:nvGrpSpPr>
        <p:cNvPr id="1" name="Shape 94"/>
        <p:cNvGrpSpPr/>
        <p:nvPr/>
      </p:nvGrpSpPr>
      <p:grpSpPr>
        <a:xfrm>
          <a:off x="0" y="0"/>
          <a:ext cx="0" cy="0"/>
          <a:chOff x="0" y="0"/>
          <a:chExt cx="0" cy="0"/>
        </a:xfrm>
      </p:grpSpPr>
    </p:spTree>
    <p:extLst>
      <p:ext uri="{BB962C8B-B14F-4D97-AF65-F5344CB8AC3E}">
        <p14:creationId xmlns:p14="http://schemas.microsoft.com/office/powerpoint/2010/main" val="3966053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ive columns 1" userDrawn="1">
  <p:cSld name="Title and five columns 1">
    <p:spTree>
      <p:nvGrpSpPr>
        <p:cNvPr id="1" name="Shape 515"/>
        <p:cNvGrpSpPr/>
        <p:nvPr/>
      </p:nvGrpSpPr>
      <p:grpSpPr>
        <a:xfrm>
          <a:off x="0" y="0"/>
          <a:ext cx="0" cy="0"/>
          <a:chOff x="0" y="0"/>
          <a:chExt cx="0" cy="0"/>
        </a:xfrm>
      </p:grpSpPr>
    </p:spTree>
    <p:extLst>
      <p:ext uri="{BB962C8B-B14F-4D97-AF65-F5344CB8AC3E}">
        <p14:creationId xmlns:p14="http://schemas.microsoft.com/office/powerpoint/2010/main" val="313663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5000">
              <a:srgbClr val="0E166B"/>
            </a:gs>
            <a:gs pos="75000">
              <a:srgbClr val="921D86"/>
            </a:gs>
          </a:gsLst>
          <a:lin ang="0" scaled="1"/>
          <a:tileRect/>
        </a:gra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E67EA2AA-B01A-358B-ED5A-C34D83A67EA4}"/>
              </a:ext>
            </a:extLst>
          </p:cNvPr>
          <p:cNvSpPr>
            <a:spLocks noGrp="1"/>
          </p:cNvSpPr>
          <p:nvPr>
            <p:ph type="ftr" sz="quarter" idx="3"/>
          </p:nvPr>
        </p:nvSpPr>
        <p:spPr>
          <a:xfrm>
            <a:off x="838200" y="6408108"/>
            <a:ext cx="10515600" cy="365125"/>
          </a:xfrm>
          <a:prstGeom prst="rect">
            <a:avLst/>
          </a:prstGeom>
        </p:spPr>
        <p:txBody>
          <a:bodyPr/>
          <a:lstStyle>
            <a:lvl1pPr>
              <a:defRPr sz="1000" b="0">
                <a:solidFill>
                  <a:schemeClr val="bg1"/>
                </a:solidFill>
              </a:defRPr>
            </a:lvl1pPr>
          </a:lstStyle>
          <a:p>
            <a:r>
              <a:rPr lang="en-US" dirty="0"/>
              <a:t>Confidential – For internal use only. Do not distribute without prior authorization.</a:t>
            </a:r>
          </a:p>
        </p:txBody>
      </p:sp>
    </p:spTree>
    <p:extLst>
      <p:ext uri="{BB962C8B-B14F-4D97-AF65-F5344CB8AC3E}">
        <p14:creationId xmlns:p14="http://schemas.microsoft.com/office/powerpoint/2010/main" val="155888122"/>
      </p:ext>
    </p:extLst>
  </p:cSld>
  <p:clrMap bg1="lt1" tx1="dk1" bg2="lt2" tx2="dk2" accent1="accent1" accent2="accent2" accent3="accent3" accent4="accent4" accent5="accent5" accent6="accent6" hlink="hlink" folHlink="folHlink"/>
  <p:sldLayoutIdLst>
    <p:sldLayoutId id="2147483730" r:id="rId1"/>
    <p:sldLayoutId id="2147483732" r:id="rId2"/>
    <p:sldLayoutId id="2147483649" r:id="rId3"/>
    <p:sldLayoutId id="2147483650" r:id="rId4"/>
    <p:sldLayoutId id="2147483731" r:id="rId5"/>
    <p:sldLayoutId id="2147483662" r:id="rId6"/>
    <p:sldLayoutId id="2147483727" r:id="rId7"/>
    <p:sldLayoutId id="2147483728" r:id="rId8"/>
    <p:sldLayoutId id="2147483729" r:id="rId9"/>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connect@markmanassociates.com&#8203;" TargetMode="External"/><Relationship Id="rId2" Type="http://schemas.openxmlformats.org/officeDocument/2006/relationships/hyperlink" Target="https://markman-group.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svg"/><Relationship Id="rId2" Type="http://schemas.openxmlformats.org/officeDocument/2006/relationships/slideLayout" Target="../slideLayouts/slideLayout3.xml"/><Relationship Id="rId1" Type="http://schemas.openxmlformats.org/officeDocument/2006/relationships/themeOverride" Target="../theme/themeOverride1.xml"/><Relationship Id="rId6" Type="http://schemas.openxmlformats.org/officeDocument/2006/relationships/image" Target="../media/image4.png"/><Relationship Id="rId11" Type="http://schemas.openxmlformats.org/officeDocument/2006/relationships/hyperlink" Target="mailto:connect@markmanassociates.com&#8203;" TargetMode="External"/><Relationship Id="rId5" Type="http://schemas.openxmlformats.org/officeDocument/2006/relationships/image" Target="../media/image3.svg"/><Relationship Id="rId10" Type="http://schemas.openxmlformats.org/officeDocument/2006/relationships/hyperlink" Target="https://markman-group.com/" TargetMode="External"/><Relationship Id="rId4" Type="http://schemas.openxmlformats.org/officeDocument/2006/relationships/image" Target="../media/image2.png"/><Relationship Id="rId9"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hyperlink" Target="https://markman-group.com/"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hyperlink" Target="mailto:connect@markmanassociates.com&#8203;"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notesSlide" Target="../notesSlides/notesSlide3.xml"/><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slideLayout" Target="../slideLayouts/slideLayout4.xml"/><Relationship Id="rId1" Type="http://schemas.openxmlformats.org/officeDocument/2006/relationships/themeOverride" Target="../theme/themeOverride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hyperlink" Target="https://markman-group.com/"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hyperlink" Target="mailto:connect@markmanassociates.com&#8203;"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4.xml"/><Relationship Id="rId1" Type="http://schemas.openxmlformats.org/officeDocument/2006/relationships/themeOverride" Target="../theme/themeOverride8.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9.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slideLayout" Target="../slideLayouts/slideLayout4.xml"/><Relationship Id="rId1" Type="http://schemas.openxmlformats.org/officeDocument/2006/relationships/themeOverride" Target="../theme/themeOverride10.xml"/><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hyperlink" Target="https://markman-group.com/" TargetMode="External"/><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hyperlink" Target="mailto:connect@markmanassociates.com&#8203;"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42798AD7-E3E5-45EF-9E36-FFFDA1739498}"/>
              </a:ext>
            </a:extLst>
          </p:cNvPr>
          <p:cNvSpPr txBox="1"/>
          <p:nvPr/>
        </p:nvSpPr>
        <p:spPr>
          <a:xfrm>
            <a:off x="7242228" y="6452754"/>
            <a:ext cx="1416190"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000" dirty="0">
                <a:solidFill>
                  <a:srgbClr val="0E166B"/>
                </a:solidFill>
                <a:latin typeface="+mj-lt"/>
                <a:ea typeface="+mn-lt"/>
                <a:cs typeface="+mn-lt"/>
                <a:hlinkClick r:id="rId2">
                  <a:extLst>
                    <a:ext uri="{A12FA001-AC4F-418D-AE19-62706E023703}">
                      <ahyp:hlinkClr xmlns:ahyp="http://schemas.microsoft.com/office/drawing/2018/hyperlinkcolor" val="tx"/>
                    </a:ext>
                  </a:extLst>
                </a:hlinkClick>
              </a:rPr>
              <a:t>markman-group.com</a:t>
            </a:r>
            <a:endParaRPr lang="en-US" sz="1000" dirty="0">
              <a:solidFill>
                <a:srgbClr val="0E166B"/>
              </a:solidFill>
              <a:latin typeface="+mj-lt"/>
            </a:endParaRPr>
          </a:p>
        </p:txBody>
      </p:sp>
      <p:sp>
        <p:nvSpPr>
          <p:cNvPr id="20" name="TextBox 19">
            <a:extLst>
              <a:ext uri="{FF2B5EF4-FFF2-40B4-BE49-F238E27FC236}">
                <a16:creationId xmlns:a16="http://schemas.microsoft.com/office/drawing/2014/main" id="{860AE965-80E7-4545-8B84-E9645D71F454}"/>
              </a:ext>
            </a:extLst>
          </p:cNvPr>
          <p:cNvSpPr txBox="1"/>
          <p:nvPr/>
        </p:nvSpPr>
        <p:spPr>
          <a:xfrm>
            <a:off x="9580228" y="6447562"/>
            <a:ext cx="2177721"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000" dirty="0">
                <a:solidFill>
                  <a:srgbClr val="0E166B"/>
                </a:solidFill>
                <a:latin typeface="+mj-lt"/>
                <a:ea typeface="+mn-lt"/>
                <a:cs typeface="+mn-lt"/>
                <a:hlinkClick r:id="rId3">
                  <a:extLst>
                    <a:ext uri="{A12FA001-AC4F-418D-AE19-62706E023703}">
                      <ahyp:hlinkClr xmlns:ahyp="http://schemas.microsoft.com/office/drawing/2018/hyperlinkcolor" val="tx"/>
                    </a:ext>
                  </a:extLst>
                </a:hlinkClick>
              </a:rPr>
              <a:t>connect@markmanassociates.com</a:t>
            </a:r>
            <a:endParaRPr lang="en-US" sz="1000" dirty="0">
              <a:solidFill>
                <a:srgbClr val="0E166B"/>
              </a:solidFill>
              <a:latin typeface="+mj-lt"/>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80713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pic>
        <p:nvPicPr>
          <p:cNvPr id="20" name="Graphic 19" descr="Business Growth with solid fill">
            <a:extLst>
              <a:ext uri="{FF2B5EF4-FFF2-40B4-BE49-F238E27FC236}">
                <a16:creationId xmlns:a16="http://schemas.microsoft.com/office/drawing/2014/main" id="{6A2A267C-AE9D-D914-6A7B-35898D3DD6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15716" y="2255662"/>
            <a:ext cx="4046937" cy="3111866"/>
          </a:xfrm>
          <a:prstGeom prst="rect">
            <a:avLst/>
          </a:prstGeom>
        </p:spPr>
      </p:pic>
      <p:pic>
        <p:nvPicPr>
          <p:cNvPr id="11" name="Graphic 10" descr="Single gear with solid fill">
            <a:extLst>
              <a:ext uri="{FF2B5EF4-FFF2-40B4-BE49-F238E27FC236}">
                <a16:creationId xmlns:a16="http://schemas.microsoft.com/office/drawing/2014/main" id="{035DEAB9-FD83-3EE9-EAC6-9198FFC8790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89982" y="4266389"/>
            <a:ext cx="1470985" cy="1470985"/>
          </a:xfrm>
          <a:prstGeom prst="rect">
            <a:avLst/>
          </a:prstGeom>
        </p:spPr>
      </p:pic>
      <p:sp>
        <p:nvSpPr>
          <p:cNvPr id="23" name="Google Shape;805;p97">
            <a:extLst>
              <a:ext uri="{FF2B5EF4-FFF2-40B4-BE49-F238E27FC236}">
                <a16:creationId xmlns:a16="http://schemas.microsoft.com/office/drawing/2014/main" id="{13942767-5556-B36A-6D45-AC85F3AB8167}"/>
              </a:ext>
            </a:extLst>
          </p:cNvPr>
          <p:cNvSpPr txBox="1">
            <a:spLocks/>
          </p:cNvSpPr>
          <p:nvPr/>
        </p:nvSpPr>
        <p:spPr>
          <a:xfrm>
            <a:off x="498800" y="3444379"/>
            <a:ext cx="1270998" cy="770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4800"/>
              <a:buFont typeface="Squada One"/>
              <a:buNone/>
              <a:defRPr sz="64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2pPr>
            <a:lvl3pPr marR="0" lvl="2"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3pPr>
            <a:lvl4pPr marR="0" lvl="3"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4pPr>
            <a:lvl5pPr marR="0" lvl="4"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5pPr>
            <a:lvl6pPr marR="0" lvl="5"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6pPr>
            <a:lvl7pPr marR="0" lvl="6"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7pPr>
            <a:lvl8pPr marR="0" lvl="7"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8pPr>
            <a:lvl9pPr marR="0" lvl="8"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9pPr>
          </a:lstStyle>
          <a:p>
            <a:pPr>
              <a:lnSpc>
                <a:spcPct val="90000"/>
              </a:lnSpc>
              <a:spcBef>
                <a:spcPct val="0"/>
              </a:spcBef>
              <a:buClr>
                <a:schemeClr val="dk1"/>
              </a:buClr>
              <a:buSzPts val="1100"/>
            </a:pPr>
            <a:r>
              <a:rPr lang="en" sz="3200" b="1" kern="0">
                <a:solidFill>
                  <a:srgbClr val="FFFFFF"/>
                </a:solidFill>
                <a:ea typeface="+mj-ea"/>
                <a:cs typeface="+mj-cs"/>
              </a:rPr>
              <a:t>02</a:t>
            </a:r>
          </a:p>
        </p:txBody>
      </p:sp>
      <p:sp>
        <p:nvSpPr>
          <p:cNvPr id="796" name="Google Shape;796;p97"/>
          <p:cNvSpPr txBox="1">
            <a:spLocks noGrp="1"/>
          </p:cNvSpPr>
          <p:nvPr>
            <p:ph type="ctrTitle" idx="4294967295"/>
          </p:nvPr>
        </p:nvSpPr>
        <p:spPr>
          <a:xfrm>
            <a:off x="2103398" y="2473383"/>
            <a:ext cx="3178240" cy="697025"/>
          </a:xfrm>
          <a:prstGeom prst="rect">
            <a:avLst/>
          </a:prstGeom>
        </p:spPr>
        <p:txBody>
          <a:bodyPr spcFirstLastPara="1" wrap="square" lIns="121900" tIns="121900" rIns="121900" bIns="121900" anchor="b" anchorCtr="0">
            <a:noAutofit/>
          </a:bodyPr>
          <a:lstStyle/>
          <a:p>
            <a:pPr>
              <a:buClr>
                <a:schemeClr val="dk1"/>
              </a:buClr>
              <a:buSzPts val="1100"/>
            </a:pPr>
            <a:r>
              <a:rPr lang="en" sz="3200" b="1" kern="0">
                <a:solidFill>
                  <a:srgbClr val="FFFFFF"/>
                </a:solidFill>
                <a:latin typeface="Squada One"/>
              </a:rPr>
              <a:t>OUR OFFERINGS</a:t>
            </a:r>
            <a:endParaRPr sz="3200" b="1" kern="0">
              <a:solidFill>
                <a:srgbClr val="FFFFFF"/>
              </a:solidFill>
              <a:latin typeface="Squada One"/>
            </a:endParaRPr>
          </a:p>
        </p:txBody>
      </p:sp>
      <p:sp>
        <p:nvSpPr>
          <p:cNvPr id="804" name="Google Shape;804;p97"/>
          <p:cNvSpPr txBox="1">
            <a:spLocks noGrp="1"/>
          </p:cNvSpPr>
          <p:nvPr>
            <p:ph type="ctrTitle" idx="4294967295"/>
          </p:nvPr>
        </p:nvSpPr>
        <p:spPr>
          <a:xfrm>
            <a:off x="1134299" y="1028972"/>
            <a:ext cx="5225272" cy="1262062"/>
          </a:xfrm>
          <a:prstGeom prst="rect">
            <a:avLst/>
          </a:prstGeom>
        </p:spPr>
        <p:txBody>
          <a:bodyPr spcFirstLastPara="1" wrap="square" lIns="121900" tIns="121900" rIns="121900" bIns="121900" anchor="t" anchorCtr="0">
            <a:noAutofit/>
          </a:bodyPr>
          <a:lstStyle/>
          <a:p>
            <a:pPr algn="ctr">
              <a:buClr>
                <a:schemeClr val="dk1"/>
              </a:buClr>
              <a:buSzPts val="1100"/>
            </a:pPr>
            <a:r>
              <a:rPr lang="en" b="1" kern="0">
                <a:solidFill>
                  <a:srgbClr val="FFFFFF"/>
                </a:solidFill>
                <a:latin typeface="Squada One"/>
              </a:rPr>
              <a:t>TABLE OF CONTENTS</a:t>
            </a:r>
            <a:endParaRPr b="1" kern="0">
              <a:solidFill>
                <a:srgbClr val="FFFFFF"/>
              </a:solidFill>
              <a:latin typeface="Squada One"/>
            </a:endParaRPr>
          </a:p>
        </p:txBody>
      </p:sp>
      <p:sp>
        <p:nvSpPr>
          <p:cNvPr id="805" name="Google Shape;805;p97"/>
          <p:cNvSpPr txBox="1">
            <a:spLocks noGrp="1"/>
          </p:cNvSpPr>
          <p:nvPr>
            <p:ph type="title" idx="4294967295"/>
          </p:nvPr>
        </p:nvSpPr>
        <p:spPr>
          <a:xfrm>
            <a:off x="365764" y="2453594"/>
            <a:ext cx="1518551" cy="771525"/>
          </a:xfrm>
          <a:prstGeom prst="rect">
            <a:avLst/>
          </a:prstGeom>
        </p:spPr>
        <p:txBody>
          <a:bodyPr spcFirstLastPara="1" wrap="square" lIns="121900" tIns="121900" rIns="121900" bIns="121900" anchor="ctr" anchorCtr="0">
            <a:noAutofit/>
          </a:bodyPr>
          <a:lstStyle/>
          <a:p>
            <a:pPr algn="ctr">
              <a:buClr>
                <a:schemeClr val="dk1"/>
              </a:buClr>
              <a:buSzPts val="1100"/>
            </a:pPr>
            <a:r>
              <a:rPr lang="en" sz="3200" b="1" kern="0">
                <a:solidFill>
                  <a:srgbClr val="FFFFFF"/>
                </a:solidFill>
                <a:latin typeface="Squada One"/>
                <a:sym typeface="Squada One"/>
              </a:rPr>
              <a:t>01</a:t>
            </a:r>
            <a:endParaRPr sz="3200" b="1" kern="0">
              <a:solidFill>
                <a:srgbClr val="FFFFFF"/>
              </a:solidFill>
              <a:latin typeface="Squada One"/>
              <a:sym typeface="Squada One"/>
            </a:endParaRPr>
          </a:p>
        </p:txBody>
      </p:sp>
      <p:cxnSp>
        <p:nvCxnSpPr>
          <p:cNvPr id="5" name="Straight Arrow Connector 4">
            <a:extLst>
              <a:ext uri="{FF2B5EF4-FFF2-40B4-BE49-F238E27FC236}">
                <a16:creationId xmlns:a16="http://schemas.microsoft.com/office/drawing/2014/main" id="{AD47E649-3F6B-8882-20AE-CD53FE5D872C}"/>
              </a:ext>
            </a:extLst>
          </p:cNvPr>
          <p:cNvCxnSpPr>
            <a:cxnSpLocks/>
          </p:cNvCxnSpPr>
          <p:nvPr/>
        </p:nvCxnSpPr>
        <p:spPr>
          <a:xfrm rot="5400000" flipV="1">
            <a:off x="596901" y="3832837"/>
            <a:ext cx="2743200" cy="1"/>
          </a:xfrm>
          <a:prstGeom prst="straightConnector1">
            <a:avLst/>
          </a:prstGeom>
          <a:ln>
            <a:solidFill>
              <a:schemeClr val="bg1"/>
            </a:solidFill>
          </a:ln>
        </p:spPr>
        <p:style>
          <a:lnRef idx="3">
            <a:schemeClr val="dk1"/>
          </a:lnRef>
          <a:fillRef idx="0">
            <a:schemeClr val="dk1"/>
          </a:fillRef>
          <a:effectRef idx="2">
            <a:schemeClr val="dk1"/>
          </a:effectRef>
          <a:fontRef idx="minor">
            <a:schemeClr val="tx1"/>
          </a:fontRef>
        </p:style>
      </p:cxnSp>
      <p:pic>
        <p:nvPicPr>
          <p:cNvPr id="7" name="Graphic 6" descr="Gears outline">
            <a:extLst>
              <a:ext uri="{FF2B5EF4-FFF2-40B4-BE49-F238E27FC236}">
                <a16:creationId xmlns:a16="http://schemas.microsoft.com/office/drawing/2014/main" id="{3479813C-DC09-3049-EF25-EDD4B4B1EFB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53287" y="1170436"/>
            <a:ext cx="1831598" cy="1591149"/>
          </a:xfrm>
          <a:prstGeom prst="rect">
            <a:avLst/>
          </a:prstGeom>
        </p:spPr>
      </p:pic>
      <p:sp>
        <p:nvSpPr>
          <p:cNvPr id="29" name="Freeform: Shape 28">
            <a:extLst>
              <a:ext uri="{FF2B5EF4-FFF2-40B4-BE49-F238E27FC236}">
                <a16:creationId xmlns:a16="http://schemas.microsoft.com/office/drawing/2014/main" id="{45BB596E-0BA0-7FE8-63D8-7512DD48ECB2}"/>
              </a:ext>
            </a:extLst>
          </p:cNvPr>
          <p:cNvSpPr/>
          <p:nvPr/>
        </p:nvSpPr>
        <p:spPr>
          <a:xfrm>
            <a:off x="10669088" y="2550416"/>
            <a:ext cx="218221" cy="694342"/>
          </a:xfrm>
          <a:custGeom>
            <a:avLst/>
            <a:gdLst>
              <a:gd name="connsiteX0" fmla="*/ 0 w 218221"/>
              <a:gd name="connsiteY0" fmla="*/ 0 h 694342"/>
              <a:gd name="connsiteX1" fmla="*/ 218222 w 218221"/>
              <a:gd name="connsiteY1" fmla="*/ 0 h 694342"/>
              <a:gd name="connsiteX2" fmla="*/ 218222 w 218221"/>
              <a:gd name="connsiteY2" fmla="*/ 694342 h 694342"/>
              <a:gd name="connsiteX3" fmla="*/ 0 w 218221"/>
              <a:gd name="connsiteY3" fmla="*/ 694342 h 694342"/>
            </a:gdLst>
            <a:ahLst/>
            <a:cxnLst>
              <a:cxn ang="0">
                <a:pos x="connsiteX0" y="connsiteY0"/>
              </a:cxn>
              <a:cxn ang="0">
                <a:pos x="connsiteX1" y="connsiteY1"/>
              </a:cxn>
              <a:cxn ang="0">
                <a:pos x="connsiteX2" y="connsiteY2"/>
              </a:cxn>
              <a:cxn ang="0">
                <a:pos x="connsiteX3" y="connsiteY3"/>
              </a:cxn>
            </a:cxnLst>
            <a:rect l="l" t="t" r="r" b="b"/>
            <a:pathLst>
              <a:path w="218221" h="694342">
                <a:moveTo>
                  <a:pt x="0" y="0"/>
                </a:moveTo>
                <a:lnTo>
                  <a:pt x="218222" y="0"/>
                </a:lnTo>
                <a:lnTo>
                  <a:pt x="218222" y="694342"/>
                </a:lnTo>
                <a:lnTo>
                  <a:pt x="0" y="694342"/>
                </a:lnTo>
                <a:close/>
              </a:path>
            </a:pathLst>
          </a:custGeom>
          <a:solidFill>
            <a:srgbClr val="FFFFFF">
              <a:alpha val="50196"/>
            </a:srgbClr>
          </a:solidFill>
          <a:ln w="19745" cap="flat">
            <a:noFill/>
            <a:prstDash val="solid"/>
            <a:miter/>
          </a:ln>
        </p:spPr>
        <p:txBody>
          <a:bodyPr rtlCol="0" anchor="ctr"/>
          <a:lstStyle/>
          <a:p>
            <a:endParaRPr lang="bg-BG"/>
          </a:p>
        </p:txBody>
      </p:sp>
      <p:sp>
        <p:nvSpPr>
          <p:cNvPr id="30" name="Freeform: Shape 29">
            <a:extLst>
              <a:ext uri="{FF2B5EF4-FFF2-40B4-BE49-F238E27FC236}">
                <a16:creationId xmlns:a16="http://schemas.microsoft.com/office/drawing/2014/main" id="{4C5A8DC1-81E9-163E-AFE9-DCB4998BCEA0}"/>
              </a:ext>
            </a:extLst>
          </p:cNvPr>
          <p:cNvSpPr/>
          <p:nvPr/>
        </p:nvSpPr>
        <p:spPr>
          <a:xfrm>
            <a:off x="10966664" y="2133810"/>
            <a:ext cx="218221" cy="1110947"/>
          </a:xfrm>
          <a:custGeom>
            <a:avLst/>
            <a:gdLst>
              <a:gd name="connsiteX0" fmla="*/ 0 w 218221"/>
              <a:gd name="connsiteY0" fmla="*/ 0 h 1110947"/>
              <a:gd name="connsiteX1" fmla="*/ 218222 w 218221"/>
              <a:gd name="connsiteY1" fmla="*/ 0 h 1110947"/>
              <a:gd name="connsiteX2" fmla="*/ 218222 w 218221"/>
              <a:gd name="connsiteY2" fmla="*/ 1110947 h 1110947"/>
              <a:gd name="connsiteX3" fmla="*/ 0 w 218221"/>
              <a:gd name="connsiteY3" fmla="*/ 1110947 h 1110947"/>
            </a:gdLst>
            <a:ahLst/>
            <a:cxnLst>
              <a:cxn ang="0">
                <a:pos x="connsiteX0" y="connsiteY0"/>
              </a:cxn>
              <a:cxn ang="0">
                <a:pos x="connsiteX1" y="connsiteY1"/>
              </a:cxn>
              <a:cxn ang="0">
                <a:pos x="connsiteX2" y="connsiteY2"/>
              </a:cxn>
              <a:cxn ang="0">
                <a:pos x="connsiteX3" y="connsiteY3"/>
              </a:cxn>
            </a:cxnLst>
            <a:rect l="l" t="t" r="r" b="b"/>
            <a:pathLst>
              <a:path w="218221" h="1110947">
                <a:moveTo>
                  <a:pt x="0" y="0"/>
                </a:moveTo>
                <a:lnTo>
                  <a:pt x="218222" y="0"/>
                </a:lnTo>
                <a:lnTo>
                  <a:pt x="218222" y="1110947"/>
                </a:lnTo>
                <a:lnTo>
                  <a:pt x="0" y="1110947"/>
                </a:lnTo>
                <a:close/>
              </a:path>
            </a:pathLst>
          </a:custGeom>
          <a:solidFill>
            <a:srgbClr val="AD4471"/>
          </a:solidFill>
          <a:ln w="19745" cap="flat">
            <a:noFill/>
            <a:prstDash val="solid"/>
            <a:miter/>
          </a:ln>
        </p:spPr>
        <p:txBody>
          <a:bodyPr rtlCol="0" anchor="ctr"/>
          <a:lstStyle/>
          <a:p>
            <a:endParaRPr lang="bg-BG"/>
          </a:p>
        </p:txBody>
      </p:sp>
      <p:sp>
        <p:nvSpPr>
          <p:cNvPr id="32" name="Freeform: Shape 31">
            <a:extLst>
              <a:ext uri="{FF2B5EF4-FFF2-40B4-BE49-F238E27FC236}">
                <a16:creationId xmlns:a16="http://schemas.microsoft.com/office/drawing/2014/main" id="{2A6CCB68-69B8-65B7-68D2-919C5EC3A910}"/>
              </a:ext>
            </a:extLst>
          </p:cNvPr>
          <p:cNvSpPr/>
          <p:nvPr/>
        </p:nvSpPr>
        <p:spPr>
          <a:xfrm>
            <a:off x="11265006" y="2878496"/>
            <a:ext cx="218221" cy="357090"/>
          </a:xfrm>
          <a:custGeom>
            <a:avLst/>
            <a:gdLst>
              <a:gd name="connsiteX0" fmla="*/ 0 w 218221"/>
              <a:gd name="connsiteY0" fmla="*/ 0 h 357090"/>
              <a:gd name="connsiteX1" fmla="*/ 218222 w 218221"/>
              <a:gd name="connsiteY1" fmla="*/ 0 h 357090"/>
              <a:gd name="connsiteX2" fmla="*/ 218222 w 218221"/>
              <a:gd name="connsiteY2" fmla="*/ 357090 h 357090"/>
              <a:gd name="connsiteX3" fmla="*/ 0 w 218221"/>
              <a:gd name="connsiteY3" fmla="*/ 357090 h 357090"/>
            </a:gdLst>
            <a:ahLst/>
            <a:cxnLst>
              <a:cxn ang="0">
                <a:pos x="connsiteX0" y="connsiteY0"/>
              </a:cxn>
              <a:cxn ang="0">
                <a:pos x="connsiteX1" y="connsiteY1"/>
              </a:cxn>
              <a:cxn ang="0">
                <a:pos x="connsiteX2" y="connsiteY2"/>
              </a:cxn>
              <a:cxn ang="0">
                <a:pos x="connsiteX3" y="connsiteY3"/>
              </a:cxn>
            </a:cxnLst>
            <a:rect l="l" t="t" r="r" b="b"/>
            <a:pathLst>
              <a:path w="218221" h="357090">
                <a:moveTo>
                  <a:pt x="0" y="0"/>
                </a:moveTo>
                <a:lnTo>
                  <a:pt x="218222" y="0"/>
                </a:lnTo>
                <a:lnTo>
                  <a:pt x="218222" y="357090"/>
                </a:lnTo>
                <a:lnTo>
                  <a:pt x="0" y="357090"/>
                </a:lnTo>
                <a:close/>
              </a:path>
            </a:pathLst>
          </a:custGeom>
          <a:solidFill>
            <a:srgbClr val="FFFFFF">
              <a:alpha val="50196"/>
            </a:srgbClr>
          </a:solidFill>
          <a:ln w="19745" cap="flat">
            <a:noFill/>
            <a:prstDash val="solid"/>
            <a:miter/>
          </a:ln>
        </p:spPr>
        <p:txBody>
          <a:bodyPr rtlCol="0" anchor="ctr"/>
          <a:lstStyle/>
          <a:p>
            <a:endParaRPr lang="bg-BG"/>
          </a:p>
        </p:txBody>
      </p:sp>
      <p:sp>
        <p:nvSpPr>
          <p:cNvPr id="33" name="TextBox 32">
            <a:extLst>
              <a:ext uri="{FF2B5EF4-FFF2-40B4-BE49-F238E27FC236}">
                <a16:creationId xmlns:a16="http://schemas.microsoft.com/office/drawing/2014/main" id="{05157CCC-9D61-8F4E-36CF-C25FCD0676AB}"/>
              </a:ext>
            </a:extLst>
          </p:cNvPr>
          <p:cNvSpPr txBox="1"/>
          <p:nvPr/>
        </p:nvSpPr>
        <p:spPr>
          <a:xfrm>
            <a:off x="7242228" y="6452754"/>
            <a:ext cx="1416190"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a:defRPr sz="1000">
                <a:solidFill>
                  <a:srgbClr val="0E166B"/>
                </a:solidFill>
                <a:latin typeface="+mj-lt"/>
                <a:ea typeface="+mn-lt"/>
                <a:cs typeface="+mn-lt"/>
              </a:defRPr>
            </a:lvl1pPr>
          </a:lstStyle>
          <a:p>
            <a:r>
              <a:rPr lang="en-US">
                <a:solidFill>
                  <a:schemeClr val="bg1"/>
                </a:solidFill>
                <a:hlinkClick r:id="rId10">
                  <a:extLst>
                    <a:ext uri="{A12FA001-AC4F-418D-AE19-62706E023703}">
                      <ahyp:hlinkClr xmlns:ahyp="http://schemas.microsoft.com/office/drawing/2018/hyperlinkcolor" val="tx"/>
                    </a:ext>
                  </a:extLst>
                </a:hlinkClick>
              </a:rPr>
              <a:t>markman-group.com</a:t>
            </a:r>
            <a:endParaRPr lang="en-US">
              <a:solidFill>
                <a:schemeClr val="bg1"/>
              </a:solidFill>
            </a:endParaRPr>
          </a:p>
        </p:txBody>
      </p:sp>
      <p:sp>
        <p:nvSpPr>
          <p:cNvPr id="34" name="TextBox 33">
            <a:extLst>
              <a:ext uri="{FF2B5EF4-FFF2-40B4-BE49-F238E27FC236}">
                <a16:creationId xmlns:a16="http://schemas.microsoft.com/office/drawing/2014/main" id="{CB12013E-4AF4-6A4F-BB73-CCD3BA7C15A7}"/>
              </a:ext>
            </a:extLst>
          </p:cNvPr>
          <p:cNvSpPr txBox="1"/>
          <p:nvPr/>
        </p:nvSpPr>
        <p:spPr>
          <a:xfrm>
            <a:off x="9580228" y="6447562"/>
            <a:ext cx="2177721"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a:defRPr sz="1000">
                <a:solidFill>
                  <a:schemeClr val="bg1"/>
                </a:solidFill>
                <a:latin typeface="+mj-lt"/>
                <a:ea typeface="+mn-lt"/>
                <a:cs typeface="+mn-lt"/>
              </a:defRPr>
            </a:lvl1pPr>
          </a:lstStyle>
          <a:p>
            <a:r>
              <a:rPr lang="en-US">
                <a:hlinkClick r:id="rId11">
                  <a:extLst>
                    <a:ext uri="{A12FA001-AC4F-418D-AE19-62706E023703}">
                      <ahyp:hlinkClr xmlns:ahyp="http://schemas.microsoft.com/office/drawing/2018/hyperlinkcolor" val="tx"/>
                    </a:ext>
                  </a:extLst>
                </a:hlinkClick>
              </a:rPr>
              <a:t>connect@markmanassociates.com</a:t>
            </a:r>
          </a:p>
        </p:txBody>
      </p:sp>
      <p:sp>
        <p:nvSpPr>
          <p:cNvPr id="2" name="Google Shape;805;p97">
            <a:extLst>
              <a:ext uri="{FF2B5EF4-FFF2-40B4-BE49-F238E27FC236}">
                <a16:creationId xmlns:a16="http://schemas.microsoft.com/office/drawing/2014/main" id="{144F9F66-A1C4-9327-BC6D-E8750E27105A}"/>
              </a:ext>
            </a:extLst>
          </p:cNvPr>
          <p:cNvSpPr txBox="1">
            <a:spLocks/>
          </p:cNvSpPr>
          <p:nvPr/>
        </p:nvSpPr>
        <p:spPr>
          <a:xfrm>
            <a:off x="495934" y="4434038"/>
            <a:ext cx="1270998" cy="770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4800"/>
              <a:buFont typeface="Squada One"/>
              <a:buNone/>
              <a:defRPr sz="64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2pPr>
            <a:lvl3pPr marR="0" lvl="2"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3pPr>
            <a:lvl4pPr marR="0" lvl="3"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4pPr>
            <a:lvl5pPr marR="0" lvl="4"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5pPr>
            <a:lvl6pPr marR="0" lvl="5"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6pPr>
            <a:lvl7pPr marR="0" lvl="6"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7pPr>
            <a:lvl8pPr marR="0" lvl="7"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8pPr>
            <a:lvl9pPr marR="0" lvl="8" algn="ctr" rtl="0">
              <a:lnSpc>
                <a:spcPct val="100000"/>
              </a:lnSpc>
              <a:spcBef>
                <a:spcPts val="0"/>
              </a:spcBef>
              <a:spcAft>
                <a:spcPts val="0"/>
              </a:spcAft>
              <a:buClr>
                <a:schemeClr val="lt1"/>
              </a:buClr>
              <a:buSzPts val="4800"/>
              <a:buFont typeface="Fira Sans Extra Condensed Medium"/>
              <a:buNone/>
              <a:defRPr sz="6400" b="0" i="0" u="none" strike="noStrike" cap="none">
                <a:solidFill>
                  <a:schemeClr val="lt1"/>
                </a:solidFill>
                <a:latin typeface="Fira Sans Extra Condensed Medium"/>
                <a:ea typeface="Fira Sans Extra Condensed Medium"/>
                <a:cs typeface="Fira Sans Extra Condensed Medium"/>
                <a:sym typeface="Fira Sans Extra Condensed Medium"/>
              </a:defRPr>
            </a:lvl9pPr>
          </a:lstStyle>
          <a:p>
            <a:pPr>
              <a:lnSpc>
                <a:spcPct val="90000"/>
              </a:lnSpc>
              <a:spcBef>
                <a:spcPct val="0"/>
              </a:spcBef>
              <a:buClr>
                <a:schemeClr val="dk1"/>
              </a:buClr>
              <a:buSzPts val="1100"/>
            </a:pPr>
            <a:r>
              <a:rPr lang="en" sz="3200" b="1" kern="0">
                <a:solidFill>
                  <a:srgbClr val="FFFFFF"/>
                </a:solidFill>
                <a:ea typeface="+mj-ea"/>
                <a:cs typeface="+mj-cs"/>
              </a:rPr>
              <a:t>03</a:t>
            </a:r>
          </a:p>
        </p:txBody>
      </p:sp>
      <p:sp>
        <p:nvSpPr>
          <p:cNvPr id="3" name="Google Shape;796;p97">
            <a:extLst>
              <a:ext uri="{FF2B5EF4-FFF2-40B4-BE49-F238E27FC236}">
                <a16:creationId xmlns:a16="http://schemas.microsoft.com/office/drawing/2014/main" id="{5365AB81-951A-71CF-FD32-DE010F671385}"/>
              </a:ext>
            </a:extLst>
          </p:cNvPr>
          <p:cNvSpPr txBox="1">
            <a:spLocks/>
          </p:cNvSpPr>
          <p:nvPr/>
        </p:nvSpPr>
        <p:spPr>
          <a:xfrm>
            <a:off x="2103398" y="4434038"/>
            <a:ext cx="4121273" cy="7704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FFFFF"/>
              </a:buClr>
              <a:buSzPts val="1400"/>
              <a:buFont typeface="Squada One"/>
              <a:buNone/>
              <a:defRPr sz="2133"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1800"/>
              <a:buFont typeface="Arial"/>
              <a:buNone/>
              <a:defRPr sz="2400" b="0" i="0" u="none" strike="noStrike" cap="none">
                <a:solidFill>
                  <a:schemeClr val="lt1"/>
                </a:solidFill>
                <a:latin typeface="Arial"/>
                <a:ea typeface="Arial"/>
                <a:cs typeface="Arial"/>
                <a:sym typeface="Arial"/>
              </a:defRPr>
            </a:lvl9pPr>
          </a:lstStyle>
          <a:p>
            <a:pPr algn="l">
              <a:buClr>
                <a:schemeClr val="dk1"/>
              </a:buClr>
              <a:buSzPts val="1100"/>
            </a:pPr>
            <a:r>
              <a:rPr lang="es-ES" sz="3200" b="1" kern="0" dirty="0">
                <a:solidFill>
                  <a:srgbClr val="FFFFFF"/>
                </a:solidFill>
                <a:ea typeface="+mj-ea"/>
                <a:cs typeface="+mj-cs"/>
              </a:rPr>
              <a:t>PROJECT SUPPORT</a:t>
            </a:r>
          </a:p>
        </p:txBody>
      </p:sp>
      <p:sp>
        <p:nvSpPr>
          <p:cNvPr id="4" name="Google Shape;796;p97">
            <a:extLst>
              <a:ext uri="{FF2B5EF4-FFF2-40B4-BE49-F238E27FC236}">
                <a16:creationId xmlns:a16="http://schemas.microsoft.com/office/drawing/2014/main" id="{C390A8EA-1455-4697-D026-F1448CFFACB4}"/>
              </a:ext>
            </a:extLst>
          </p:cNvPr>
          <p:cNvSpPr txBox="1">
            <a:spLocks/>
          </p:cNvSpPr>
          <p:nvPr/>
        </p:nvSpPr>
        <p:spPr>
          <a:xfrm>
            <a:off x="2103398" y="3537204"/>
            <a:ext cx="3178240" cy="697025"/>
          </a:xfrm>
          <a:prstGeom prst="rect">
            <a:avLst/>
          </a:prstGeom>
        </p:spPr>
        <p:txBody>
          <a:bodyPr spcFirstLastPara="1" wrap="square" lIns="121900" tIns="121900" rIns="121900" bIns="121900" anchor="b" anchorCtr="0">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buClr>
                <a:schemeClr val="dk1"/>
              </a:buClr>
              <a:buSzPts val="1100"/>
            </a:pPr>
            <a:r>
              <a:rPr lang="en-US" sz="3200" b="1" kern="0">
                <a:solidFill>
                  <a:srgbClr val="FFFFFF"/>
                </a:solidFill>
                <a:latin typeface="Squada One"/>
              </a:rPr>
              <a:t>USE CASES</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12"/>
          <p:cNvSpPr txBox="1">
            <a:spLocks noGrp="1"/>
          </p:cNvSpPr>
          <p:nvPr>
            <p:ph type="ctrTitle" idx="4294967295"/>
          </p:nvPr>
        </p:nvSpPr>
        <p:spPr>
          <a:xfrm>
            <a:off x="465883" y="2701708"/>
            <a:ext cx="5227781" cy="1454579"/>
          </a:xfrm>
          <a:prstGeom prst="rect">
            <a:avLst/>
          </a:prstGeom>
        </p:spPr>
        <p:txBody>
          <a:bodyPr spcFirstLastPara="1" lIns="121900" tIns="121900" rIns="121900" bIns="121900" anchor="ctr" anchorCtr="0">
            <a:normAutofit/>
          </a:bodyPr>
          <a:lstStyle/>
          <a:p>
            <a:pPr algn="ctr">
              <a:lnSpc>
                <a:spcPct val="100000"/>
              </a:lnSpc>
              <a:spcBef>
                <a:spcPts val="0"/>
              </a:spcBef>
              <a:buClr>
                <a:schemeClr val="dk1"/>
              </a:buClr>
              <a:buSzPts val="1100"/>
            </a:pPr>
            <a:r>
              <a:rPr lang="en-US" sz="5400" b="1" kern="0" dirty="0">
                <a:solidFill>
                  <a:srgbClr val="FFFFFF"/>
                </a:solidFill>
                <a:latin typeface="Squada One"/>
                <a:sym typeface="Squada One"/>
              </a:rPr>
              <a:t>OUR OFFERINGS</a:t>
            </a:r>
          </a:p>
        </p:txBody>
      </p:sp>
      <p:sp>
        <p:nvSpPr>
          <p:cNvPr id="5" name="TextBox 4">
            <a:extLst>
              <a:ext uri="{FF2B5EF4-FFF2-40B4-BE49-F238E27FC236}">
                <a16:creationId xmlns:a16="http://schemas.microsoft.com/office/drawing/2014/main" id="{63633B0A-B515-0619-5B59-578FF27ADE1C}"/>
              </a:ext>
            </a:extLst>
          </p:cNvPr>
          <p:cNvSpPr txBox="1"/>
          <p:nvPr/>
        </p:nvSpPr>
        <p:spPr>
          <a:xfrm>
            <a:off x="7242228" y="6452754"/>
            <a:ext cx="1416190"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000" dirty="0">
                <a:solidFill>
                  <a:schemeClr val="bg1"/>
                </a:solidFill>
                <a:latin typeface="+mj-lt"/>
                <a:ea typeface="+mn-lt"/>
                <a:cs typeface="+mn-lt"/>
                <a:hlinkClick r:id="rId3">
                  <a:extLst>
                    <a:ext uri="{A12FA001-AC4F-418D-AE19-62706E023703}">
                      <ahyp:hlinkClr xmlns:ahyp="http://schemas.microsoft.com/office/drawing/2018/hyperlinkcolor" val="tx"/>
                    </a:ext>
                  </a:extLst>
                </a:hlinkClick>
              </a:rPr>
              <a:t>markman-group.com</a:t>
            </a:r>
            <a:endParaRPr lang="en-US" sz="1000" dirty="0">
              <a:solidFill>
                <a:schemeClr val="bg1"/>
              </a:solidFill>
              <a:latin typeface="+mj-lt"/>
              <a:ea typeface="+mn-lt"/>
              <a:cs typeface="+mn-lt"/>
            </a:endParaRPr>
          </a:p>
        </p:txBody>
      </p:sp>
      <p:sp>
        <p:nvSpPr>
          <p:cNvPr id="6" name="TextBox 5">
            <a:extLst>
              <a:ext uri="{FF2B5EF4-FFF2-40B4-BE49-F238E27FC236}">
                <a16:creationId xmlns:a16="http://schemas.microsoft.com/office/drawing/2014/main" id="{0E026BFA-F1A4-3CB2-F5A4-C54DAC5A89EA}"/>
              </a:ext>
            </a:extLst>
          </p:cNvPr>
          <p:cNvSpPr txBox="1"/>
          <p:nvPr/>
        </p:nvSpPr>
        <p:spPr>
          <a:xfrm>
            <a:off x="9580228" y="6447562"/>
            <a:ext cx="2177721"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a:defRPr sz="1000">
                <a:solidFill>
                  <a:schemeClr val="bg1"/>
                </a:solidFill>
                <a:latin typeface="+mj-lt"/>
                <a:ea typeface="+mn-lt"/>
                <a:cs typeface="+mn-lt"/>
              </a:defRPr>
            </a:lvl1pPr>
          </a:lstStyle>
          <a:p>
            <a:r>
              <a:rPr lang="en-US" dirty="0">
                <a:hlinkClick r:id="rId4">
                  <a:extLst>
                    <a:ext uri="{A12FA001-AC4F-418D-AE19-62706E023703}">
                      <ahyp:hlinkClr xmlns:ahyp="http://schemas.microsoft.com/office/drawing/2018/hyperlinkcolor" val="tx"/>
                    </a:ext>
                  </a:extLst>
                </a:hlinkClick>
              </a:rPr>
              <a:t>connect@markmanassociates.com</a:t>
            </a:r>
          </a:p>
        </p:txBody>
      </p:sp>
      <p:pic>
        <p:nvPicPr>
          <p:cNvPr id="29" name="Graphic 28" descr="Left Brain with solid fill">
            <a:extLst>
              <a:ext uri="{FF2B5EF4-FFF2-40B4-BE49-F238E27FC236}">
                <a16:creationId xmlns:a16="http://schemas.microsoft.com/office/drawing/2014/main" id="{969697C5-3171-A7C0-5860-A4E8DDD4CC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48478" y="1396999"/>
            <a:ext cx="4163477" cy="4063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783"/>
        <p:cNvGrpSpPr/>
        <p:nvPr/>
      </p:nvGrpSpPr>
      <p:grpSpPr>
        <a:xfrm>
          <a:off x="0" y="0"/>
          <a:ext cx="0" cy="0"/>
          <a:chOff x="0" y="0"/>
          <a:chExt cx="0" cy="0"/>
        </a:xfrm>
      </p:grpSpPr>
      <p:sp>
        <p:nvSpPr>
          <p:cNvPr id="1786" name="Google Shape;1786;p148"/>
          <p:cNvSpPr/>
          <p:nvPr/>
        </p:nvSpPr>
        <p:spPr>
          <a:xfrm>
            <a:off x="8507474" y="3205891"/>
            <a:ext cx="1129279" cy="977954"/>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noFill/>
          <a:ln w="28575" cap="flat" cmpd="sng">
            <a:solidFill>
              <a:srgbClr val="921D8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1788" name="Google Shape;1788;p148"/>
          <p:cNvSpPr/>
          <p:nvPr/>
        </p:nvSpPr>
        <p:spPr>
          <a:xfrm>
            <a:off x="4034264" y="3695313"/>
            <a:ext cx="1129172" cy="977509"/>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noFill/>
          <a:ln w="28575" cap="flat" cmpd="sng">
            <a:solidFill>
              <a:srgbClr val="921D8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1789" name="Google Shape;1789;p148"/>
          <p:cNvSpPr/>
          <p:nvPr/>
        </p:nvSpPr>
        <p:spPr>
          <a:xfrm>
            <a:off x="5531367" y="3205891"/>
            <a:ext cx="1129259" cy="977954"/>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noFill/>
          <a:ln w="28575" cap="flat" cmpd="sng">
            <a:solidFill>
              <a:srgbClr val="921D8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1790" name="Google Shape;1790;p148"/>
          <p:cNvSpPr/>
          <p:nvPr/>
        </p:nvSpPr>
        <p:spPr>
          <a:xfrm>
            <a:off x="2158769" y="3506236"/>
            <a:ext cx="7874457" cy="863954"/>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noFill/>
          <a:ln w="76200" cap="flat" cmpd="sng">
            <a:solidFill>
              <a:srgbClr val="D6D2E6"/>
            </a:solidFill>
            <a:prstDash val="solid"/>
            <a:miter lim="13007"/>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1803" name="Google Shape;1803;p148"/>
          <p:cNvSpPr txBox="1">
            <a:spLocks noGrp="1"/>
          </p:cNvSpPr>
          <p:nvPr>
            <p:ph type="title"/>
          </p:nvPr>
        </p:nvSpPr>
        <p:spPr>
          <a:xfrm>
            <a:off x="0" y="241306"/>
            <a:ext cx="12192000" cy="687820"/>
          </a:xfrm>
          <a:prstGeom prst="rect">
            <a:avLst/>
          </a:prstGeom>
        </p:spPr>
        <p:txBody>
          <a:bodyPr spcFirstLastPara="1" wrap="square" lIns="121900" tIns="121900" rIns="121900" bIns="121900" anchor="t" anchorCtr="0">
            <a:noAutofit/>
          </a:bodyPr>
          <a:lstStyle/>
          <a:p>
            <a:pPr>
              <a:buClr>
                <a:schemeClr val="dk1"/>
              </a:buClr>
              <a:buSzPts val="1100"/>
            </a:pPr>
            <a:r>
              <a:rPr lang="en" sz="3200" b="1" kern="0" dirty="0">
                <a:solidFill>
                  <a:srgbClr val="FFFFFF"/>
                </a:solidFill>
                <a:latin typeface="Squada One"/>
                <a:sym typeface="Squada One"/>
              </a:rPr>
              <a:t>Offerings</a:t>
            </a:r>
            <a:endParaRPr sz="3200" b="1" kern="0" dirty="0">
              <a:solidFill>
                <a:srgbClr val="FFFFFF"/>
              </a:solidFill>
              <a:latin typeface="Squada One"/>
              <a:sym typeface="Squada One"/>
            </a:endParaRPr>
          </a:p>
        </p:txBody>
      </p:sp>
      <p:sp>
        <p:nvSpPr>
          <p:cNvPr id="9" name="Subtitle 8">
            <a:extLst>
              <a:ext uri="{FF2B5EF4-FFF2-40B4-BE49-F238E27FC236}">
                <a16:creationId xmlns:a16="http://schemas.microsoft.com/office/drawing/2014/main" id="{EE93469D-31AB-1EC9-7DEB-3036235F8B90}"/>
              </a:ext>
            </a:extLst>
          </p:cNvPr>
          <p:cNvSpPr>
            <a:spLocks noGrp="1"/>
          </p:cNvSpPr>
          <p:nvPr>
            <p:ph type="subTitle" idx="4294967295"/>
          </p:nvPr>
        </p:nvSpPr>
        <p:spPr>
          <a:xfrm>
            <a:off x="8035474" y="2452194"/>
            <a:ext cx="2073275" cy="620712"/>
          </a:xfrm>
          <a:prstGeom prst="rect">
            <a:avLst/>
          </a:prstGeom>
        </p:spPr>
        <p:txBody>
          <a:bodyPr>
            <a:normAutofit lnSpcReduction="10000"/>
          </a:bodyPr>
          <a:lstStyle/>
          <a:p>
            <a:pPr marL="0" indent="0" algn="ctr">
              <a:lnSpc>
                <a:spcPct val="110000"/>
              </a:lnSpc>
              <a:spcBef>
                <a:spcPts val="0"/>
              </a:spcBef>
              <a:buClr>
                <a:srgbClr val="000000"/>
              </a:buClr>
              <a:buSzPts val="1100"/>
              <a:buNone/>
              <a:defRPr/>
            </a:pPr>
            <a:r>
              <a:rPr lang="es-ES" sz="1600" b="1" kern="0" dirty="0">
                <a:solidFill>
                  <a:srgbClr val="0E166B"/>
                </a:solidFill>
                <a:latin typeface="Josefin Sans" panose="020F0502020204030204" pitchFamily="2" charset="0"/>
              </a:rPr>
              <a:t>PROCESS</a:t>
            </a:r>
          </a:p>
          <a:p>
            <a:pPr marL="0" indent="0" algn="ctr">
              <a:lnSpc>
                <a:spcPct val="110000"/>
              </a:lnSpc>
              <a:spcBef>
                <a:spcPts val="0"/>
              </a:spcBef>
              <a:buClr>
                <a:srgbClr val="000000"/>
              </a:buClr>
              <a:buSzPts val="1100"/>
              <a:buNone/>
              <a:defRPr/>
            </a:pPr>
            <a:r>
              <a:rPr lang="es-ES" sz="1600" b="1" kern="0" dirty="0">
                <a:solidFill>
                  <a:srgbClr val="0E166B"/>
                </a:solidFill>
                <a:latin typeface="Josefin Sans" panose="020F0502020204030204" pitchFamily="2" charset="0"/>
              </a:rPr>
              <a:t>AUTOMATION</a:t>
            </a:r>
          </a:p>
        </p:txBody>
      </p:sp>
      <p:sp>
        <p:nvSpPr>
          <p:cNvPr id="5" name="Subtitle 4">
            <a:extLst>
              <a:ext uri="{FF2B5EF4-FFF2-40B4-BE49-F238E27FC236}">
                <a16:creationId xmlns:a16="http://schemas.microsoft.com/office/drawing/2014/main" id="{4BAC4112-94C1-18E1-0334-2D27C6986D61}"/>
              </a:ext>
            </a:extLst>
          </p:cNvPr>
          <p:cNvSpPr>
            <a:spLocks noGrp="1"/>
          </p:cNvSpPr>
          <p:nvPr>
            <p:ph type="subTitle" idx="4294967295"/>
          </p:nvPr>
        </p:nvSpPr>
        <p:spPr>
          <a:xfrm>
            <a:off x="4835525" y="2505075"/>
            <a:ext cx="2519363" cy="620713"/>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Squada One"/>
              <a:buNone/>
              <a:tabLst/>
              <a:defRPr/>
            </a:pPr>
            <a:r>
              <a:rPr kumimoji="0" lang="es-ES" sz="1600" b="1" i="0" u="none" strike="noStrike" kern="0" cap="none" spc="0" normalizeH="0" baseline="0" noProof="0" dirty="0">
                <a:ln>
                  <a:noFill/>
                </a:ln>
                <a:solidFill>
                  <a:srgbClr val="0E166B"/>
                </a:solidFill>
                <a:effectLst/>
                <a:uLnTx/>
                <a:uFillTx/>
                <a:latin typeface="Josefin Sans" panose="020F0502020204030204" pitchFamily="2" charset="0"/>
                <a:sym typeface="Squada One"/>
              </a:rPr>
              <a:t>DATA ENGINEERING &amp; INFRASTRUCTURE</a:t>
            </a:r>
          </a:p>
          <a:p>
            <a:endParaRPr lang="es-ES" b="1" dirty="0">
              <a:solidFill>
                <a:srgbClr val="0E166B"/>
              </a:solidFill>
            </a:endParaRPr>
          </a:p>
        </p:txBody>
      </p:sp>
      <p:sp>
        <p:nvSpPr>
          <p:cNvPr id="13" name="Subtitle 12">
            <a:extLst>
              <a:ext uri="{FF2B5EF4-FFF2-40B4-BE49-F238E27FC236}">
                <a16:creationId xmlns:a16="http://schemas.microsoft.com/office/drawing/2014/main" id="{AF064464-8FA8-F09A-F96F-842F884BE4FA}"/>
              </a:ext>
            </a:extLst>
          </p:cNvPr>
          <p:cNvSpPr>
            <a:spLocks noGrp="1"/>
          </p:cNvSpPr>
          <p:nvPr>
            <p:ph type="subTitle" idx="4294967295"/>
          </p:nvPr>
        </p:nvSpPr>
        <p:spPr>
          <a:xfrm>
            <a:off x="3302253" y="4808028"/>
            <a:ext cx="2592388" cy="619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Squada One"/>
              <a:buNone/>
              <a:tabLst/>
              <a:defRPr/>
            </a:pPr>
            <a:r>
              <a:rPr kumimoji="0" lang="es-ES" sz="1600" b="1" i="0" u="none" strike="noStrike" kern="0" cap="none" spc="0" normalizeH="0" baseline="0" noProof="0" dirty="0">
                <a:ln>
                  <a:noFill/>
                </a:ln>
                <a:solidFill>
                  <a:srgbClr val="0E166B"/>
                </a:solidFill>
                <a:effectLst/>
                <a:uLnTx/>
                <a:uFillTx/>
                <a:latin typeface="Josefin Sans" panose="020F0502020204030204" pitchFamily="2" charset="0"/>
                <a:sym typeface="Squada One"/>
              </a:rPr>
              <a:t>PROCESS DISCOVERY &amp; STRATEGY</a:t>
            </a:r>
          </a:p>
          <a:p>
            <a:endParaRPr lang="es-ES" b="1" dirty="0">
              <a:solidFill>
                <a:srgbClr val="0E166B"/>
              </a:solidFill>
            </a:endParaRPr>
          </a:p>
        </p:txBody>
      </p:sp>
      <p:sp>
        <p:nvSpPr>
          <p:cNvPr id="15" name="Subtitle 14">
            <a:extLst>
              <a:ext uri="{FF2B5EF4-FFF2-40B4-BE49-F238E27FC236}">
                <a16:creationId xmlns:a16="http://schemas.microsoft.com/office/drawing/2014/main" id="{D890478D-EC95-1633-5B19-1B8935493FC5}"/>
              </a:ext>
            </a:extLst>
          </p:cNvPr>
          <p:cNvSpPr>
            <a:spLocks noGrp="1"/>
          </p:cNvSpPr>
          <p:nvPr>
            <p:ph type="subTitle" idx="4294967295"/>
          </p:nvPr>
        </p:nvSpPr>
        <p:spPr>
          <a:xfrm>
            <a:off x="6555764" y="4803520"/>
            <a:ext cx="2074863" cy="619125"/>
          </a:xfrm>
          <a:prstGeom prst="rect">
            <a:avLst/>
          </a:prstGeom>
        </p:spPr>
        <p:txBody>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Squada One"/>
              <a:buNone/>
              <a:tabLst/>
              <a:defRPr/>
            </a:pPr>
            <a:r>
              <a:rPr kumimoji="0" lang="es-ES" sz="1600" b="1" i="0" u="none" strike="noStrike" kern="0" cap="none" spc="0" normalizeH="0" baseline="0" noProof="0" dirty="0">
                <a:ln>
                  <a:noFill/>
                </a:ln>
                <a:solidFill>
                  <a:srgbClr val="0E166B"/>
                </a:solidFill>
                <a:effectLst/>
                <a:uLnTx/>
                <a:uFillTx/>
                <a:latin typeface="Josefin Sans" panose="020F0502020204030204" pitchFamily="2" charset="0"/>
                <a:sym typeface="Squada One"/>
              </a:rPr>
              <a:t>REPORTING &amp; ANALYTICS</a:t>
            </a:r>
          </a:p>
          <a:p>
            <a:endParaRPr lang="es-ES" b="1" dirty="0">
              <a:solidFill>
                <a:srgbClr val="0E166B"/>
              </a:solidFill>
            </a:endParaRPr>
          </a:p>
        </p:txBody>
      </p:sp>
      <p:pic>
        <p:nvPicPr>
          <p:cNvPr id="16" name="Graphic 15" descr="Business Growth with solid fill">
            <a:extLst>
              <a:ext uri="{FF2B5EF4-FFF2-40B4-BE49-F238E27FC236}">
                <a16:creationId xmlns:a16="http://schemas.microsoft.com/office/drawing/2014/main" id="{2EE8F1FC-76E0-D125-960B-C342E9BC2F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61181" y="3818085"/>
            <a:ext cx="732376" cy="731520"/>
          </a:xfrm>
          <a:prstGeom prst="rect">
            <a:avLst/>
          </a:prstGeom>
        </p:spPr>
      </p:pic>
      <p:pic>
        <p:nvPicPr>
          <p:cNvPr id="20" name="Graphic 19" descr="Briefcase with solid fill">
            <a:extLst>
              <a:ext uri="{FF2B5EF4-FFF2-40B4-BE49-F238E27FC236}">
                <a16:creationId xmlns:a16="http://schemas.microsoft.com/office/drawing/2014/main" id="{A06A77E4-2E92-917D-351D-D2B7084E797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80630" y="3314914"/>
            <a:ext cx="731520" cy="731520"/>
          </a:xfrm>
          <a:prstGeom prst="rect">
            <a:avLst/>
          </a:prstGeom>
        </p:spPr>
      </p:pic>
      <p:pic>
        <p:nvPicPr>
          <p:cNvPr id="22" name="Graphic 21" descr="Clipboard outline">
            <a:extLst>
              <a:ext uri="{FF2B5EF4-FFF2-40B4-BE49-F238E27FC236}">
                <a16:creationId xmlns:a16="http://schemas.microsoft.com/office/drawing/2014/main" id="{87325ED0-300F-EA2B-2032-0A9EC9DE322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33047" y="3827747"/>
            <a:ext cx="731520" cy="731520"/>
          </a:xfrm>
          <a:prstGeom prst="rect">
            <a:avLst/>
          </a:prstGeom>
        </p:spPr>
      </p:pic>
      <p:pic>
        <p:nvPicPr>
          <p:cNvPr id="23" name="Graphic 22" descr="Gears outline">
            <a:extLst>
              <a:ext uri="{FF2B5EF4-FFF2-40B4-BE49-F238E27FC236}">
                <a16:creationId xmlns:a16="http://schemas.microsoft.com/office/drawing/2014/main" id="{77975B98-4894-0284-4F0D-D42F3649AAA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637858" y="3314914"/>
            <a:ext cx="868509" cy="731520"/>
          </a:xfrm>
          <a:prstGeom prst="rect">
            <a:avLst/>
          </a:prstGeom>
        </p:spPr>
      </p:pic>
      <p:sp>
        <p:nvSpPr>
          <p:cNvPr id="24" name="Google Shape;1789;p148">
            <a:extLst>
              <a:ext uri="{FF2B5EF4-FFF2-40B4-BE49-F238E27FC236}">
                <a16:creationId xmlns:a16="http://schemas.microsoft.com/office/drawing/2014/main" id="{90E61F54-90B8-58C8-D240-A6989DA8AC34}"/>
              </a:ext>
            </a:extLst>
          </p:cNvPr>
          <p:cNvSpPr/>
          <p:nvPr/>
        </p:nvSpPr>
        <p:spPr>
          <a:xfrm>
            <a:off x="2592297" y="3210677"/>
            <a:ext cx="1129259" cy="977954"/>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noFill/>
          <a:ln w="28575" cap="flat" cmpd="sng">
            <a:solidFill>
              <a:srgbClr val="921D8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25" name="Google Shape;1786;p148">
            <a:extLst>
              <a:ext uri="{FF2B5EF4-FFF2-40B4-BE49-F238E27FC236}">
                <a16:creationId xmlns:a16="http://schemas.microsoft.com/office/drawing/2014/main" id="{99CA014D-D555-4EE9-4A62-82002C36CACA}"/>
              </a:ext>
            </a:extLst>
          </p:cNvPr>
          <p:cNvSpPr/>
          <p:nvPr/>
        </p:nvSpPr>
        <p:spPr>
          <a:xfrm>
            <a:off x="7028557" y="3694868"/>
            <a:ext cx="1129279" cy="977954"/>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noFill/>
          <a:ln w="28575" cap="flat" cmpd="sng">
            <a:solidFill>
              <a:srgbClr val="921D8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E166B"/>
              </a:solidFill>
              <a:latin typeface="Arial"/>
              <a:cs typeface="Arial"/>
              <a:sym typeface="Arial"/>
            </a:endParaRPr>
          </a:p>
        </p:txBody>
      </p:sp>
      <p:sp>
        <p:nvSpPr>
          <p:cNvPr id="26" name="Subtitle 12">
            <a:extLst>
              <a:ext uri="{FF2B5EF4-FFF2-40B4-BE49-F238E27FC236}">
                <a16:creationId xmlns:a16="http://schemas.microsoft.com/office/drawing/2014/main" id="{96272BB5-B218-2C51-9BAC-E7379407F037}"/>
              </a:ext>
            </a:extLst>
          </p:cNvPr>
          <p:cNvSpPr txBox="1">
            <a:spLocks/>
          </p:cNvSpPr>
          <p:nvPr/>
        </p:nvSpPr>
        <p:spPr>
          <a:xfrm>
            <a:off x="1854721" y="2553844"/>
            <a:ext cx="2592388" cy="6191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Clr>
                <a:srgbClr val="000000"/>
              </a:buClr>
              <a:buSzPts val="1100"/>
              <a:buFont typeface="Squada One"/>
              <a:buNone/>
              <a:defRPr/>
            </a:pPr>
            <a:r>
              <a:rPr lang="es-ES" sz="1600" b="1" kern="0" dirty="0">
                <a:solidFill>
                  <a:srgbClr val="0E166B"/>
                </a:solidFill>
                <a:latin typeface="Josefin Sans" panose="020F0502020204030204" pitchFamily="2" charset="0"/>
                <a:sym typeface="Squada One"/>
              </a:rPr>
              <a:t>TAILORED APPLICATION DEVELOPMENT</a:t>
            </a:r>
          </a:p>
          <a:p>
            <a:endParaRPr lang="es-ES" b="1" dirty="0">
              <a:solidFill>
                <a:srgbClr val="0E166B"/>
              </a:solidFill>
            </a:endParaRPr>
          </a:p>
        </p:txBody>
      </p:sp>
      <p:sp>
        <p:nvSpPr>
          <p:cNvPr id="30" name="Freeform: Shape 29">
            <a:extLst>
              <a:ext uri="{FF2B5EF4-FFF2-40B4-BE49-F238E27FC236}">
                <a16:creationId xmlns:a16="http://schemas.microsoft.com/office/drawing/2014/main" id="{6372EFAD-366D-5EFE-1E80-ED4E8CBD1C0A}"/>
              </a:ext>
            </a:extLst>
          </p:cNvPr>
          <p:cNvSpPr/>
          <p:nvPr/>
        </p:nvSpPr>
        <p:spPr>
          <a:xfrm>
            <a:off x="5764612" y="3411414"/>
            <a:ext cx="382097" cy="538520"/>
          </a:xfrm>
          <a:custGeom>
            <a:avLst/>
            <a:gdLst>
              <a:gd name="connsiteX0" fmla="*/ 292103 w 584206"/>
              <a:gd name="connsiteY0" fmla="*/ 0 h 704850"/>
              <a:gd name="connsiteX1" fmla="*/ 0 w 584206"/>
              <a:gd name="connsiteY1" fmla="*/ 117472 h 704850"/>
              <a:gd name="connsiteX2" fmla="*/ 0 w 584206"/>
              <a:gd name="connsiteY2" fmla="*/ 587378 h 704850"/>
              <a:gd name="connsiteX3" fmla="*/ 292103 w 584206"/>
              <a:gd name="connsiteY3" fmla="*/ 704850 h 704850"/>
              <a:gd name="connsiteX4" fmla="*/ 584206 w 584206"/>
              <a:gd name="connsiteY4" fmla="*/ 587378 h 704850"/>
              <a:gd name="connsiteX5" fmla="*/ 584206 w 584206"/>
              <a:gd name="connsiteY5" fmla="*/ 117472 h 704850"/>
              <a:gd name="connsiteX6" fmla="*/ 292103 w 584206"/>
              <a:gd name="connsiteY6" fmla="*/ 0 h 704850"/>
              <a:gd name="connsiteX7" fmla="*/ 292103 w 584206"/>
              <a:gd name="connsiteY7" fmla="*/ 57150 h 704850"/>
              <a:gd name="connsiteX8" fmla="*/ 527056 w 584206"/>
              <a:gd name="connsiteY8" fmla="*/ 117472 h 704850"/>
              <a:gd name="connsiteX9" fmla="*/ 292103 w 584206"/>
              <a:gd name="connsiteY9" fmla="*/ 177803 h 704850"/>
              <a:gd name="connsiteX10" fmla="*/ 57150 w 584206"/>
              <a:gd name="connsiteY10" fmla="*/ 117472 h 704850"/>
              <a:gd name="connsiteX11" fmla="*/ 292103 w 584206"/>
              <a:gd name="connsiteY11" fmla="*/ 57150 h 704850"/>
              <a:gd name="connsiteX12" fmla="*/ 292103 w 584206"/>
              <a:gd name="connsiteY12" fmla="*/ 647700 h 704850"/>
              <a:gd name="connsiteX13" fmla="*/ 57150 w 584206"/>
              <a:gd name="connsiteY13" fmla="*/ 587378 h 704850"/>
              <a:gd name="connsiteX14" fmla="*/ 57150 w 584206"/>
              <a:gd name="connsiteY14" fmla="*/ 191043 h 704850"/>
              <a:gd name="connsiteX15" fmla="*/ 292103 w 584206"/>
              <a:gd name="connsiteY15" fmla="*/ 234953 h 704850"/>
              <a:gd name="connsiteX16" fmla="*/ 527056 w 584206"/>
              <a:gd name="connsiteY16" fmla="*/ 191043 h 704850"/>
              <a:gd name="connsiteX17" fmla="*/ 527056 w 584206"/>
              <a:gd name="connsiteY17" fmla="*/ 587378 h 704850"/>
              <a:gd name="connsiteX18" fmla="*/ 292103 w 584206"/>
              <a:gd name="connsiteY18" fmla="*/ 64770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4206" h="704850">
                <a:moveTo>
                  <a:pt x="292103" y="0"/>
                </a:moveTo>
                <a:cubicBezTo>
                  <a:pt x="151419" y="0"/>
                  <a:pt x="0" y="36757"/>
                  <a:pt x="0" y="117472"/>
                </a:cubicBezTo>
                <a:lnTo>
                  <a:pt x="0" y="587378"/>
                </a:lnTo>
                <a:cubicBezTo>
                  <a:pt x="0" y="668093"/>
                  <a:pt x="151419" y="704850"/>
                  <a:pt x="292103" y="704850"/>
                </a:cubicBezTo>
                <a:cubicBezTo>
                  <a:pt x="432787" y="704850"/>
                  <a:pt x="584206" y="668093"/>
                  <a:pt x="584206" y="587378"/>
                </a:cubicBezTo>
                <a:lnTo>
                  <a:pt x="584206" y="117472"/>
                </a:lnTo>
                <a:cubicBezTo>
                  <a:pt x="584206" y="36757"/>
                  <a:pt x="432787" y="0"/>
                  <a:pt x="292103" y="0"/>
                </a:cubicBezTo>
                <a:close/>
                <a:moveTo>
                  <a:pt x="292103" y="57150"/>
                </a:moveTo>
                <a:cubicBezTo>
                  <a:pt x="444722" y="57150"/>
                  <a:pt x="527056" y="100013"/>
                  <a:pt x="527056" y="117472"/>
                </a:cubicBezTo>
                <a:cubicBezTo>
                  <a:pt x="527056" y="134931"/>
                  <a:pt x="444722" y="177803"/>
                  <a:pt x="292103" y="177803"/>
                </a:cubicBezTo>
                <a:cubicBezTo>
                  <a:pt x="139484" y="177803"/>
                  <a:pt x="57150" y="134941"/>
                  <a:pt x="57150" y="117472"/>
                </a:cubicBezTo>
                <a:cubicBezTo>
                  <a:pt x="57150" y="100003"/>
                  <a:pt x="139484" y="57150"/>
                  <a:pt x="292103" y="57150"/>
                </a:cubicBezTo>
                <a:close/>
                <a:moveTo>
                  <a:pt x="292103" y="647700"/>
                </a:moveTo>
                <a:cubicBezTo>
                  <a:pt x="139484" y="647700"/>
                  <a:pt x="57150" y="604838"/>
                  <a:pt x="57150" y="587378"/>
                </a:cubicBezTo>
                <a:lnTo>
                  <a:pt x="57150" y="191043"/>
                </a:lnTo>
                <a:cubicBezTo>
                  <a:pt x="114014" y="220866"/>
                  <a:pt x="205092" y="234953"/>
                  <a:pt x="292103" y="234953"/>
                </a:cubicBezTo>
                <a:cubicBezTo>
                  <a:pt x="379114" y="234953"/>
                  <a:pt x="470221" y="220866"/>
                  <a:pt x="527056" y="191043"/>
                </a:cubicBezTo>
                <a:lnTo>
                  <a:pt x="527056" y="587378"/>
                </a:lnTo>
                <a:cubicBezTo>
                  <a:pt x="527056" y="604838"/>
                  <a:pt x="444722" y="647700"/>
                  <a:pt x="292103" y="647700"/>
                </a:cubicBezTo>
                <a:close/>
              </a:path>
            </a:pathLst>
          </a:custGeom>
          <a:solidFill>
            <a:srgbClr val="921D86"/>
          </a:solidFill>
          <a:ln w="7541" cap="flat">
            <a:noFill/>
            <a:prstDash val="solid"/>
            <a:miter/>
          </a:ln>
        </p:spPr>
        <p:txBody>
          <a:bodyPr rtlCol="0" anchor="ctr"/>
          <a:lstStyle/>
          <a:p>
            <a:endParaRPr lang="bg-BG"/>
          </a:p>
        </p:txBody>
      </p:sp>
      <p:pic>
        <p:nvPicPr>
          <p:cNvPr id="38" name="Graphic 37" descr="Single gear with solid fill">
            <a:extLst>
              <a:ext uri="{FF2B5EF4-FFF2-40B4-BE49-F238E27FC236}">
                <a16:creationId xmlns:a16="http://schemas.microsoft.com/office/drawing/2014/main" id="{96DAB3C4-35E9-6F06-6EF6-2D1BD3BA443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93331" y="3275957"/>
            <a:ext cx="619125" cy="619125"/>
          </a:xfrm>
          <a:prstGeom prst="rect">
            <a:avLst/>
          </a:prstGeom>
        </p:spPr>
      </p:pic>
      <p:pic>
        <p:nvPicPr>
          <p:cNvPr id="39" name="Graphic 38" descr="Single gear with solid fill">
            <a:extLst>
              <a:ext uri="{FF2B5EF4-FFF2-40B4-BE49-F238E27FC236}">
                <a16:creationId xmlns:a16="http://schemas.microsoft.com/office/drawing/2014/main" id="{31E49CF5-C799-3939-A2CB-07DA7E0F0AF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782005" y="3506236"/>
            <a:ext cx="619125" cy="61912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140">
          <a:extLst>
            <a:ext uri="{FF2B5EF4-FFF2-40B4-BE49-F238E27FC236}">
              <a16:creationId xmlns:a16="http://schemas.microsoft.com/office/drawing/2014/main" id="{C8FA9B47-42C3-81FB-D50B-8B17D82F9C69}"/>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3E4B34B5-F33A-6443-0C76-83C71A4B73E1}"/>
              </a:ext>
            </a:extLst>
          </p:cNvPr>
          <p:cNvGrpSpPr/>
          <p:nvPr/>
        </p:nvGrpSpPr>
        <p:grpSpPr>
          <a:xfrm>
            <a:off x="3484350" y="3017878"/>
            <a:ext cx="2337449" cy="2404872"/>
            <a:chOff x="3465576" y="3153605"/>
            <a:chExt cx="2337449" cy="2404872"/>
          </a:xfrm>
        </p:grpSpPr>
        <p:sp>
          <p:nvSpPr>
            <p:cNvPr id="14" name="Rectangle 13">
              <a:extLst>
                <a:ext uri="{FF2B5EF4-FFF2-40B4-BE49-F238E27FC236}">
                  <a16:creationId xmlns:a16="http://schemas.microsoft.com/office/drawing/2014/main" id="{4F125064-CE31-F730-96B5-0B410A185376}"/>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0F32D493-6195-013F-4DFB-3E3ED975119E}"/>
                </a:ext>
              </a:extLst>
            </p:cNvPr>
            <p:cNvSpPr/>
            <p:nvPr/>
          </p:nvSpPr>
          <p:spPr>
            <a:xfrm>
              <a:off x="3504810" y="3192301"/>
              <a:ext cx="2258980" cy="2185214"/>
            </a:xfrm>
            <a:prstGeom prst="rect">
              <a:avLst/>
            </a:prstGeom>
            <a:noFill/>
          </p:spPr>
          <p:txBody>
            <a:bodyPr wrap="square">
              <a:spAutoFit/>
            </a:bodyPr>
            <a:lstStyle/>
            <a:p>
              <a:pPr algn="ctr">
                <a:spcAft>
                  <a:spcPts val="1200"/>
                </a:spcAft>
              </a:pPr>
              <a:r>
                <a:rPr lang="es-ES" sz="1400" b="1">
                  <a:solidFill>
                    <a:srgbClr val="0E166B"/>
                  </a:solidFill>
                  <a:latin typeface="Josefin Sans"/>
                </a:rPr>
                <a:t>MODULAR APPLICATION DESIGN</a:t>
              </a:r>
            </a:p>
            <a:p>
              <a:pPr algn="ctr"/>
              <a:r>
                <a:rPr lang="en-US" sz="1400" kern="0">
                  <a:solidFill>
                    <a:srgbClr val="0E166B"/>
                  </a:solidFill>
                  <a:latin typeface="Segoe UI Light"/>
                  <a:ea typeface="Roboto Condensed Light"/>
                  <a:cs typeface="Segoe UI Light"/>
                  <a:sym typeface="Roboto Condensed Light"/>
                </a:rPr>
                <a:t>Our flexible, modular approach allows easy customization and scalability, ensuring the application adapts to your evolving business needs.</a:t>
              </a:r>
            </a:p>
            <a:p>
              <a:pPr algn="ctr"/>
              <a:endParaRPr lang="es-ES" sz="1400" b="1">
                <a:solidFill>
                  <a:srgbClr val="0E166B"/>
                </a:solidFill>
                <a:latin typeface="Josefin Sans"/>
              </a:endParaRPr>
            </a:p>
          </p:txBody>
        </p:sp>
      </p:grpSp>
      <p:sp>
        <p:nvSpPr>
          <p:cNvPr id="6" name="Google Shape;1167;p122">
            <a:extLst>
              <a:ext uri="{FF2B5EF4-FFF2-40B4-BE49-F238E27FC236}">
                <a16:creationId xmlns:a16="http://schemas.microsoft.com/office/drawing/2014/main" id="{A1D5527B-77B1-B679-8E8E-B95CD4F54235}"/>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D77CEDC2-49AA-EC6B-0173-7BA8DC8C5C89}"/>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CB311D22-7E71-1246-2FA1-52B24D26EDA1}"/>
              </a:ext>
            </a:extLst>
          </p:cNvPr>
          <p:cNvSpPr txBox="1"/>
          <p:nvPr/>
        </p:nvSpPr>
        <p:spPr>
          <a:xfrm>
            <a:off x="2368417" y="1510534"/>
            <a:ext cx="9132547" cy="1077218"/>
          </a:xfrm>
          <a:prstGeom prst="rect">
            <a:avLst/>
          </a:prstGeom>
          <a:noFill/>
          <a:ln>
            <a:noFill/>
          </a:ln>
        </p:spPr>
        <p:txBody>
          <a:bodyPr wrap="square" lIns="91440" tIns="45720" rIns="91440" bIns="45720" rtlCol="0" anchor="t">
            <a:spAutoFit/>
          </a:bodyPr>
          <a:lstStyle/>
          <a:p>
            <a:r>
              <a:rPr lang="en-US" sz="1600">
                <a:solidFill>
                  <a:srgbClr val="0E166B"/>
                </a:solidFill>
                <a:latin typeface="Josefin Sans" panose="020F0502020204030204" pitchFamily="2" charset="0"/>
              </a:rPr>
              <a:t>We deliver tailored application development services that meet your unique business needs. Combining innovative technology with a deep understanding of your requirements, we ensure every solution is efficient, scalable, and aligned with your business goals, driving growth and streamlining processes.</a:t>
            </a:r>
            <a:endParaRPr lang="en-US" sz="1400">
              <a:solidFill>
                <a:srgbClr val="0E166B"/>
              </a:solidFill>
              <a:latin typeface="Segoe UI Light"/>
              <a:cs typeface="Arial"/>
            </a:endParaRPr>
          </a:p>
        </p:txBody>
      </p:sp>
      <p:grpSp>
        <p:nvGrpSpPr>
          <p:cNvPr id="26" name="Group 25">
            <a:extLst>
              <a:ext uri="{FF2B5EF4-FFF2-40B4-BE49-F238E27FC236}">
                <a16:creationId xmlns:a16="http://schemas.microsoft.com/office/drawing/2014/main" id="{5DD8FC06-DDD3-F301-5067-2B38FF7862D7}"/>
              </a:ext>
            </a:extLst>
          </p:cNvPr>
          <p:cNvGrpSpPr/>
          <p:nvPr/>
        </p:nvGrpSpPr>
        <p:grpSpPr>
          <a:xfrm>
            <a:off x="6250351" y="3017878"/>
            <a:ext cx="2337449" cy="2587430"/>
            <a:chOff x="5922264" y="3117029"/>
            <a:chExt cx="2337449" cy="2587430"/>
          </a:xfrm>
        </p:grpSpPr>
        <p:sp>
          <p:nvSpPr>
            <p:cNvPr id="16" name="Rectangle 15">
              <a:extLst>
                <a:ext uri="{FF2B5EF4-FFF2-40B4-BE49-F238E27FC236}">
                  <a16:creationId xmlns:a16="http://schemas.microsoft.com/office/drawing/2014/main" id="{AC6DFE09-7684-E2BD-46DF-3C74BF734AAC}"/>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ADD7D246-04B4-C05E-5520-B31E5F38AB37}"/>
                </a:ext>
              </a:extLst>
            </p:cNvPr>
            <p:cNvSpPr txBox="1">
              <a:spLocks/>
            </p:cNvSpPr>
            <p:nvPr/>
          </p:nvSpPr>
          <p:spPr>
            <a:xfrm>
              <a:off x="6029492" y="3149914"/>
              <a:ext cx="2122991" cy="2554545"/>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SCALABLE SOLUTION</a:t>
              </a:r>
              <a:endParaRPr lang="es-ES" sz="1050" kern="0">
                <a:latin typeface="Segoe UI Light"/>
                <a:ea typeface="Roboto Condensed Light"/>
                <a:cs typeface="Segoe UI Light"/>
              </a:endParaRPr>
            </a:p>
            <a:p>
              <a:r>
                <a:rPr lang="en-AU" b="0" kern="0">
                  <a:latin typeface="Segoe UI Light"/>
                  <a:ea typeface="Roboto Condensed Light"/>
                  <a:cs typeface="Segoe UI Light"/>
                </a:rPr>
                <a:t>We build scalable solutions that grow with your business, ensuring performance and efficiency even as user demand and complexity increase.</a:t>
              </a:r>
              <a:endParaRPr lang="es-ES" kern="0">
                <a:latin typeface="Segoe UI Light"/>
                <a:ea typeface="Roboto Condensed Light"/>
                <a:cs typeface="Segoe UI Light"/>
              </a:endParaRPr>
            </a:p>
            <a:p>
              <a:endParaRPr lang="es-ES"/>
            </a:p>
          </p:txBody>
        </p:sp>
      </p:grpSp>
      <p:grpSp>
        <p:nvGrpSpPr>
          <p:cNvPr id="27" name="Group 26">
            <a:extLst>
              <a:ext uri="{FF2B5EF4-FFF2-40B4-BE49-F238E27FC236}">
                <a16:creationId xmlns:a16="http://schemas.microsoft.com/office/drawing/2014/main" id="{30F64172-C6B5-4A25-3614-14C282076A32}"/>
              </a:ext>
            </a:extLst>
          </p:cNvPr>
          <p:cNvGrpSpPr/>
          <p:nvPr/>
        </p:nvGrpSpPr>
        <p:grpSpPr>
          <a:xfrm>
            <a:off x="9016350" y="3017878"/>
            <a:ext cx="2337450" cy="2404872"/>
            <a:chOff x="8378951" y="3117029"/>
            <a:chExt cx="2337450" cy="2404872"/>
          </a:xfrm>
        </p:grpSpPr>
        <p:sp>
          <p:nvSpPr>
            <p:cNvPr id="18" name="Rectangle 17">
              <a:extLst>
                <a:ext uri="{FF2B5EF4-FFF2-40B4-BE49-F238E27FC236}">
                  <a16:creationId xmlns:a16="http://schemas.microsoft.com/office/drawing/2014/main" id="{47308F1E-D8DE-8997-ADFB-BDE667FE477D}"/>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02A99FC4-B28C-CB68-A838-464ABCFC628E}"/>
                </a:ext>
              </a:extLst>
            </p:cNvPr>
            <p:cNvSpPr txBox="1">
              <a:spLocks/>
            </p:cNvSpPr>
            <p:nvPr/>
          </p:nvSpPr>
          <p:spPr>
            <a:xfrm>
              <a:off x="8378951" y="3149914"/>
              <a:ext cx="2337449" cy="2339102"/>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buClr>
                  <a:schemeClr val="dk1"/>
                </a:buClr>
                <a:buSzPts val="1100"/>
              </a:pPr>
              <a:r>
                <a:rPr lang="es-ES"/>
                <a:t>AUTOMATION &amp; EFFICIENCY</a:t>
              </a:r>
            </a:p>
            <a:p>
              <a:r>
                <a:rPr lang="en-AU" b="0" kern="0">
                  <a:latin typeface="Segoe UI Light"/>
                  <a:ea typeface="Roboto Condensed Light"/>
                  <a:cs typeface="Segoe UI Light"/>
                </a:rPr>
                <a:t>We automate manual processes, reducing the time spent on repetitive tasks and boosting productivity, and  also improving decision-making and collaboration.</a:t>
              </a:r>
              <a:endParaRPr lang="en-US" b="0" kern="0">
                <a:latin typeface="Segoe UI Light"/>
                <a:ea typeface="Roboto Condensed Light"/>
                <a:cs typeface="Segoe UI Light"/>
              </a:endParaRPr>
            </a:p>
            <a:p>
              <a:endParaRPr lang="es-ES"/>
            </a:p>
          </p:txBody>
        </p:sp>
      </p:grpSp>
      <p:grpSp>
        <p:nvGrpSpPr>
          <p:cNvPr id="22" name="Group 21">
            <a:extLst>
              <a:ext uri="{FF2B5EF4-FFF2-40B4-BE49-F238E27FC236}">
                <a16:creationId xmlns:a16="http://schemas.microsoft.com/office/drawing/2014/main" id="{D0BF0537-4D80-467A-9872-5A249BAC54B6}"/>
              </a:ext>
            </a:extLst>
          </p:cNvPr>
          <p:cNvGrpSpPr/>
          <p:nvPr/>
        </p:nvGrpSpPr>
        <p:grpSpPr>
          <a:xfrm>
            <a:off x="718349" y="3017878"/>
            <a:ext cx="2337449" cy="2433542"/>
            <a:chOff x="1008888" y="3153605"/>
            <a:chExt cx="2337449" cy="2433542"/>
          </a:xfrm>
        </p:grpSpPr>
        <p:sp>
          <p:nvSpPr>
            <p:cNvPr id="19" name="Rectangle 18">
              <a:extLst>
                <a:ext uri="{FF2B5EF4-FFF2-40B4-BE49-F238E27FC236}">
                  <a16:creationId xmlns:a16="http://schemas.microsoft.com/office/drawing/2014/main" id="{08521042-4B98-2391-F6C4-095F08412DFF}"/>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3A53027B-9BF1-9A2A-6B8A-9913CB959BB1}"/>
                </a:ext>
              </a:extLst>
            </p:cNvPr>
            <p:cNvSpPr/>
            <p:nvPr/>
          </p:nvSpPr>
          <p:spPr>
            <a:xfrm>
              <a:off x="1257411" y="3186490"/>
              <a:ext cx="1840401" cy="2400657"/>
            </a:xfrm>
            <a:prstGeom prst="rect">
              <a:avLst/>
            </a:prstGeom>
            <a:noFill/>
          </p:spPr>
          <p:txBody>
            <a:bodyPr wrap="square">
              <a:spAutoFit/>
            </a:bodyPr>
            <a:lstStyle/>
            <a:p>
              <a:pPr algn="ctr">
                <a:spcAft>
                  <a:spcPts val="1200"/>
                </a:spcAft>
              </a:pPr>
              <a:r>
                <a:rPr lang="es-ES" sz="1400" b="1">
                  <a:solidFill>
                    <a:srgbClr val="0E166B"/>
                  </a:solidFill>
                  <a:latin typeface="Josefin Sans"/>
                </a:rPr>
                <a:t>SEAMLESS INTEGRATION</a:t>
              </a:r>
              <a:endParaRPr lang="en-US" sz="1400" b="1">
                <a:solidFill>
                  <a:srgbClr val="0E166B"/>
                </a:solidFill>
                <a:latin typeface="Josefin Sans"/>
              </a:endParaRPr>
            </a:p>
            <a:p>
              <a:pPr algn="ctr"/>
              <a:r>
                <a:rPr lang="en-AU" sz="1400" kern="0">
                  <a:solidFill>
                    <a:srgbClr val="0E166B"/>
                  </a:solidFill>
                  <a:latin typeface="Segoe UI Light"/>
                  <a:cs typeface="Segoe UI Light"/>
                </a:rPr>
                <a:t>We seamlessly integrate with existing systems, ensuring smooth data flow and enhancing your business’s operational processes.</a:t>
              </a:r>
              <a:endParaRPr lang="en-AU" sz="1400">
                <a:solidFill>
                  <a:srgbClr val="0E166B"/>
                </a:solidFill>
                <a:latin typeface="Segoe UI Light"/>
                <a:cs typeface="Segoe UI Light"/>
              </a:endParaRPr>
            </a:p>
            <a:p>
              <a:pPr algn="ctr"/>
              <a:endParaRPr lang="es-ES" sz="1400" b="1">
                <a:solidFill>
                  <a:srgbClr val="0E166B"/>
                </a:solidFill>
                <a:latin typeface="Josefin Sans"/>
              </a:endParaRPr>
            </a:p>
          </p:txBody>
        </p:sp>
      </p:grpSp>
      <p:sp>
        <p:nvSpPr>
          <p:cNvPr id="2" name="Google Shape;1803;p148">
            <a:extLst>
              <a:ext uri="{FF2B5EF4-FFF2-40B4-BE49-F238E27FC236}">
                <a16:creationId xmlns:a16="http://schemas.microsoft.com/office/drawing/2014/main" id="{758335FA-5D54-D812-475A-BB8EEE96A810}"/>
              </a:ext>
            </a:extLst>
          </p:cNvPr>
          <p:cNvSpPr txBox="1">
            <a:spLocks noGrp="1"/>
          </p:cNvSpPr>
          <p:nvPr>
            <p:ph type="title"/>
          </p:nvPr>
        </p:nvSpPr>
        <p:spPr>
          <a:xfrm>
            <a:off x="0" y="241306"/>
            <a:ext cx="12192000" cy="687820"/>
          </a:xfrm>
          <a:prstGeom prst="rect">
            <a:avLst/>
          </a:prstGeom>
        </p:spPr>
        <p:txBody>
          <a:bodyPr spcFirstLastPara="1" wrap="square" lIns="121900" tIns="121900" rIns="121900" bIns="121900" anchor="t" anchorCtr="0">
            <a:noAutofit/>
          </a:bodyPr>
          <a:lstStyle/>
          <a:p>
            <a:pPr>
              <a:buClr>
                <a:schemeClr val="dk1"/>
              </a:buClr>
              <a:buSzPts val="1100"/>
            </a:pPr>
            <a:r>
              <a:rPr lang="en-US" sz="3200" b="1" kern="0">
                <a:solidFill>
                  <a:srgbClr val="FFFFFF"/>
                </a:solidFill>
                <a:latin typeface="Squada One"/>
                <a:sym typeface="Squada One"/>
              </a:rPr>
              <a:t>Tailored Application Development</a:t>
            </a:r>
            <a:br>
              <a:rPr lang="en-US" sz="3200" b="1" kern="0">
                <a:solidFill>
                  <a:srgbClr val="FFFFFF"/>
                </a:solidFill>
                <a:latin typeface="Squada One"/>
                <a:sym typeface="Squada One"/>
              </a:rPr>
            </a:br>
            <a:endParaRPr sz="3200" b="1" kern="0">
              <a:solidFill>
                <a:srgbClr val="FFFFFF"/>
              </a:solidFill>
              <a:latin typeface="Squada One"/>
              <a:sym typeface="Squada One"/>
            </a:endParaRPr>
          </a:p>
        </p:txBody>
      </p:sp>
    </p:spTree>
    <p:extLst>
      <p:ext uri="{BB962C8B-B14F-4D97-AF65-F5344CB8AC3E}">
        <p14:creationId xmlns:p14="http://schemas.microsoft.com/office/powerpoint/2010/main" val="44540220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140">
          <a:extLst>
            <a:ext uri="{FF2B5EF4-FFF2-40B4-BE49-F238E27FC236}">
              <a16:creationId xmlns:a16="http://schemas.microsoft.com/office/drawing/2014/main" id="{3C37DF55-4E20-5A2F-BEA0-58BE7F9E6AEE}"/>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7A4A9398-A31B-FA39-7934-5DF382FC6EBF}"/>
              </a:ext>
            </a:extLst>
          </p:cNvPr>
          <p:cNvGrpSpPr/>
          <p:nvPr/>
        </p:nvGrpSpPr>
        <p:grpSpPr>
          <a:xfrm>
            <a:off x="3484350" y="3017878"/>
            <a:ext cx="2337449" cy="2404872"/>
            <a:chOff x="3465576" y="3153605"/>
            <a:chExt cx="2337449" cy="2404872"/>
          </a:xfrm>
        </p:grpSpPr>
        <p:sp>
          <p:nvSpPr>
            <p:cNvPr id="14" name="Rectangle 13">
              <a:extLst>
                <a:ext uri="{FF2B5EF4-FFF2-40B4-BE49-F238E27FC236}">
                  <a16:creationId xmlns:a16="http://schemas.microsoft.com/office/drawing/2014/main" id="{26205A7E-E172-B237-2F50-31740F19CFD9}"/>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F9A91D6D-6A96-6859-D739-D590936D7E00}"/>
                </a:ext>
              </a:extLst>
            </p:cNvPr>
            <p:cNvSpPr/>
            <p:nvPr/>
          </p:nvSpPr>
          <p:spPr>
            <a:xfrm>
              <a:off x="3544045" y="3179416"/>
              <a:ext cx="2180510" cy="1969770"/>
            </a:xfrm>
            <a:prstGeom prst="rect">
              <a:avLst/>
            </a:prstGeom>
            <a:noFill/>
          </p:spPr>
          <p:txBody>
            <a:bodyPr wrap="square">
              <a:spAutoFit/>
            </a:bodyPr>
            <a:lstStyle/>
            <a:p>
              <a:pPr algn="ctr">
                <a:spcAft>
                  <a:spcPts val="1200"/>
                </a:spcAft>
              </a:pPr>
              <a:r>
                <a:rPr lang="es-ES" sz="1400" b="1">
                  <a:solidFill>
                    <a:srgbClr val="0E166B"/>
                  </a:solidFill>
                  <a:latin typeface="Josefin Sans"/>
                </a:rPr>
                <a:t>REQUIREMENTS GATHERING</a:t>
              </a:r>
            </a:p>
            <a:p>
              <a:pPr algn="ctr"/>
              <a:r>
                <a:rPr lang="en-US" sz="1400" kern="0">
                  <a:solidFill>
                    <a:srgbClr val="0E166B"/>
                  </a:solidFill>
                  <a:latin typeface="Segoe UI Light"/>
                  <a:ea typeface="Roboto Condensed Light"/>
                  <a:cs typeface="Segoe UI Light"/>
                  <a:sym typeface="Roboto Condensed Light"/>
                </a:rPr>
                <a:t>We conduct workshops with key users to document business requirements and align on KPIs and reporting objectives</a:t>
              </a:r>
            </a:p>
          </p:txBody>
        </p:sp>
      </p:grpSp>
      <p:sp>
        <p:nvSpPr>
          <p:cNvPr id="6" name="Google Shape;1167;p122">
            <a:extLst>
              <a:ext uri="{FF2B5EF4-FFF2-40B4-BE49-F238E27FC236}">
                <a16:creationId xmlns:a16="http://schemas.microsoft.com/office/drawing/2014/main" id="{2B29FE05-292E-44E8-F618-4F1E39CACB44}"/>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dirty="0">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34657959-7037-A0A1-01BD-5FACADE31A3C}"/>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10B2F552-1352-8388-19BF-82662D0266E0}"/>
              </a:ext>
            </a:extLst>
          </p:cNvPr>
          <p:cNvSpPr txBox="1"/>
          <p:nvPr/>
        </p:nvSpPr>
        <p:spPr>
          <a:xfrm>
            <a:off x="2337269" y="1615332"/>
            <a:ext cx="9132547" cy="830997"/>
          </a:xfrm>
          <a:prstGeom prst="rect">
            <a:avLst/>
          </a:prstGeom>
          <a:noFill/>
          <a:ln>
            <a:noFill/>
          </a:ln>
        </p:spPr>
        <p:txBody>
          <a:bodyPr wrap="square" lIns="91440" tIns="45720" rIns="91440" bIns="45720" rtlCol="0" anchor="t">
            <a:spAutoFit/>
          </a:bodyPr>
          <a:lstStyle/>
          <a:p>
            <a:r>
              <a:rPr lang="en-US" sz="1600" dirty="0">
                <a:solidFill>
                  <a:srgbClr val="0E166B"/>
                </a:solidFill>
                <a:latin typeface="Josefin Sans" panose="020F0502020204030204" pitchFamily="2" charset="0"/>
              </a:rPr>
              <a:t>We analyze your processes, systems, and infrastructure to identify improvement opportunities, delivering a strategic roadmap that transforms your reporting and analytics capabilities, driving a data-driven vision.</a:t>
            </a:r>
          </a:p>
        </p:txBody>
      </p:sp>
      <p:grpSp>
        <p:nvGrpSpPr>
          <p:cNvPr id="26" name="Group 25">
            <a:extLst>
              <a:ext uri="{FF2B5EF4-FFF2-40B4-BE49-F238E27FC236}">
                <a16:creationId xmlns:a16="http://schemas.microsoft.com/office/drawing/2014/main" id="{29853C21-A9AB-853B-8855-AA88A3FCBC74}"/>
              </a:ext>
            </a:extLst>
          </p:cNvPr>
          <p:cNvGrpSpPr/>
          <p:nvPr/>
        </p:nvGrpSpPr>
        <p:grpSpPr>
          <a:xfrm>
            <a:off x="6250350" y="3017878"/>
            <a:ext cx="2337450" cy="2433769"/>
            <a:chOff x="5922263" y="3117029"/>
            <a:chExt cx="2337450" cy="2433769"/>
          </a:xfrm>
        </p:grpSpPr>
        <p:sp>
          <p:nvSpPr>
            <p:cNvPr id="16" name="Rectangle 15">
              <a:extLst>
                <a:ext uri="{FF2B5EF4-FFF2-40B4-BE49-F238E27FC236}">
                  <a16:creationId xmlns:a16="http://schemas.microsoft.com/office/drawing/2014/main" id="{4341FA2E-D3F3-A76A-4381-8F4888B14DCC}"/>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5FE1076B-9452-1827-294F-B06D020F1F4E}"/>
                </a:ext>
              </a:extLst>
            </p:cNvPr>
            <p:cNvSpPr txBox="1">
              <a:spLocks/>
            </p:cNvSpPr>
            <p:nvPr/>
          </p:nvSpPr>
          <p:spPr>
            <a:xfrm>
              <a:off x="5922263" y="3150141"/>
              <a:ext cx="2337449" cy="2400657"/>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GAP ANALYSIS</a:t>
              </a:r>
            </a:p>
            <a:p>
              <a:pPr>
                <a:spcAft>
                  <a:spcPts val="0"/>
                </a:spcAft>
              </a:pPr>
              <a:r>
                <a:rPr lang="en-US" b="0" kern="0">
                  <a:latin typeface="Segoe UI Light"/>
                  <a:ea typeface="Roboto Condensed Light"/>
                  <a:cs typeface="Segoe UI Light"/>
                </a:rPr>
                <a:t>Through gap analysis discrepancies are identified between current and desired state, for which we provide recommendations. Assess data consistency and accessibility and evaluate report accuracy and effectiveness</a:t>
              </a:r>
            </a:p>
          </p:txBody>
        </p:sp>
      </p:grpSp>
      <p:grpSp>
        <p:nvGrpSpPr>
          <p:cNvPr id="27" name="Group 26">
            <a:extLst>
              <a:ext uri="{FF2B5EF4-FFF2-40B4-BE49-F238E27FC236}">
                <a16:creationId xmlns:a16="http://schemas.microsoft.com/office/drawing/2014/main" id="{AF81495A-5492-1108-6AAF-87FAC61807AB}"/>
              </a:ext>
            </a:extLst>
          </p:cNvPr>
          <p:cNvGrpSpPr/>
          <p:nvPr/>
        </p:nvGrpSpPr>
        <p:grpSpPr>
          <a:xfrm>
            <a:off x="9016351" y="3017878"/>
            <a:ext cx="2337449" cy="2404872"/>
            <a:chOff x="8378952" y="3117029"/>
            <a:chExt cx="2337449" cy="2404872"/>
          </a:xfrm>
        </p:grpSpPr>
        <p:sp>
          <p:nvSpPr>
            <p:cNvPr id="18" name="Rectangle 17">
              <a:extLst>
                <a:ext uri="{FF2B5EF4-FFF2-40B4-BE49-F238E27FC236}">
                  <a16:creationId xmlns:a16="http://schemas.microsoft.com/office/drawing/2014/main" id="{F31EA592-540F-C098-2CAF-64E2F1CC3969}"/>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6F951D75-3CE2-7911-636F-6E78BB3F1458}"/>
                </a:ext>
              </a:extLst>
            </p:cNvPr>
            <p:cNvSpPr txBox="1">
              <a:spLocks/>
            </p:cNvSpPr>
            <p:nvPr/>
          </p:nvSpPr>
          <p:spPr>
            <a:xfrm>
              <a:off x="8535924" y="3210483"/>
              <a:ext cx="2023504" cy="1969770"/>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buClr>
                  <a:schemeClr val="dk1"/>
                </a:buClr>
                <a:buSzPts val="1100"/>
              </a:pPr>
              <a:r>
                <a:rPr lang="es-ES"/>
                <a:t>GOVERNANCE &amp; SECURITY</a:t>
              </a:r>
            </a:p>
            <a:p>
              <a:pPr>
                <a:spcAft>
                  <a:spcPts val="0"/>
                </a:spcAft>
              </a:pPr>
              <a:r>
                <a:rPr lang="en-US" b="0" kern="0">
                  <a:latin typeface="Segoe UI Light"/>
                  <a:cs typeface="Segoe UI Light"/>
                </a:rPr>
                <a:t>Assess data governance frameworks, review security protocols and identify compliance requirements</a:t>
              </a:r>
              <a:r>
                <a:rPr lang="en-AU" b="0" kern="0">
                  <a:latin typeface="Segoe UI Light"/>
                  <a:cs typeface="Segoe UI Light"/>
                </a:rPr>
                <a:t>.</a:t>
              </a:r>
              <a:endParaRPr lang="en-US" b="0" kern="0">
                <a:latin typeface="Segoe UI Light"/>
                <a:cs typeface="Segoe UI Light"/>
              </a:endParaRPr>
            </a:p>
            <a:p>
              <a:endParaRPr lang="es-ES"/>
            </a:p>
          </p:txBody>
        </p:sp>
      </p:grpSp>
      <p:grpSp>
        <p:nvGrpSpPr>
          <p:cNvPr id="22" name="Group 21">
            <a:extLst>
              <a:ext uri="{FF2B5EF4-FFF2-40B4-BE49-F238E27FC236}">
                <a16:creationId xmlns:a16="http://schemas.microsoft.com/office/drawing/2014/main" id="{FEC3C3AE-7FF9-F669-3F7C-CEBAB34C581E}"/>
              </a:ext>
            </a:extLst>
          </p:cNvPr>
          <p:cNvGrpSpPr/>
          <p:nvPr/>
        </p:nvGrpSpPr>
        <p:grpSpPr>
          <a:xfrm>
            <a:off x="718349" y="3017878"/>
            <a:ext cx="2337449" cy="2404872"/>
            <a:chOff x="1008888" y="3153605"/>
            <a:chExt cx="2337449" cy="2404872"/>
          </a:xfrm>
        </p:grpSpPr>
        <p:sp>
          <p:nvSpPr>
            <p:cNvPr id="19" name="Rectangle 18">
              <a:extLst>
                <a:ext uri="{FF2B5EF4-FFF2-40B4-BE49-F238E27FC236}">
                  <a16:creationId xmlns:a16="http://schemas.microsoft.com/office/drawing/2014/main" id="{54F01D2F-0EF5-8E94-EB07-54A21EADD47D}"/>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02915F06-AF0A-F3AA-EE15-B8A34A666FA0}"/>
                </a:ext>
              </a:extLst>
            </p:cNvPr>
            <p:cNvSpPr/>
            <p:nvPr/>
          </p:nvSpPr>
          <p:spPr>
            <a:xfrm>
              <a:off x="1128739" y="3224010"/>
              <a:ext cx="2124456" cy="2185214"/>
            </a:xfrm>
            <a:prstGeom prst="rect">
              <a:avLst/>
            </a:prstGeom>
            <a:noFill/>
          </p:spPr>
          <p:txBody>
            <a:bodyPr wrap="square">
              <a:spAutoFit/>
            </a:bodyPr>
            <a:lstStyle/>
            <a:p>
              <a:pPr algn="ctr">
                <a:spcAft>
                  <a:spcPts val="1200"/>
                </a:spcAft>
              </a:pPr>
              <a:r>
                <a:rPr lang="es-ES" sz="1400" b="1">
                  <a:solidFill>
                    <a:srgbClr val="0E166B"/>
                  </a:solidFill>
                  <a:latin typeface="Josefin Sans"/>
                </a:rPr>
                <a:t>DISCOVERY ASSESSMENT</a:t>
              </a:r>
            </a:p>
            <a:p>
              <a:pPr algn="ctr"/>
              <a:r>
                <a:rPr lang="en-US" sz="1400" kern="0">
                  <a:solidFill>
                    <a:srgbClr val="0E166B"/>
                  </a:solidFill>
                  <a:latin typeface="Segoe UI Light"/>
                  <a:cs typeface="Segoe UI Light"/>
                </a:rPr>
                <a:t>We evaluate existing tools, processes and data sources, conduct stakeholder interviews and analyze current reporting methods</a:t>
              </a:r>
            </a:p>
            <a:p>
              <a:pPr algn="ctr"/>
              <a:endParaRPr lang="es-ES" sz="1400" b="1">
                <a:solidFill>
                  <a:srgbClr val="0E166B"/>
                </a:solidFill>
                <a:latin typeface="Josefin Sans"/>
              </a:endParaRPr>
            </a:p>
          </p:txBody>
        </p:sp>
      </p:grpSp>
      <p:sp>
        <p:nvSpPr>
          <p:cNvPr id="2" name="Google Shape;1803;p148">
            <a:extLst>
              <a:ext uri="{FF2B5EF4-FFF2-40B4-BE49-F238E27FC236}">
                <a16:creationId xmlns:a16="http://schemas.microsoft.com/office/drawing/2014/main" id="{CDB68C24-9F5E-F1B1-3008-27544084A7E8}"/>
              </a:ext>
            </a:extLst>
          </p:cNvPr>
          <p:cNvSpPr txBox="1">
            <a:spLocks noGrp="1"/>
          </p:cNvSpPr>
          <p:nvPr>
            <p:ph type="title"/>
          </p:nvPr>
        </p:nvSpPr>
        <p:spPr>
          <a:xfrm>
            <a:off x="0" y="236338"/>
            <a:ext cx="12192000" cy="687820"/>
          </a:xfrm>
          <a:prstGeom prst="rect">
            <a:avLst/>
          </a:prstGeom>
        </p:spPr>
        <p:txBody>
          <a:bodyPr spcFirstLastPara="1" wrap="square" lIns="121900" tIns="121900" rIns="121900" bIns="121900" anchor="t" anchorCtr="0">
            <a:noAutofit/>
          </a:bodyPr>
          <a:lstStyle/>
          <a:p>
            <a:pPr>
              <a:buClr>
                <a:schemeClr val="dk1"/>
              </a:buClr>
              <a:buSzPts val="1100"/>
            </a:pPr>
            <a:r>
              <a:rPr lang="en-US" sz="3200" b="1" kern="0" dirty="0">
                <a:solidFill>
                  <a:srgbClr val="FFFFFF"/>
                </a:solidFill>
                <a:latin typeface="Squada One"/>
                <a:sym typeface="Squada One"/>
              </a:rPr>
              <a:t>Process Discovery &amp; Strategy </a:t>
            </a:r>
            <a:br>
              <a:rPr lang="en-US" sz="3200" b="1" kern="0" dirty="0">
                <a:solidFill>
                  <a:srgbClr val="FFFFFF"/>
                </a:solidFill>
                <a:latin typeface="Squada One"/>
                <a:sym typeface="Squada One"/>
              </a:rPr>
            </a:br>
            <a:br>
              <a:rPr lang="en-US" sz="3200" b="1" kern="0" dirty="0">
                <a:solidFill>
                  <a:srgbClr val="FFFFFF"/>
                </a:solidFill>
                <a:latin typeface="Squada One"/>
                <a:sym typeface="Squada One"/>
              </a:rPr>
            </a:br>
            <a:endParaRPr sz="3200" b="1" kern="0" dirty="0">
              <a:solidFill>
                <a:srgbClr val="FFFFFF"/>
              </a:solidFill>
              <a:latin typeface="Squada One"/>
              <a:sym typeface="Squada One"/>
            </a:endParaRPr>
          </a:p>
        </p:txBody>
      </p:sp>
    </p:spTree>
    <p:extLst>
      <p:ext uri="{BB962C8B-B14F-4D97-AF65-F5344CB8AC3E}">
        <p14:creationId xmlns:p14="http://schemas.microsoft.com/office/powerpoint/2010/main" val="178126591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140">
          <a:extLst>
            <a:ext uri="{FF2B5EF4-FFF2-40B4-BE49-F238E27FC236}">
              <a16:creationId xmlns:a16="http://schemas.microsoft.com/office/drawing/2014/main" id="{B2689549-E2EC-15D2-A30E-31B25BB7FDBF}"/>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8E25610F-AFAC-7657-D9A7-2BC2914CF71D}"/>
              </a:ext>
            </a:extLst>
          </p:cNvPr>
          <p:cNvGrpSpPr/>
          <p:nvPr/>
        </p:nvGrpSpPr>
        <p:grpSpPr>
          <a:xfrm>
            <a:off x="3484350" y="3017878"/>
            <a:ext cx="2337449" cy="2404872"/>
            <a:chOff x="3465576" y="3153605"/>
            <a:chExt cx="2337449" cy="2404872"/>
          </a:xfrm>
        </p:grpSpPr>
        <p:sp>
          <p:nvSpPr>
            <p:cNvPr id="14" name="Rectangle 13">
              <a:extLst>
                <a:ext uri="{FF2B5EF4-FFF2-40B4-BE49-F238E27FC236}">
                  <a16:creationId xmlns:a16="http://schemas.microsoft.com/office/drawing/2014/main" id="{765E830F-D060-9E4B-6228-2E27CAF8DFB2}"/>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246A5B53-C18D-E1F9-0528-4B4051BD8223}"/>
                </a:ext>
              </a:extLst>
            </p:cNvPr>
            <p:cNvSpPr/>
            <p:nvPr/>
          </p:nvSpPr>
          <p:spPr>
            <a:xfrm>
              <a:off x="3544045" y="3179416"/>
              <a:ext cx="2180510" cy="2185214"/>
            </a:xfrm>
            <a:prstGeom prst="rect">
              <a:avLst/>
            </a:prstGeom>
            <a:noFill/>
          </p:spPr>
          <p:txBody>
            <a:bodyPr wrap="square">
              <a:spAutoFit/>
            </a:bodyPr>
            <a:lstStyle/>
            <a:p>
              <a:pPr algn="ctr"/>
              <a:r>
                <a:rPr lang="es-ES" sz="1400" b="1">
                  <a:solidFill>
                    <a:srgbClr val="0E166B"/>
                  </a:solidFill>
                  <a:latin typeface="Josefin Sans"/>
                </a:rPr>
                <a:t>SEAMLESS </a:t>
              </a:r>
            </a:p>
            <a:p>
              <a:pPr algn="ctr">
                <a:spcAft>
                  <a:spcPts val="1200"/>
                </a:spcAft>
              </a:pPr>
              <a:r>
                <a:rPr lang="es-ES" sz="1400" b="1">
                  <a:solidFill>
                    <a:srgbClr val="0E166B"/>
                  </a:solidFill>
                  <a:latin typeface="Josefin Sans"/>
                </a:rPr>
                <a:t>DATA INTEGRATION</a:t>
              </a:r>
            </a:p>
            <a:p>
              <a:pPr algn="ctr"/>
              <a:r>
                <a:rPr lang="en-US" sz="1400" kern="0">
                  <a:solidFill>
                    <a:srgbClr val="0E166B"/>
                  </a:solidFill>
                  <a:latin typeface="Segoe UI Light"/>
                  <a:ea typeface="Roboto Condensed Light"/>
                  <a:cs typeface="Segoe UI Light"/>
                  <a:sym typeface="Roboto Condensed Light"/>
                </a:rPr>
                <a:t>We implement robust ingestion pipelines using APIs, automation tools, and cloud storage to ensure reliable, real-time or batch data flow across all systems.</a:t>
              </a:r>
            </a:p>
          </p:txBody>
        </p:sp>
      </p:grpSp>
      <p:sp>
        <p:nvSpPr>
          <p:cNvPr id="4" name="Google Shape;1087;p33">
            <a:extLst>
              <a:ext uri="{FF2B5EF4-FFF2-40B4-BE49-F238E27FC236}">
                <a16:creationId xmlns:a16="http://schemas.microsoft.com/office/drawing/2014/main" id="{C34F82E7-E984-7DB4-2414-96A4344326A4}"/>
              </a:ext>
            </a:extLst>
          </p:cNvPr>
          <p:cNvSpPr txBox="1">
            <a:spLocks/>
          </p:cNvSpPr>
          <p:nvPr/>
        </p:nvSpPr>
        <p:spPr>
          <a:xfrm>
            <a:off x="0" y="148124"/>
            <a:ext cx="10185075"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Data Engineering &amp; Infrastructure</a:t>
            </a:r>
          </a:p>
        </p:txBody>
      </p:sp>
      <p:sp>
        <p:nvSpPr>
          <p:cNvPr id="6" name="Google Shape;1167;p122">
            <a:extLst>
              <a:ext uri="{FF2B5EF4-FFF2-40B4-BE49-F238E27FC236}">
                <a16:creationId xmlns:a16="http://schemas.microsoft.com/office/drawing/2014/main" id="{96F80059-17D7-D3DA-D401-955F44AE233E}"/>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dirty="0">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F6B3C19C-4278-5B25-49F4-89A49EAAF0FF}"/>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DA6C9173-BBC9-0C50-CB88-14772D71D0CC}"/>
              </a:ext>
            </a:extLst>
          </p:cNvPr>
          <p:cNvSpPr txBox="1"/>
          <p:nvPr/>
        </p:nvSpPr>
        <p:spPr>
          <a:xfrm>
            <a:off x="2337269" y="1712689"/>
            <a:ext cx="9132547" cy="584775"/>
          </a:xfrm>
          <a:prstGeom prst="rect">
            <a:avLst/>
          </a:prstGeom>
          <a:noFill/>
          <a:ln>
            <a:noFill/>
          </a:ln>
        </p:spPr>
        <p:txBody>
          <a:bodyPr wrap="square" lIns="91440" tIns="45720" rIns="91440" bIns="45720" rtlCol="0" anchor="t">
            <a:spAutoFit/>
          </a:bodyPr>
          <a:lstStyle/>
          <a:p>
            <a:r>
              <a:rPr lang="en-US" sz="1600" dirty="0">
                <a:solidFill>
                  <a:srgbClr val="0E166B"/>
                </a:solidFill>
                <a:latin typeface="Josefin Sans" panose="020F0502020204030204" pitchFamily="2" charset="0"/>
              </a:rPr>
              <a:t>Enable your business to harness data-driven growth through our cutting-edge data architecture and cloud-based analytical infrastructure solutions.</a:t>
            </a:r>
          </a:p>
        </p:txBody>
      </p:sp>
      <p:grpSp>
        <p:nvGrpSpPr>
          <p:cNvPr id="26" name="Group 25">
            <a:extLst>
              <a:ext uri="{FF2B5EF4-FFF2-40B4-BE49-F238E27FC236}">
                <a16:creationId xmlns:a16="http://schemas.microsoft.com/office/drawing/2014/main" id="{6DAA341F-ED87-9D94-C450-00C3A612710B}"/>
              </a:ext>
            </a:extLst>
          </p:cNvPr>
          <p:cNvGrpSpPr/>
          <p:nvPr/>
        </p:nvGrpSpPr>
        <p:grpSpPr>
          <a:xfrm>
            <a:off x="6250350" y="3017878"/>
            <a:ext cx="2337450" cy="2426468"/>
            <a:chOff x="5922263" y="3117029"/>
            <a:chExt cx="2337450" cy="2426468"/>
          </a:xfrm>
        </p:grpSpPr>
        <p:sp>
          <p:nvSpPr>
            <p:cNvPr id="16" name="Rectangle 15">
              <a:extLst>
                <a:ext uri="{FF2B5EF4-FFF2-40B4-BE49-F238E27FC236}">
                  <a16:creationId xmlns:a16="http://schemas.microsoft.com/office/drawing/2014/main" id="{CA6C2A9C-E707-740F-CB49-67E619578AAD}"/>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2FF1B55F-0854-9179-3EB5-ABEE0BC509BE}"/>
                </a:ext>
              </a:extLst>
            </p:cNvPr>
            <p:cNvSpPr txBox="1">
              <a:spLocks/>
            </p:cNvSpPr>
            <p:nvPr/>
          </p:nvSpPr>
          <p:spPr>
            <a:xfrm>
              <a:off x="5922263" y="3142840"/>
              <a:ext cx="2337449" cy="2400657"/>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OPTIMIZED DATA PROCESSING</a:t>
              </a:r>
            </a:p>
            <a:p>
              <a:r>
                <a:rPr lang="en-US" b="0" kern="0">
                  <a:latin typeface="Segoe UI Light"/>
                  <a:ea typeface="Roboto Condensed Light"/>
                  <a:cs typeface="Segoe UI Light"/>
                </a:rPr>
                <a:t>We design efficient transformation and curation frameworks, leveraging SQL-based modeling, governance structures, and performance tuning to enable fast, accurate insights.</a:t>
              </a:r>
            </a:p>
          </p:txBody>
        </p:sp>
      </p:grpSp>
      <p:grpSp>
        <p:nvGrpSpPr>
          <p:cNvPr id="27" name="Group 26">
            <a:extLst>
              <a:ext uri="{FF2B5EF4-FFF2-40B4-BE49-F238E27FC236}">
                <a16:creationId xmlns:a16="http://schemas.microsoft.com/office/drawing/2014/main" id="{4B8D9E96-BB00-F020-FE9A-7B5AC2C69D9A}"/>
              </a:ext>
            </a:extLst>
          </p:cNvPr>
          <p:cNvGrpSpPr/>
          <p:nvPr/>
        </p:nvGrpSpPr>
        <p:grpSpPr>
          <a:xfrm>
            <a:off x="9016350" y="3017878"/>
            <a:ext cx="2337450" cy="2404872"/>
            <a:chOff x="8378951" y="3117029"/>
            <a:chExt cx="2337450" cy="2404872"/>
          </a:xfrm>
        </p:grpSpPr>
        <p:sp>
          <p:nvSpPr>
            <p:cNvPr id="18" name="Rectangle 17">
              <a:extLst>
                <a:ext uri="{FF2B5EF4-FFF2-40B4-BE49-F238E27FC236}">
                  <a16:creationId xmlns:a16="http://schemas.microsoft.com/office/drawing/2014/main" id="{B611897F-1AE4-FD87-2954-D58AF21161D8}"/>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F9274348-56CC-1D79-0E8C-2A01E51FE62D}"/>
                </a:ext>
              </a:extLst>
            </p:cNvPr>
            <p:cNvSpPr txBox="1">
              <a:spLocks/>
            </p:cNvSpPr>
            <p:nvPr/>
          </p:nvSpPr>
          <p:spPr>
            <a:xfrm>
              <a:off x="8378951" y="3142840"/>
              <a:ext cx="2337449" cy="2339102"/>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buClr>
                  <a:schemeClr val="dk1"/>
                </a:buClr>
                <a:buSzPts val="1100"/>
              </a:pPr>
              <a:r>
                <a:rPr lang="es-ES"/>
                <a:t>FUTURE-READY SOLUTION</a:t>
              </a:r>
            </a:p>
            <a:p>
              <a:pPr>
                <a:buClr>
                  <a:schemeClr val="dk1"/>
                </a:buClr>
                <a:buSzPts val="1100"/>
              </a:pPr>
              <a:r>
                <a:rPr lang="en-US" b="0" kern="0">
                  <a:latin typeface="Segoe UI Light"/>
                  <a:cs typeface="Segoe UI Light"/>
                </a:rPr>
                <a:t>Our cloud-native, scalable approach supports advanced analytics, AI/ML capabilities, and automation, ensuring adaptability for evolving business needs.</a:t>
              </a:r>
            </a:p>
            <a:p>
              <a:endParaRPr lang="es-ES"/>
            </a:p>
          </p:txBody>
        </p:sp>
      </p:grpSp>
      <p:grpSp>
        <p:nvGrpSpPr>
          <p:cNvPr id="22" name="Group 21">
            <a:extLst>
              <a:ext uri="{FF2B5EF4-FFF2-40B4-BE49-F238E27FC236}">
                <a16:creationId xmlns:a16="http://schemas.microsoft.com/office/drawing/2014/main" id="{5445BAAE-9535-5C96-8323-236C1A7378DA}"/>
              </a:ext>
            </a:extLst>
          </p:cNvPr>
          <p:cNvGrpSpPr/>
          <p:nvPr/>
        </p:nvGrpSpPr>
        <p:grpSpPr>
          <a:xfrm>
            <a:off x="630936" y="3017878"/>
            <a:ext cx="2424862" cy="2426468"/>
            <a:chOff x="921475" y="3153605"/>
            <a:chExt cx="2424862" cy="2426468"/>
          </a:xfrm>
        </p:grpSpPr>
        <p:sp>
          <p:nvSpPr>
            <p:cNvPr id="19" name="Rectangle 18">
              <a:extLst>
                <a:ext uri="{FF2B5EF4-FFF2-40B4-BE49-F238E27FC236}">
                  <a16:creationId xmlns:a16="http://schemas.microsoft.com/office/drawing/2014/main" id="{26FA943F-A010-5D5D-DF12-B4858AFEF939}"/>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80CD94B6-F07B-3E6D-3F6F-E5FE1EC56832}"/>
                </a:ext>
              </a:extLst>
            </p:cNvPr>
            <p:cNvSpPr/>
            <p:nvPr/>
          </p:nvSpPr>
          <p:spPr>
            <a:xfrm>
              <a:off x="921475" y="3179416"/>
              <a:ext cx="2424862" cy="2400657"/>
            </a:xfrm>
            <a:prstGeom prst="rect">
              <a:avLst/>
            </a:prstGeom>
            <a:noFill/>
          </p:spPr>
          <p:txBody>
            <a:bodyPr wrap="square">
              <a:spAutoFit/>
            </a:bodyPr>
            <a:lstStyle/>
            <a:p>
              <a:pPr algn="ctr">
                <a:spcAft>
                  <a:spcPts val="1200"/>
                </a:spcAft>
              </a:pPr>
              <a:r>
                <a:rPr lang="es-ES" sz="1400" b="1">
                  <a:solidFill>
                    <a:srgbClr val="0E166B"/>
                  </a:solidFill>
                  <a:latin typeface="Josefin Sans"/>
                </a:rPr>
                <a:t>SCALABLE ARCHITECTURE DESIGN</a:t>
              </a:r>
            </a:p>
            <a:p>
              <a:pPr algn="ctr"/>
              <a:r>
                <a:rPr lang="en-US" sz="1400" kern="0">
                  <a:solidFill>
                    <a:srgbClr val="0E166B"/>
                  </a:solidFill>
                  <a:latin typeface="Segoe UI Light"/>
                  <a:cs typeface="Segoe UI Light"/>
                </a:rPr>
                <a:t>We tailor data infrastructure solutions to meet business needs, whether through full enterprise data lakes, targeted data warehouses, or streamlined workflow-driven processing for optimal efficiency.</a:t>
              </a:r>
            </a:p>
          </p:txBody>
        </p:sp>
      </p:grpSp>
    </p:spTree>
    <p:extLst>
      <p:ext uri="{BB962C8B-B14F-4D97-AF65-F5344CB8AC3E}">
        <p14:creationId xmlns:p14="http://schemas.microsoft.com/office/powerpoint/2010/main" val="305715149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140">
          <a:extLst>
            <a:ext uri="{FF2B5EF4-FFF2-40B4-BE49-F238E27FC236}">
              <a16:creationId xmlns:a16="http://schemas.microsoft.com/office/drawing/2014/main" id="{0944E9E4-7CA5-1701-5C43-BECFA3FA52C7}"/>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0A5D6A50-2AB8-7B0C-E40B-6CCEB837870A}"/>
              </a:ext>
            </a:extLst>
          </p:cNvPr>
          <p:cNvGrpSpPr/>
          <p:nvPr/>
        </p:nvGrpSpPr>
        <p:grpSpPr>
          <a:xfrm>
            <a:off x="3484350" y="3017878"/>
            <a:ext cx="2337449" cy="2404872"/>
            <a:chOff x="3465576" y="3153605"/>
            <a:chExt cx="2337449" cy="2404872"/>
          </a:xfrm>
        </p:grpSpPr>
        <p:sp>
          <p:nvSpPr>
            <p:cNvPr id="14" name="Rectangle 13">
              <a:extLst>
                <a:ext uri="{FF2B5EF4-FFF2-40B4-BE49-F238E27FC236}">
                  <a16:creationId xmlns:a16="http://schemas.microsoft.com/office/drawing/2014/main" id="{94586405-26DC-4268-9D0E-F4D713622287}"/>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D3A0C1C3-550E-F773-66DF-D32FE82990F2}"/>
                </a:ext>
              </a:extLst>
            </p:cNvPr>
            <p:cNvSpPr/>
            <p:nvPr/>
          </p:nvSpPr>
          <p:spPr>
            <a:xfrm>
              <a:off x="3638825" y="3179416"/>
              <a:ext cx="2085729" cy="1969770"/>
            </a:xfrm>
            <a:prstGeom prst="rect">
              <a:avLst/>
            </a:prstGeom>
            <a:noFill/>
          </p:spPr>
          <p:txBody>
            <a:bodyPr wrap="square">
              <a:spAutoFit/>
            </a:bodyPr>
            <a:lstStyle/>
            <a:p>
              <a:pPr algn="ctr"/>
              <a:r>
                <a:rPr lang="es-ES" sz="1400" b="1">
                  <a:solidFill>
                    <a:srgbClr val="0E166B"/>
                  </a:solidFill>
                  <a:latin typeface="Josefin Sans"/>
                </a:rPr>
                <a:t>AUTOMATED</a:t>
              </a:r>
            </a:p>
            <a:p>
              <a:pPr algn="ctr">
                <a:spcAft>
                  <a:spcPts val="1200"/>
                </a:spcAft>
              </a:pPr>
              <a:r>
                <a:rPr lang="es-ES" sz="1400" b="1">
                  <a:solidFill>
                    <a:srgbClr val="0E166B"/>
                  </a:solidFill>
                  <a:latin typeface="Josefin Sans"/>
                </a:rPr>
                <a:t>REPORT GENERATION</a:t>
              </a:r>
            </a:p>
            <a:p>
              <a:pPr algn="ctr"/>
              <a:r>
                <a:rPr lang="en-US" sz="1400" kern="0">
                  <a:solidFill>
                    <a:srgbClr val="0E166B"/>
                  </a:solidFill>
                  <a:latin typeface="Segoe UI Light"/>
                  <a:ea typeface="Roboto Condensed Light"/>
                  <a:cs typeface="Segoe UI Light"/>
                  <a:sym typeface="Roboto Condensed Light"/>
                </a:rPr>
                <a:t>Create scheduled and on-demand reports with key performance metrics.</a:t>
              </a:r>
            </a:p>
            <a:p>
              <a:pPr algn="ctr"/>
              <a:r>
                <a:rPr lang="en-US" sz="1400" kern="0">
                  <a:solidFill>
                    <a:srgbClr val="0E166B"/>
                  </a:solidFill>
                  <a:latin typeface="Segoe UI Light"/>
                  <a:ea typeface="Roboto Condensed Light"/>
                  <a:cs typeface="Segoe UI Light"/>
                  <a:sym typeface="Roboto Condensed Light"/>
                </a:rPr>
                <a:t>Automate report updates and transformations.</a:t>
              </a:r>
            </a:p>
          </p:txBody>
        </p:sp>
      </p:grpSp>
      <p:sp>
        <p:nvSpPr>
          <p:cNvPr id="4" name="Google Shape;1087;p33">
            <a:extLst>
              <a:ext uri="{FF2B5EF4-FFF2-40B4-BE49-F238E27FC236}">
                <a16:creationId xmlns:a16="http://schemas.microsoft.com/office/drawing/2014/main" id="{74DBE592-E278-6E6B-6D3A-33DC87A1B363}"/>
              </a:ext>
            </a:extLst>
          </p:cNvPr>
          <p:cNvSpPr txBox="1">
            <a:spLocks/>
          </p:cNvSpPr>
          <p:nvPr/>
        </p:nvSpPr>
        <p:spPr>
          <a:xfrm>
            <a:off x="0" y="168832"/>
            <a:ext cx="1219200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Reporting &amp; Analytics</a:t>
            </a:r>
          </a:p>
        </p:txBody>
      </p:sp>
      <p:sp>
        <p:nvSpPr>
          <p:cNvPr id="6" name="Google Shape;1167;p122">
            <a:extLst>
              <a:ext uri="{FF2B5EF4-FFF2-40B4-BE49-F238E27FC236}">
                <a16:creationId xmlns:a16="http://schemas.microsoft.com/office/drawing/2014/main" id="{E481C37B-6E9E-B6D4-2AC1-666ACB1D9E34}"/>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dirty="0">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8B5F19B1-7937-E5F7-4245-56E91A6FFBD6}"/>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E0D47339-84D6-1288-5748-B5778E19990C}"/>
              </a:ext>
            </a:extLst>
          </p:cNvPr>
          <p:cNvSpPr txBox="1"/>
          <p:nvPr/>
        </p:nvSpPr>
        <p:spPr>
          <a:xfrm>
            <a:off x="2337269" y="1589578"/>
            <a:ext cx="9132547" cy="1077218"/>
          </a:xfrm>
          <a:prstGeom prst="rect">
            <a:avLst/>
          </a:prstGeom>
          <a:noFill/>
          <a:ln>
            <a:noFill/>
          </a:ln>
        </p:spPr>
        <p:txBody>
          <a:bodyPr wrap="square" lIns="91440" tIns="45720" rIns="91440" bIns="45720" rtlCol="0" anchor="t">
            <a:spAutoFit/>
          </a:bodyPr>
          <a:lstStyle/>
          <a:p>
            <a:r>
              <a:rPr lang="en-US" sz="1600" dirty="0">
                <a:solidFill>
                  <a:srgbClr val="0E166B"/>
                </a:solidFill>
                <a:latin typeface="Josefin Sans" panose="020F0502020204030204" pitchFamily="2" charset="0"/>
              </a:rPr>
              <a:t>Our approach to reporting and analytics is designed to provide real-time insights, improve decision-making, and enhance operational efficiency. By centralizing data collection, automating report generation, and enabling interactive visualizations, users can track key metrics, identify trends, and ensure compliance across various business processes.</a:t>
            </a:r>
          </a:p>
        </p:txBody>
      </p:sp>
      <p:grpSp>
        <p:nvGrpSpPr>
          <p:cNvPr id="26" name="Group 25">
            <a:extLst>
              <a:ext uri="{FF2B5EF4-FFF2-40B4-BE49-F238E27FC236}">
                <a16:creationId xmlns:a16="http://schemas.microsoft.com/office/drawing/2014/main" id="{7D3A4365-F13F-DFA6-30DA-FA9A5658051B}"/>
              </a:ext>
            </a:extLst>
          </p:cNvPr>
          <p:cNvGrpSpPr/>
          <p:nvPr/>
        </p:nvGrpSpPr>
        <p:grpSpPr>
          <a:xfrm>
            <a:off x="6250351" y="3017878"/>
            <a:ext cx="2337449" cy="2404872"/>
            <a:chOff x="5922264" y="3117029"/>
            <a:chExt cx="2337449" cy="2404872"/>
          </a:xfrm>
        </p:grpSpPr>
        <p:sp>
          <p:nvSpPr>
            <p:cNvPr id="16" name="Rectangle 15">
              <a:extLst>
                <a:ext uri="{FF2B5EF4-FFF2-40B4-BE49-F238E27FC236}">
                  <a16:creationId xmlns:a16="http://schemas.microsoft.com/office/drawing/2014/main" id="{2589BC64-C6DB-0A90-D1D1-3BA3930B60AA}"/>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E846F6C7-AA93-EE35-26CD-B03229C0BDF5}"/>
                </a:ext>
              </a:extLst>
            </p:cNvPr>
            <p:cNvSpPr txBox="1">
              <a:spLocks/>
            </p:cNvSpPr>
            <p:nvPr/>
          </p:nvSpPr>
          <p:spPr>
            <a:xfrm>
              <a:off x="6041504" y="3210483"/>
              <a:ext cx="2023504" cy="1969770"/>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REAL-TIME DASHBOARDS AND INSIGHTS</a:t>
              </a:r>
            </a:p>
            <a:p>
              <a:r>
                <a:rPr lang="en-US" b="0" kern="0">
                  <a:latin typeface="Segoe UI Light"/>
                  <a:ea typeface="Roboto Condensed Light"/>
                  <a:cs typeface="Segoe UI Light"/>
                </a:rPr>
                <a:t>Provide interactive dashboards with filtering, </a:t>
              </a:r>
              <a:r>
                <a:rPr lang="en-US" b="0" kern="0" err="1">
                  <a:latin typeface="Segoe UI Light"/>
                  <a:ea typeface="Roboto Condensed Light"/>
                  <a:cs typeface="Segoe UI Light"/>
                </a:rPr>
                <a:t>visualization</a:t>
              </a:r>
              <a:r>
                <a:rPr lang="en-US" b="0" kern="0">
                  <a:latin typeface="Segoe UI Light"/>
                  <a:ea typeface="Roboto Condensed Light"/>
                  <a:cs typeface="Segoe UI Light"/>
                </a:rPr>
                <a:t>, drill down and trend analysis capabilities.</a:t>
              </a:r>
            </a:p>
          </p:txBody>
        </p:sp>
      </p:grpSp>
      <p:grpSp>
        <p:nvGrpSpPr>
          <p:cNvPr id="27" name="Group 26">
            <a:extLst>
              <a:ext uri="{FF2B5EF4-FFF2-40B4-BE49-F238E27FC236}">
                <a16:creationId xmlns:a16="http://schemas.microsoft.com/office/drawing/2014/main" id="{3B230B27-4D21-3428-2072-F38344429967}"/>
              </a:ext>
            </a:extLst>
          </p:cNvPr>
          <p:cNvGrpSpPr/>
          <p:nvPr/>
        </p:nvGrpSpPr>
        <p:grpSpPr>
          <a:xfrm>
            <a:off x="9016351" y="3017878"/>
            <a:ext cx="2337449" cy="2404872"/>
            <a:chOff x="8378952" y="3117029"/>
            <a:chExt cx="2337449" cy="2404872"/>
          </a:xfrm>
        </p:grpSpPr>
        <p:sp>
          <p:nvSpPr>
            <p:cNvPr id="18" name="Rectangle 17">
              <a:extLst>
                <a:ext uri="{FF2B5EF4-FFF2-40B4-BE49-F238E27FC236}">
                  <a16:creationId xmlns:a16="http://schemas.microsoft.com/office/drawing/2014/main" id="{DA4F6D02-8CFF-620B-B899-A9F052B37B11}"/>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93C56FC7-3E6E-8428-0398-568768F06D73}"/>
                </a:ext>
              </a:extLst>
            </p:cNvPr>
            <p:cNvSpPr txBox="1">
              <a:spLocks/>
            </p:cNvSpPr>
            <p:nvPr/>
          </p:nvSpPr>
          <p:spPr>
            <a:xfrm>
              <a:off x="8535924" y="3210483"/>
              <a:ext cx="2023504" cy="2185214"/>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spcAft>
                  <a:spcPts val="0"/>
                </a:spcAft>
                <a:buClr>
                  <a:schemeClr val="dk1"/>
                </a:buClr>
                <a:buSzPts val="1100"/>
              </a:pPr>
              <a:r>
                <a:rPr lang="es-ES"/>
                <a:t>CUSTOM ALERTS AND</a:t>
              </a:r>
            </a:p>
            <a:p>
              <a:pPr>
                <a:buClr>
                  <a:schemeClr val="dk1"/>
                </a:buClr>
                <a:buSzPts val="1100"/>
              </a:pPr>
              <a:r>
                <a:rPr lang="es-ES"/>
                <a:t>NOTIFICATION</a:t>
              </a:r>
            </a:p>
            <a:p>
              <a:pPr>
                <a:buClr>
                  <a:schemeClr val="dk1"/>
                </a:buClr>
                <a:buSzPts val="1100"/>
              </a:pPr>
              <a:r>
                <a:rPr lang="en-US" b="0" kern="0">
                  <a:latin typeface="Segoe UI Light"/>
                  <a:cs typeface="Segoe UI Light"/>
                </a:rPr>
                <a:t>Configure automated alerts for threshold breaches, or critical insights to enable proactive decision-making.</a:t>
              </a:r>
            </a:p>
          </p:txBody>
        </p:sp>
      </p:grpSp>
      <p:grpSp>
        <p:nvGrpSpPr>
          <p:cNvPr id="22" name="Group 21">
            <a:extLst>
              <a:ext uri="{FF2B5EF4-FFF2-40B4-BE49-F238E27FC236}">
                <a16:creationId xmlns:a16="http://schemas.microsoft.com/office/drawing/2014/main" id="{8305089F-FDE2-9C42-A1AE-FE65FF814C8C}"/>
              </a:ext>
            </a:extLst>
          </p:cNvPr>
          <p:cNvGrpSpPr/>
          <p:nvPr/>
        </p:nvGrpSpPr>
        <p:grpSpPr>
          <a:xfrm>
            <a:off x="718349" y="3017878"/>
            <a:ext cx="2337449" cy="2404872"/>
            <a:chOff x="1008888" y="3153605"/>
            <a:chExt cx="2337449" cy="2404872"/>
          </a:xfrm>
        </p:grpSpPr>
        <p:sp>
          <p:nvSpPr>
            <p:cNvPr id="19" name="Rectangle 18">
              <a:extLst>
                <a:ext uri="{FF2B5EF4-FFF2-40B4-BE49-F238E27FC236}">
                  <a16:creationId xmlns:a16="http://schemas.microsoft.com/office/drawing/2014/main" id="{5F432118-8A77-116B-FCDA-96EE7CA6FF2F}"/>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76C0108B-FFE5-4FA5-8A2E-DEE80574F1DA}"/>
                </a:ext>
              </a:extLst>
            </p:cNvPr>
            <p:cNvSpPr/>
            <p:nvPr/>
          </p:nvSpPr>
          <p:spPr>
            <a:xfrm>
              <a:off x="1257411" y="3224010"/>
              <a:ext cx="1840401" cy="1754326"/>
            </a:xfrm>
            <a:prstGeom prst="rect">
              <a:avLst/>
            </a:prstGeom>
            <a:noFill/>
          </p:spPr>
          <p:txBody>
            <a:bodyPr wrap="square">
              <a:spAutoFit/>
            </a:bodyPr>
            <a:lstStyle/>
            <a:p>
              <a:pPr algn="ctr">
                <a:spcAft>
                  <a:spcPts val="1200"/>
                </a:spcAft>
              </a:pPr>
              <a:r>
                <a:rPr lang="es-ES" sz="1400" b="1">
                  <a:solidFill>
                    <a:srgbClr val="0E166B"/>
                  </a:solidFill>
                  <a:latin typeface="Josefin Sans"/>
                </a:rPr>
                <a:t>DATA GATHERING AND INTEGRATION</a:t>
              </a:r>
            </a:p>
            <a:p>
              <a:pPr algn="ctr"/>
              <a:r>
                <a:rPr lang="en-US" sz="1400" kern="0">
                  <a:solidFill>
                    <a:srgbClr val="0E166B"/>
                  </a:solidFill>
                  <a:latin typeface="Segoe UI Light"/>
                  <a:cs typeface="Segoe UI Light"/>
                </a:rPr>
                <a:t>All process-related data is collected and stored in a structured database.</a:t>
              </a:r>
            </a:p>
          </p:txBody>
        </p:sp>
      </p:grpSp>
    </p:spTree>
    <p:extLst>
      <p:ext uri="{BB962C8B-B14F-4D97-AF65-F5344CB8AC3E}">
        <p14:creationId xmlns:p14="http://schemas.microsoft.com/office/powerpoint/2010/main" val="318442143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25000">
              <a:schemeClr val="bg1"/>
            </a:gs>
            <a:gs pos="75000">
              <a:schemeClr val="bg1"/>
            </a:gs>
          </a:gsLst>
          <a:lin ang="0" scaled="1"/>
          <a:tileRect/>
        </a:gradFill>
        <a:effectLst/>
      </p:bgPr>
    </p:bg>
    <p:spTree>
      <p:nvGrpSpPr>
        <p:cNvPr id="1" name="Shape 1140">
          <a:extLst>
            <a:ext uri="{FF2B5EF4-FFF2-40B4-BE49-F238E27FC236}">
              <a16:creationId xmlns:a16="http://schemas.microsoft.com/office/drawing/2014/main" id="{1CF95D20-F6A3-56CA-10FD-DFFB146A223B}"/>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C950B76B-2FC6-8246-3518-CF64767C5D64}"/>
              </a:ext>
            </a:extLst>
          </p:cNvPr>
          <p:cNvGrpSpPr/>
          <p:nvPr/>
        </p:nvGrpSpPr>
        <p:grpSpPr>
          <a:xfrm>
            <a:off x="3484350" y="3017878"/>
            <a:ext cx="2337449" cy="2404872"/>
            <a:chOff x="3465576" y="3153605"/>
            <a:chExt cx="2337449" cy="2404872"/>
          </a:xfrm>
        </p:grpSpPr>
        <p:sp>
          <p:nvSpPr>
            <p:cNvPr id="14" name="Rectangle 13">
              <a:extLst>
                <a:ext uri="{FF2B5EF4-FFF2-40B4-BE49-F238E27FC236}">
                  <a16:creationId xmlns:a16="http://schemas.microsoft.com/office/drawing/2014/main" id="{453B3A63-EC72-EA19-5D8E-75EEF814E411}"/>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69C7B190-A4AE-BE8F-FA08-58D845FF2C01}"/>
                </a:ext>
              </a:extLst>
            </p:cNvPr>
            <p:cNvSpPr/>
            <p:nvPr/>
          </p:nvSpPr>
          <p:spPr>
            <a:xfrm>
              <a:off x="3544045" y="3179416"/>
              <a:ext cx="2180510" cy="1969770"/>
            </a:xfrm>
            <a:prstGeom prst="rect">
              <a:avLst/>
            </a:prstGeom>
            <a:noFill/>
          </p:spPr>
          <p:txBody>
            <a:bodyPr wrap="square">
              <a:spAutoFit/>
            </a:bodyPr>
            <a:lstStyle/>
            <a:p>
              <a:pPr algn="ctr"/>
              <a:r>
                <a:rPr lang="es-ES" sz="1400" b="1">
                  <a:solidFill>
                    <a:srgbClr val="0E166B"/>
                  </a:solidFill>
                  <a:latin typeface="Josefin Sans"/>
                </a:rPr>
                <a:t>DATA PROCESSING AND </a:t>
              </a:r>
            </a:p>
            <a:p>
              <a:pPr algn="ctr">
                <a:spcAft>
                  <a:spcPts val="1200"/>
                </a:spcAft>
              </a:pPr>
              <a:r>
                <a:rPr lang="es-ES" sz="1400" b="1">
                  <a:solidFill>
                    <a:srgbClr val="0E166B"/>
                  </a:solidFill>
                  <a:latin typeface="Josefin Sans"/>
                </a:rPr>
                <a:t>EXTRACTION</a:t>
              </a:r>
            </a:p>
            <a:p>
              <a:pPr algn="ctr"/>
              <a:r>
                <a:rPr lang="en-US" sz="1400" kern="0">
                  <a:solidFill>
                    <a:srgbClr val="0E166B"/>
                  </a:solidFill>
                  <a:latin typeface="Segoe UI Light"/>
                  <a:ea typeface="Roboto Condensed Light"/>
                  <a:cs typeface="Segoe UI Light"/>
                  <a:sym typeface="Roboto Condensed Light"/>
                </a:rPr>
                <a:t>Key details are identified, formatted, and validated using automation tools like OCR, AI, or rule-based processing.</a:t>
              </a:r>
            </a:p>
          </p:txBody>
        </p:sp>
      </p:grpSp>
      <p:sp>
        <p:nvSpPr>
          <p:cNvPr id="4" name="Google Shape;1087;p33">
            <a:extLst>
              <a:ext uri="{FF2B5EF4-FFF2-40B4-BE49-F238E27FC236}">
                <a16:creationId xmlns:a16="http://schemas.microsoft.com/office/drawing/2014/main" id="{C2D35BD0-45AE-B726-89E8-5FEB4164B1A0}"/>
              </a:ext>
            </a:extLst>
          </p:cNvPr>
          <p:cNvSpPr txBox="1">
            <a:spLocks/>
          </p:cNvSpPr>
          <p:nvPr/>
        </p:nvSpPr>
        <p:spPr>
          <a:xfrm>
            <a:off x="0" y="182069"/>
            <a:ext cx="10384536"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Process Automation</a:t>
            </a:r>
          </a:p>
        </p:txBody>
      </p:sp>
      <p:sp>
        <p:nvSpPr>
          <p:cNvPr id="6" name="Google Shape;1167;p122">
            <a:extLst>
              <a:ext uri="{FF2B5EF4-FFF2-40B4-BE49-F238E27FC236}">
                <a16:creationId xmlns:a16="http://schemas.microsoft.com/office/drawing/2014/main" id="{FBD3AE9D-C85B-68C8-D6BC-D3D1F87383B2}"/>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dirty="0">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A1CCEC3C-B915-81FA-8A83-4379DCFBB55E}"/>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C871EF30-084E-B50F-ADA0-6284BE70A887}"/>
              </a:ext>
            </a:extLst>
          </p:cNvPr>
          <p:cNvSpPr txBox="1"/>
          <p:nvPr/>
        </p:nvSpPr>
        <p:spPr>
          <a:xfrm>
            <a:off x="2337269" y="1589578"/>
            <a:ext cx="9132547" cy="1077218"/>
          </a:xfrm>
          <a:prstGeom prst="rect">
            <a:avLst/>
          </a:prstGeom>
          <a:noFill/>
          <a:ln>
            <a:noFill/>
          </a:ln>
        </p:spPr>
        <p:txBody>
          <a:bodyPr wrap="square" lIns="91440" tIns="45720" rIns="91440" bIns="45720" rtlCol="0" anchor="t">
            <a:spAutoFit/>
          </a:bodyPr>
          <a:lstStyle/>
          <a:p>
            <a:r>
              <a:rPr lang="en-US" sz="1600" dirty="0">
                <a:solidFill>
                  <a:srgbClr val="0E166B"/>
                </a:solidFill>
                <a:latin typeface="Josefin Sans" panose="020F0502020204030204" pitchFamily="2" charset="0"/>
              </a:rPr>
              <a:t>Our approach streamlines automation by integrating data retrieval, processing, and approval workflows into a centralized system. By reducing manual effort, improving data accuracy, and enhancing process visibility, this automation solution optimizes efficiency while allowing for future scalability.</a:t>
            </a:r>
          </a:p>
        </p:txBody>
      </p:sp>
      <p:grpSp>
        <p:nvGrpSpPr>
          <p:cNvPr id="26" name="Group 25">
            <a:extLst>
              <a:ext uri="{FF2B5EF4-FFF2-40B4-BE49-F238E27FC236}">
                <a16:creationId xmlns:a16="http://schemas.microsoft.com/office/drawing/2014/main" id="{FF377D68-DC56-7808-8C0B-3050788F442E}"/>
              </a:ext>
            </a:extLst>
          </p:cNvPr>
          <p:cNvGrpSpPr/>
          <p:nvPr/>
        </p:nvGrpSpPr>
        <p:grpSpPr>
          <a:xfrm>
            <a:off x="6250351" y="3017878"/>
            <a:ext cx="2337449" cy="2404872"/>
            <a:chOff x="5922264" y="3117029"/>
            <a:chExt cx="2337449" cy="2404872"/>
          </a:xfrm>
        </p:grpSpPr>
        <p:sp>
          <p:nvSpPr>
            <p:cNvPr id="16" name="Rectangle 15">
              <a:extLst>
                <a:ext uri="{FF2B5EF4-FFF2-40B4-BE49-F238E27FC236}">
                  <a16:creationId xmlns:a16="http://schemas.microsoft.com/office/drawing/2014/main" id="{5698AF1D-67BE-DF31-0BC9-58159BA7E41B}"/>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E37078C2-62AD-F539-23A7-31F68FEFFB24}"/>
                </a:ext>
              </a:extLst>
            </p:cNvPr>
            <p:cNvSpPr txBox="1">
              <a:spLocks/>
            </p:cNvSpPr>
            <p:nvPr/>
          </p:nvSpPr>
          <p:spPr>
            <a:xfrm>
              <a:off x="6041504" y="3210483"/>
              <a:ext cx="2023504" cy="1754326"/>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APPROVAL AND WORKFLOW MANAGEMENT</a:t>
              </a:r>
            </a:p>
            <a:p>
              <a:r>
                <a:rPr lang="en-US" b="0" kern="0">
                  <a:latin typeface="Segoe UI Light"/>
                  <a:ea typeface="Roboto Condensed Light"/>
                  <a:cs typeface="Segoe UI Light"/>
                </a:rPr>
                <a:t>Users review, edit, and approve processed data within a structured web application.</a:t>
              </a:r>
            </a:p>
          </p:txBody>
        </p:sp>
      </p:grpSp>
      <p:grpSp>
        <p:nvGrpSpPr>
          <p:cNvPr id="27" name="Group 26">
            <a:extLst>
              <a:ext uri="{FF2B5EF4-FFF2-40B4-BE49-F238E27FC236}">
                <a16:creationId xmlns:a16="http://schemas.microsoft.com/office/drawing/2014/main" id="{5FFC28CF-A465-A769-13BF-920B2AA1F98B}"/>
              </a:ext>
            </a:extLst>
          </p:cNvPr>
          <p:cNvGrpSpPr/>
          <p:nvPr/>
        </p:nvGrpSpPr>
        <p:grpSpPr>
          <a:xfrm>
            <a:off x="9016351" y="3017878"/>
            <a:ext cx="2337449" cy="2404872"/>
            <a:chOff x="8378952" y="3117029"/>
            <a:chExt cx="2337449" cy="2404872"/>
          </a:xfrm>
        </p:grpSpPr>
        <p:sp>
          <p:nvSpPr>
            <p:cNvPr id="18" name="Rectangle 17">
              <a:extLst>
                <a:ext uri="{FF2B5EF4-FFF2-40B4-BE49-F238E27FC236}">
                  <a16:creationId xmlns:a16="http://schemas.microsoft.com/office/drawing/2014/main" id="{E14866B1-91BA-8798-49E2-38BAB2D76746}"/>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BA64B66B-E893-E4F6-8CBF-21BE88D2D2E8}"/>
                </a:ext>
              </a:extLst>
            </p:cNvPr>
            <p:cNvSpPr txBox="1">
              <a:spLocks/>
            </p:cNvSpPr>
            <p:nvPr/>
          </p:nvSpPr>
          <p:spPr>
            <a:xfrm>
              <a:off x="8535924" y="3210483"/>
              <a:ext cx="2023504" cy="2185214"/>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spcAft>
                  <a:spcPts val="0"/>
                </a:spcAft>
                <a:buClr>
                  <a:schemeClr val="dk1"/>
                </a:buClr>
                <a:buSzPts val="1100"/>
              </a:pPr>
              <a:r>
                <a:rPr lang="es-ES"/>
                <a:t>REPORTING</a:t>
              </a:r>
            </a:p>
            <a:p>
              <a:pPr>
                <a:spcAft>
                  <a:spcPts val="0"/>
                </a:spcAft>
                <a:buClr>
                  <a:schemeClr val="dk1"/>
                </a:buClr>
                <a:buSzPts val="1100"/>
              </a:pPr>
              <a:r>
                <a:rPr lang="es-ES"/>
                <a:t> AND</a:t>
              </a:r>
            </a:p>
            <a:p>
              <a:pPr>
                <a:buClr>
                  <a:schemeClr val="dk1"/>
                </a:buClr>
                <a:buSzPts val="1100"/>
              </a:pPr>
              <a:r>
                <a:rPr lang="es-ES"/>
                <a:t>DATA EXPORT</a:t>
              </a:r>
            </a:p>
            <a:p>
              <a:pPr>
                <a:buClr>
                  <a:schemeClr val="dk1"/>
                </a:buClr>
                <a:buSzPts val="1100"/>
              </a:pPr>
              <a:r>
                <a:rPr lang="en-US" b="0" kern="0">
                  <a:latin typeface="Segoe UI Light"/>
                  <a:cs typeface="Segoe UI Light"/>
                </a:rPr>
                <a:t>Users can generate reports, export structured data in various formats, and monitor process performance.</a:t>
              </a:r>
            </a:p>
          </p:txBody>
        </p:sp>
      </p:grpSp>
      <p:grpSp>
        <p:nvGrpSpPr>
          <p:cNvPr id="22" name="Group 21">
            <a:extLst>
              <a:ext uri="{FF2B5EF4-FFF2-40B4-BE49-F238E27FC236}">
                <a16:creationId xmlns:a16="http://schemas.microsoft.com/office/drawing/2014/main" id="{CE0338CE-C456-16FF-691F-7CD64ADDD94D}"/>
              </a:ext>
            </a:extLst>
          </p:cNvPr>
          <p:cNvGrpSpPr/>
          <p:nvPr/>
        </p:nvGrpSpPr>
        <p:grpSpPr>
          <a:xfrm>
            <a:off x="718349" y="3017878"/>
            <a:ext cx="2337449" cy="2404872"/>
            <a:chOff x="1008888" y="3153605"/>
            <a:chExt cx="2337449" cy="2404872"/>
          </a:xfrm>
        </p:grpSpPr>
        <p:sp>
          <p:nvSpPr>
            <p:cNvPr id="19" name="Rectangle 18">
              <a:extLst>
                <a:ext uri="{FF2B5EF4-FFF2-40B4-BE49-F238E27FC236}">
                  <a16:creationId xmlns:a16="http://schemas.microsoft.com/office/drawing/2014/main" id="{99195B31-7B52-3BB9-8AF9-7D1FD551A5AA}"/>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BB9E8C71-64B1-DC07-DF7F-F2D1535656E7}"/>
                </a:ext>
              </a:extLst>
            </p:cNvPr>
            <p:cNvSpPr/>
            <p:nvPr/>
          </p:nvSpPr>
          <p:spPr>
            <a:xfrm>
              <a:off x="1257411" y="3224010"/>
              <a:ext cx="1840401" cy="2185214"/>
            </a:xfrm>
            <a:prstGeom prst="rect">
              <a:avLst/>
            </a:prstGeom>
            <a:noFill/>
          </p:spPr>
          <p:txBody>
            <a:bodyPr wrap="square">
              <a:spAutoFit/>
            </a:bodyPr>
            <a:lstStyle/>
            <a:p>
              <a:pPr algn="ctr"/>
              <a:r>
                <a:rPr lang="es-ES" sz="1400" b="1">
                  <a:solidFill>
                    <a:srgbClr val="0E166B"/>
                  </a:solidFill>
                  <a:latin typeface="Josefin Sans"/>
                </a:rPr>
                <a:t>AUTOMATED</a:t>
              </a:r>
            </a:p>
            <a:p>
              <a:pPr algn="ctr"/>
              <a:r>
                <a:rPr lang="es-ES" sz="1400" b="1">
                  <a:solidFill>
                    <a:srgbClr val="0E166B"/>
                  </a:solidFill>
                  <a:latin typeface="Josefin Sans"/>
                </a:rPr>
                <a:t> DATA</a:t>
              </a:r>
            </a:p>
            <a:p>
              <a:pPr algn="ctr">
                <a:spcAft>
                  <a:spcPts val="1200"/>
                </a:spcAft>
              </a:pPr>
              <a:r>
                <a:rPr lang="es-ES" sz="1400" b="1">
                  <a:solidFill>
                    <a:srgbClr val="0E166B"/>
                  </a:solidFill>
                  <a:latin typeface="Josefin Sans"/>
                </a:rPr>
                <a:t>RETRIEVAL </a:t>
              </a:r>
            </a:p>
            <a:p>
              <a:pPr algn="ctr"/>
              <a:r>
                <a:rPr lang="en-US" sz="1400" kern="0">
                  <a:solidFill>
                    <a:srgbClr val="0E166B"/>
                  </a:solidFill>
                  <a:latin typeface="Segoe UI Light"/>
                  <a:cs typeface="Segoe UI Light"/>
                </a:rPr>
                <a:t>The system extracts relevant information from designated sources such as emails, databases, or external platforms.</a:t>
              </a:r>
            </a:p>
          </p:txBody>
        </p:sp>
      </p:grpSp>
    </p:spTree>
    <p:extLst>
      <p:ext uri="{BB962C8B-B14F-4D97-AF65-F5344CB8AC3E}">
        <p14:creationId xmlns:p14="http://schemas.microsoft.com/office/powerpoint/2010/main" val="2725479885"/>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2">
          <a:extLst>
            <a:ext uri="{FF2B5EF4-FFF2-40B4-BE49-F238E27FC236}">
              <a16:creationId xmlns:a16="http://schemas.microsoft.com/office/drawing/2014/main" id="{E7EBEDC1-661C-6DA2-10FD-D28C5D7BF60B}"/>
            </a:ext>
          </a:extLst>
        </p:cNvPr>
        <p:cNvGrpSpPr/>
        <p:nvPr/>
      </p:nvGrpSpPr>
      <p:grpSpPr>
        <a:xfrm>
          <a:off x="0" y="0"/>
          <a:ext cx="0" cy="0"/>
          <a:chOff x="0" y="0"/>
          <a:chExt cx="0" cy="0"/>
        </a:xfrm>
      </p:grpSpPr>
      <p:sp>
        <p:nvSpPr>
          <p:cNvPr id="953" name="Google Shape;953;p112">
            <a:extLst>
              <a:ext uri="{FF2B5EF4-FFF2-40B4-BE49-F238E27FC236}">
                <a16:creationId xmlns:a16="http://schemas.microsoft.com/office/drawing/2014/main" id="{B405154A-3AB2-A02B-3400-5BA26A471C3D}"/>
              </a:ext>
            </a:extLst>
          </p:cNvPr>
          <p:cNvSpPr txBox="1">
            <a:spLocks noGrp="1"/>
          </p:cNvSpPr>
          <p:nvPr>
            <p:ph type="ctrTitle" idx="4294967295"/>
          </p:nvPr>
        </p:nvSpPr>
        <p:spPr>
          <a:xfrm>
            <a:off x="575611" y="2701710"/>
            <a:ext cx="5227781" cy="1454579"/>
          </a:xfrm>
          <a:prstGeom prst="rect">
            <a:avLst/>
          </a:prstGeom>
        </p:spPr>
        <p:txBody>
          <a:bodyPr spcFirstLastPara="1" lIns="121900" tIns="121900" rIns="121900" bIns="121900" anchor="ctr" anchorCtr="0">
            <a:normAutofit/>
          </a:bodyPr>
          <a:lstStyle/>
          <a:p>
            <a:pPr>
              <a:buClr>
                <a:schemeClr val="dk1"/>
              </a:buClr>
              <a:buSzPts val="1100"/>
            </a:pPr>
            <a:r>
              <a:rPr lang="en-US" b="1" kern="0" dirty="0">
                <a:solidFill>
                  <a:srgbClr val="FFFFFF"/>
                </a:solidFill>
                <a:latin typeface="Squada One"/>
              </a:rPr>
              <a:t>USE CASES</a:t>
            </a:r>
          </a:p>
        </p:txBody>
      </p:sp>
      <p:sp>
        <p:nvSpPr>
          <p:cNvPr id="5" name="TextBox 4">
            <a:extLst>
              <a:ext uri="{FF2B5EF4-FFF2-40B4-BE49-F238E27FC236}">
                <a16:creationId xmlns:a16="http://schemas.microsoft.com/office/drawing/2014/main" id="{CB1C92B6-4B98-A1E6-B1CB-626035339D88}"/>
              </a:ext>
            </a:extLst>
          </p:cNvPr>
          <p:cNvSpPr txBox="1"/>
          <p:nvPr/>
        </p:nvSpPr>
        <p:spPr>
          <a:xfrm>
            <a:off x="7242228" y="6452754"/>
            <a:ext cx="1416190"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000" dirty="0">
                <a:solidFill>
                  <a:schemeClr val="bg1"/>
                </a:solidFill>
                <a:latin typeface="+mj-lt"/>
                <a:ea typeface="+mn-lt"/>
                <a:cs typeface="+mn-lt"/>
                <a:hlinkClick r:id="rId3">
                  <a:extLst>
                    <a:ext uri="{A12FA001-AC4F-418D-AE19-62706E023703}">
                      <ahyp:hlinkClr xmlns:ahyp="http://schemas.microsoft.com/office/drawing/2018/hyperlinkcolor" val="tx"/>
                    </a:ext>
                  </a:extLst>
                </a:hlinkClick>
              </a:rPr>
              <a:t>markman-group.com</a:t>
            </a:r>
            <a:endParaRPr lang="en-US" sz="1000" dirty="0">
              <a:solidFill>
                <a:schemeClr val="bg1"/>
              </a:solidFill>
              <a:latin typeface="+mj-lt"/>
              <a:ea typeface="+mn-lt"/>
              <a:cs typeface="+mn-lt"/>
            </a:endParaRPr>
          </a:p>
        </p:txBody>
      </p:sp>
      <p:sp>
        <p:nvSpPr>
          <p:cNvPr id="6" name="TextBox 5">
            <a:extLst>
              <a:ext uri="{FF2B5EF4-FFF2-40B4-BE49-F238E27FC236}">
                <a16:creationId xmlns:a16="http://schemas.microsoft.com/office/drawing/2014/main" id="{A4D78CAF-699C-7FCD-5BEB-883688ABFFED}"/>
              </a:ext>
            </a:extLst>
          </p:cNvPr>
          <p:cNvSpPr txBox="1"/>
          <p:nvPr/>
        </p:nvSpPr>
        <p:spPr>
          <a:xfrm>
            <a:off x="9580228" y="6447562"/>
            <a:ext cx="2177721"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a:defRPr sz="1000">
                <a:solidFill>
                  <a:schemeClr val="bg1"/>
                </a:solidFill>
                <a:latin typeface="+mj-lt"/>
                <a:ea typeface="+mn-lt"/>
                <a:cs typeface="+mn-lt"/>
              </a:defRPr>
            </a:lvl1pPr>
          </a:lstStyle>
          <a:p>
            <a:r>
              <a:rPr lang="en-US" dirty="0">
                <a:hlinkClick r:id="rId4">
                  <a:extLst>
                    <a:ext uri="{A12FA001-AC4F-418D-AE19-62706E023703}">
                      <ahyp:hlinkClr xmlns:ahyp="http://schemas.microsoft.com/office/drawing/2018/hyperlinkcolor" val="tx"/>
                    </a:ext>
                  </a:extLst>
                </a:hlinkClick>
              </a:rPr>
              <a:t>connect@markmanassociates.com</a:t>
            </a:r>
          </a:p>
        </p:txBody>
      </p:sp>
      <p:pic>
        <p:nvPicPr>
          <p:cNvPr id="30" name="Graphic 29" descr="Lightbulb and pencil with solid fill">
            <a:extLst>
              <a:ext uri="{FF2B5EF4-FFF2-40B4-BE49-F238E27FC236}">
                <a16:creationId xmlns:a16="http://schemas.microsoft.com/office/drawing/2014/main" id="{2E6A2B33-9F11-362E-307C-BA7EF4391C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3238" y="953437"/>
            <a:ext cx="4951125" cy="4951125"/>
          </a:xfrm>
          <a:prstGeom prst="rect">
            <a:avLst/>
          </a:prstGeom>
        </p:spPr>
      </p:pic>
    </p:spTree>
    <p:extLst>
      <p:ext uri="{BB962C8B-B14F-4D97-AF65-F5344CB8AC3E}">
        <p14:creationId xmlns:p14="http://schemas.microsoft.com/office/powerpoint/2010/main" val="3561759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87;p33">
            <a:extLst>
              <a:ext uri="{FF2B5EF4-FFF2-40B4-BE49-F238E27FC236}">
                <a16:creationId xmlns:a16="http://schemas.microsoft.com/office/drawing/2014/main" id="{DDD29B2F-C8D0-0B83-4334-B2CD44AEC711}"/>
              </a:ext>
            </a:extLst>
          </p:cNvPr>
          <p:cNvSpPr txBox="1">
            <a:spLocks/>
          </p:cNvSpPr>
          <p:nvPr/>
        </p:nvSpPr>
        <p:spPr>
          <a:xfrm>
            <a:off x="0" y="167115"/>
            <a:ext cx="1005898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457200" algn="l"/>
            <a:r>
              <a:rPr lang="en-GB" sz="3200" b="1" kern="0" dirty="0">
                <a:solidFill>
                  <a:srgbClr val="FFFFFF"/>
                </a:solidFill>
                <a:ea typeface="+mj-ea"/>
                <a:cs typeface="+mj-cs"/>
              </a:rPr>
              <a:t>Proposal / Quoting Tool </a:t>
            </a:r>
          </a:p>
        </p:txBody>
      </p:sp>
      <p:sp>
        <p:nvSpPr>
          <p:cNvPr id="6" name="Google Shape;1460;p137">
            <a:extLst>
              <a:ext uri="{FF2B5EF4-FFF2-40B4-BE49-F238E27FC236}">
                <a16:creationId xmlns:a16="http://schemas.microsoft.com/office/drawing/2014/main" id="{47BB3DCC-B93E-65F8-1294-F9915B932AA1}"/>
              </a:ext>
            </a:extLst>
          </p:cNvPr>
          <p:cNvSpPr/>
          <p:nvPr/>
        </p:nvSpPr>
        <p:spPr>
          <a:xfrm>
            <a:off x="527830" y="2145223"/>
            <a:ext cx="3576699" cy="1200329"/>
          </a:xfrm>
          <a:prstGeom prst="rect">
            <a:avLst/>
          </a:prstGeom>
          <a:solidFill>
            <a:srgbClr val="EAECFC"/>
          </a:solidFill>
        </p:spPr>
        <p:txBody>
          <a:bodyPr wrap="square">
            <a:spAutoFit/>
          </a:bodyPr>
          <a:lstStyle/>
          <a:p>
            <a:r>
              <a:rPr lang="en-US" sz="1200" dirty="0">
                <a:solidFill>
                  <a:srgbClr val="0E166B"/>
                </a:solidFill>
                <a:latin typeface="Segoe UI Light" panose="020B0502040204020203" pitchFamily="34" charset="0"/>
                <a:cs typeface="Segoe UI Light" panose="020B0502040204020203" pitchFamily="34" charset="0"/>
              </a:rPr>
              <a:t>This solution is specifically designed for </a:t>
            </a:r>
            <a:r>
              <a:rPr lang="en-US" sz="1200" b="1" dirty="0">
                <a:solidFill>
                  <a:srgbClr val="0E166B"/>
                </a:solidFill>
                <a:latin typeface="Segoe UI Light" panose="020B0502040204020203" pitchFamily="34" charset="0"/>
                <a:cs typeface="Segoe UI Light" panose="020B0502040204020203" pitchFamily="34" charset="0"/>
              </a:rPr>
              <a:t>construction firm </a:t>
            </a:r>
            <a:r>
              <a:rPr lang="en-US" sz="1200" dirty="0">
                <a:solidFill>
                  <a:srgbClr val="0E166B"/>
                </a:solidFill>
                <a:latin typeface="Segoe UI Light" panose="020B0502040204020203" pitchFamily="34" charset="0"/>
                <a:cs typeface="Segoe UI Light" panose="020B0502040204020203" pitchFamily="34" charset="0"/>
              </a:rPr>
              <a:t>that need to generate detailed proposals and quotes for clients efficiently. It’s ideal for companies who deal with complex pricing and need to quickly create customized proposals with accurate cost estimations and material lists.</a:t>
            </a:r>
          </a:p>
        </p:txBody>
      </p:sp>
      <p:sp>
        <p:nvSpPr>
          <p:cNvPr id="7" name="Google Shape;1460;p137">
            <a:extLst>
              <a:ext uri="{FF2B5EF4-FFF2-40B4-BE49-F238E27FC236}">
                <a16:creationId xmlns:a16="http://schemas.microsoft.com/office/drawing/2014/main" id="{51387DC2-C0F5-83D6-B0D7-651811553B9B}"/>
              </a:ext>
            </a:extLst>
          </p:cNvPr>
          <p:cNvSpPr/>
          <p:nvPr/>
        </p:nvSpPr>
        <p:spPr>
          <a:xfrm>
            <a:off x="502920" y="4208067"/>
            <a:ext cx="3601607" cy="1930403"/>
          </a:xfrm>
          <a:prstGeom prst="rect">
            <a:avLst/>
          </a:prstGeom>
          <a:solidFill>
            <a:srgbClr val="EAECFC"/>
          </a:solidFill>
        </p:spPr>
        <p:txBody>
          <a:bodyPr wrap="square">
            <a:spAutoFit/>
          </a:bodyPr>
          <a:lstStyle/>
          <a:p>
            <a:r>
              <a:rPr lang="en-US" sz="1100" dirty="0">
                <a:solidFill>
                  <a:srgbClr val="0E166B"/>
                </a:solidFill>
                <a:latin typeface="Segoe UI Light" panose="020B0502040204020203" pitchFamily="34" charset="0"/>
                <a:cs typeface="Segoe UI Light" panose="020B0502040204020203" pitchFamily="34" charset="0"/>
              </a:rPr>
              <a:t>Clients faced following issues: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Manual, time-consuming quoting:</a:t>
            </a:r>
            <a:r>
              <a:rPr lang="en-US" sz="1100" dirty="0">
                <a:solidFill>
                  <a:srgbClr val="0E166B"/>
                </a:solidFill>
                <a:latin typeface="Segoe UI Light" panose="020B0502040204020203" pitchFamily="34" charset="0"/>
                <a:cs typeface="Segoe UI Light" panose="020B0502040204020203" pitchFamily="34" charset="0"/>
              </a:rPr>
              <a:t> Complex pricing takes too long and is prone to errors.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Managing multi-component proposals:</a:t>
            </a:r>
            <a:r>
              <a:rPr lang="en-US" sz="1100" dirty="0">
                <a:solidFill>
                  <a:srgbClr val="0E166B"/>
                </a:solidFill>
                <a:latin typeface="Segoe UI Light" panose="020B0502040204020203" pitchFamily="34" charset="0"/>
                <a:cs typeface="Segoe UI Light" panose="020B0502040204020203" pitchFamily="34" charset="0"/>
              </a:rPr>
              <a:t> Keeping track of materials, labor, and logistics in large proposals was inefficient.</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Lack of integration:</a:t>
            </a:r>
            <a:r>
              <a:rPr lang="en-US" sz="1100" dirty="0">
                <a:solidFill>
                  <a:srgbClr val="0E166B"/>
                </a:solidFill>
                <a:latin typeface="Segoe UI Light" panose="020B0502040204020203" pitchFamily="34" charset="0"/>
                <a:cs typeface="Segoe UI Light" panose="020B0502040204020203" pitchFamily="34" charset="0"/>
              </a:rPr>
              <a:t> Difficulty in updating proposals with real-time data from other systems.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Need for quick adjustments:</a:t>
            </a:r>
            <a:r>
              <a:rPr lang="en-US" sz="1100" dirty="0">
                <a:solidFill>
                  <a:srgbClr val="0E166B"/>
                </a:solidFill>
                <a:latin typeface="Segoe UI Light" panose="020B0502040204020203" pitchFamily="34" charset="0"/>
                <a:cs typeface="Segoe UI Light" panose="020B0502040204020203" pitchFamily="34" charset="0"/>
              </a:rPr>
              <a:t> Clients often request changes to proposals, requiring rapid updates that were hard to manage manually.</a:t>
            </a:r>
          </a:p>
        </p:txBody>
      </p:sp>
      <p:grpSp>
        <p:nvGrpSpPr>
          <p:cNvPr id="8" name="Google Shape;8814;p60">
            <a:extLst>
              <a:ext uri="{FF2B5EF4-FFF2-40B4-BE49-F238E27FC236}">
                <a16:creationId xmlns:a16="http://schemas.microsoft.com/office/drawing/2014/main" id="{70F30A2F-5DBA-8408-07DA-6C75A3183034}"/>
              </a:ext>
            </a:extLst>
          </p:cNvPr>
          <p:cNvGrpSpPr/>
          <p:nvPr/>
        </p:nvGrpSpPr>
        <p:grpSpPr>
          <a:xfrm>
            <a:off x="526748" y="1512983"/>
            <a:ext cx="481575" cy="501997"/>
            <a:chOff x="2650597" y="3381777"/>
            <a:chExt cx="341511" cy="324994"/>
          </a:xfrm>
        </p:grpSpPr>
        <p:sp>
          <p:nvSpPr>
            <p:cNvPr id="9" name="Google Shape;8815;p60">
              <a:extLst>
                <a:ext uri="{FF2B5EF4-FFF2-40B4-BE49-F238E27FC236}">
                  <a16:creationId xmlns:a16="http://schemas.microsoft.com/office/drawing/2014/main" id="{33E9DC4A-C115-08E6-1DE6-520D9959B6E3}"/>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 name="Google Shape;8816;p60">
              <a:extLst>
                <a:ext uri="{FF2B5EF4-FFF2-40B4-BE49-F238E27FC236}">
                  <a16:creationId xmlns:a16="http://schemas.microsoft.com/office/drawing/2014/main" id="{4B5181CC-B3F9-2E0E-6131-0DBB669E2BC1}"/>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 name="Google Shape;8817;p60">
              <a:extLst>
                <a:ext uri="{FF2B5EF4-FFF2-40B4-BE49-F238E27FC236}">
                  <a16:creationId xmlns:a16="http://schemas.microsoft.com/office/drawing/2014/main" id="{7205A622-7856-3F7F-7BCE-F42FDBA90445}"/>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 name="Google Shape;8818;p60">
              <a:extLst>
                <a:ext uri="{FF2B5EF4-FFF2-40B4-BE49-F238E27FC236}">
                  <a16:creationId xmlns:a16="http://schemas.microsoft.com/office/drawing/2014/main" id="{B36E05B9-B602-ECDB-EC29-D8DE586F90CC}"/>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3" name="Google Shape;8819;p60">
              <a:extLst>
                <a:ext uri="{FF2B5EF4-FFF2-40B4-BE49-F238E27FC236}">
                  <a16:creationId xmlns:a16="http://schemas.microsoft.com/office/drawing/2014/main" id="{CBF2F91A-7D24-6A6B-F383-35FF91999CE8}"/>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4" name="Google Shape;8820;p60">
              <a:extLst>
                <a:ext uri="{FF2B5EF4-FFF2-40B4-BE49-F238E27FC236}">
                  <a16:creationId xmlns:a16="http://schemas.microsoft.com/office/drawing/2014/main" id="{F5A15905-0DA7-1679-0D25-6DAFA48355DA}"/>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5" name="Google Shape;8821;p60">
              <a:extLst>
                <a:ext uri="{FF2B5EF4-FFF2-40B4-BE49-F238E27FC236}">
                  <a16:creationId xmlns:a16="http://schemas.microsoft.com/office/drawing/2014/main" id="{2DF104D1-2E50-FEBE-5839-CAAAF84951C2}"/>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6" name="Google Shape;8822;p60">
              <a:extLst>
                <a:ext uri="{FF2B5EF4-FFF2-40B4-BE49-F238E27FC236}">
                  <a16:creationId xmlns:a16="http://schemas.microsoft.com/office/drawing/2014/main" id="{98DDB110-19C6-C50B-4EFA-E8B3C134E415}"/>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7" name="Google Shape;8823;p60">
              <a:extLst>
                <a:ext uri="{FF2B5EF4-FFF2-40B4-BE49-F238E27FC236}">
                  <a16:creationId xmlns:a16="http://schemas.microsoft.com/office/drawing/2014/main" id="{065DF6B0-50A9-29F9-88B9-AA6E2E7FDFE8}"/>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8" name="Google Shape;8824;p60">
              <a:extLst>
                <a:ext uri="{FF2B5EF4-FFF2-40B4-BE49-F238E27FC236}">
                  <a16:creationId xmlns:a16="http://schemas.microsoft.com/office/drawing/2014/main" id="{7ECDFE71-3137-EEA7-5841-34EB13D67B53}"/>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9" name="Google Shape;8825;p60">
              <a:extLst>
                <a:ext uri="{FF2B5EF4-FFF2-40B4-BE49-F238E27FC236}">
                  <a16:creationId xmlns:a16="http://schemas.microsoft.com/office/drawing/2014/main" id="{345B46DD-CCB6-4435-B42D-FDED1D06ADBB}"/>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 name="Google Shape;8826;p60">
              <a:extLst>
                <a:ext uri="{FF2B5EF4-FFF2-40B4-BE49-F238E27FC236}">
                  <a16:creationId xmlns:a16="http://schemas.microsoft.com/office/drawing/2014/main" id="{90552C74-379A-4B47-D614-15EA5CA69AFF}"/>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1" name="Google Shape;8827;p60">
              <a:extLst>
                <a:ext uri="{FF2B5EF4-FFF2-40B4-BE49-F238E27FC236}">
                  <a16:creationId xmlns:a16="http://schemas.microsoft.com/office/drawing/2014/main" id="{546464D6-C572-78E0-98BA-50C7EB58EEDE}"/>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2" name="Google Shape;8828;p60">
              <a:extLst>
                <a:ext uri="{FF2B5EF4-FFF2-40B4-BE49-F238E27FC236}">
                  <a16:creationId xmlns:a16="http://schemas.microsoft.com/office/drawing/2014/main" id="{44217FB6-1D81-0F81-BACF-755584BDA5DE}"/>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3" name="Google Shape;8829;p60">
              <a:extLst>
                <a:ext uri="{FF2B5EF4-FFF2-40B4-BE49-F238E27FC236}">
                  <a16:creationId xmlns:a16="http://schemas.microsoft.com/office/drawing/2014/main" id="{B7048D4E-C095-6392-38A7-683CC026636F}"/>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4" name="Google Shape;8830;p60">
              <a:extLst>
                <a:ext uri="{FF2B5EF4-FFF2-40B4-BE49-F238E27FC236}">
                  <a16:creationId xmlns:a16="http://schemas.microsoft.com/office/drawing/2014/main" id="{498F1C79-9CE2-1530-9F13-6DE2C65402DB}"/>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5" name="Google Shape;8831;p60">
              <a:extLst>
                <a:ext uri="{FF2B5EF4-FFF2-40B4-BE49-F238E27FC236}">
                  <a16:creationId xmlns:a16="http://schemas.microsoft.com/office/drawing/2014/main" id="{41B45B3D-2596-3DF9-C475-4DEE7622405B}"/>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6" name="Google Shape;8832;p60">
              <a:extLst>
                <a:ext uri="{FF2B5EF4-FFF2-40B4-BE49-F238E27FC236}">
                  <a16:creationId xmlns:a16="http://schemas.microsoft.com/office/drawing/2014/main" id="{1F7355DF-7801-07FE-9ECE-0E5A187E1D35}"/>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7" name="Google Shape;8833;p60">
              <a:extLst>
                <a:ext uri="{FF2B5EF4-FFF2-40B4-BE49-F238E27FC236}">
                  <a16:creationId xmlns:a16="http://schemas.microsoft.com/office/drawing/2014/main" id="{61F3D1E3-6CDC-34BE-5C0E-79CB0CB04356}"/>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8" name="Google Shape;8834;p60">
              <a:extLst>
                <a:ext uri="{FF2B5EF4-FFF2-40B4-BE49-F238E27FC236}">
                  <a16:creationId xmlns:a16="http://schemas.microsoft.com/office/drawing/2014/main" id="{9E145AF6-9A25-03E0-7599-F79DAFF78788}"/>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9" name="Google Shape;8835;p60">
              <a:extLst>
                <a:ext uri="{FF2B5EF4-FFF2-40B4-BE49-F238E27FC236}">
                  <a16:creationId xmlns:a16="http://schemas.microsoft.com/office/drawing/2014/main" id="{DB3EEC8F-5C12-6608-3986-B05C9E448E57}"/>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0" name="Google Shape;8836;p60">
              <a:extLst>
                <a:ext uri="{FF2B5EF4-FFF2-40B4-BE49-F238E27FC236}">
                  <a16:creationId xmlns:a16="http://schemas.microsoft.com/office/drawing/2014/main" id="{819598D7-C279-17FF-1F0F-B5EB9C0FE313}"/>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1" name="Google Shape;8837;p60">
              <a:extLst>
                <a:ext uri="{FF2B5EF4-FFF2-40B4-BE49-F238E27FC236}">
                  <a16:creationId xmlns:a16="http://schemas.microsoft.com/office/drawing/2014/main" id="{E9E0A9C7-2E8D-535D-EC14-A7DE64E18599}"/>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2" name="Google Shape;8838;p60">
              <a:extLst>
                <a:ext uri="{FF2B5EF4-FFF2-40B4-BE49-F238E27FC236}">
                  <a16:creationId xmlns:a16="http://schemas.microsoft.com/office/drawing/2014/main" id="{D98E0AE7-B33F-5B29-FB0F-9BEB811F422C}"/>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3" name="Google Shape;8839;p60">
              <a:extLst>
                <a:ext uri="{FF2B5EF4-FFF2-40B4-BE49-F238E27FC236}">
                  <a16:creationId xmlns:a16="http://schemas.microsoft.com/office/drawing/2014/main" id="{FF8ED001-2C13-F5E4-EA2F-B54551532CED}"/>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4" name="Google Shape;8840;p60">
              <a:extLst>
                <a:ext uri="{FF2B5EF4-FFF2-40B4-BE49-F238E27FC236}">
                  <a16:creationId xmlns:a16="http://schemas.microsoft.com/office/drawing/2014/main" id="{DB443006-A8A9-836F-DC00-8A2AB9A2001C}"/>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5" name="Google Shape;8841;p60">
              <a:extLst>
                <a:ext uri="{FF2B5EF4-FFF2-40B4-BE49-F238E27FC236}">
                  <a16:creationId xmlns:a16="http://schemas.microsoft.com/office/drawing/2014/main" id="{E64449E9-67AB-9D34-89F0-250CC2217F5B}"/>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6" name="Google Shape;8842;p60">
              <a:extLst>
                <a:ext uri="{FF2B5EF4-FFF2-40B4-BE49-F238E27FC236}">
                  <a16:creationId xmlns:a16="http://schemas.microsoft.com/office/drawing/2014/main" id="{4877D5C5-6D5A-CEFD-52BE-A5FCC5731509}"/>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7" name="Google Shape;8843;p60">
              <a:extLst>
                <a:ext uri="{FF2B5EF4-FFF2-40B4-BE49-F238E27FC236}">
                  <a16:creationId xmlns:a16="http://schemas.microsoft.com/office/drawing/2014/main" id="{9432CEE5-3240-C9C8-A582-8631DB169EEB}"/>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8" name="Google Shape;8844;p60">
              <a:extLst>
                <a:ext uri="{FF2B5EF4-FFF2-40B4-BE49-F238E27FC236}">
                  <a16:creationId xmlns:a16="http://schemas.microsoft.com/office/drawing/2014/main" id="{AEA8C0C4-6B34-1B91-A286-272E1B4FB2C1}"/>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9" name="Google Shape;8845;p60">
              <a:extLst>
                <a:ext uri="{FF2B5EF4-FFF2-40B4-BE49-F238E27FC236}">
                  <a16:creationId xmlns:a16="http://schemas.microsoft.com/office/drawing/2014/main" id="{C44D7A7E-DCDE-05B0-4492-F37EAD001042}"/>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0" name="Google Shape;8846;p60">
              <a:extLst>
                <a:ext uri="{FF2B5EF4-FFF2-40B4-BE49-F238E27FC236}">
                  <a16:creationId xmlns:a16="http://schemas.microsoft.com/office/drawing/2014/main" id="{DBCB67CC-ADAF-D198-E5B3-92DDB01F1D1C}"/>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1" name="Google Shape;8847;p60">
              <a:extLst>
                <a:ext uri="{FF2B5EF4-FFF2-40B4-BE49-F238E27FC236}">
                  <a16:creationId xmlns:a16="http://schemas.microsoft.com/office/drawing/2014/main" id="{5539FC04-D320-0BAC-D21E-4681F598654D}"/>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2" name="Google Shape;8848;p60">
              <a:extLst>
                <a:ext uri="{FF2B5EF4-FFF2-40B4-BE49-F238E27FC236}">
                  <a16:creationId xmlns:a16="http://schemas.microsoft.com/office/drawing/2014/main" id="{CABEF002-747D-5496-4A13-1C958468EEE1}"/>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3" name="Google Shape;8849;p60">
              <a:extLst>
                <a:ext uri="{FF2B5EF4-FFF2-40B4-BE49-F238E27FC236}">
                  <a16:creationId xmlns:a16="http://schemas.microsoft.com/office/drawing/2014/main" id="{0450C9E4-EC54-DD36-D547-CE0C631EEE6F}"/>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44" name="TextBox 43">
            <a:extLst>
              <a:ext uri="{FF2B5EF4-FFF2-40B4-BE49-F238E27FC236}">
                <a16:creationId xmlns:a16="http://schemas.microsoft.com/office/drawing/2014/main" id="{EDD0EA09-D6B8-65F0-C229-0DCBE6F6A1F0}"/>
              </a:ext>
            </a:extLst>
          </p:cNvPr>
          <p:cNvSpPr txBox="1"/>
          <p:nvPr/>
        </p:nvSpPr>
        <p:spPr>
          <a:xfrm>
            <a:off x="1094631" y="1687766"/>
            <a:ext cx="2273094" cy="369332"/>
          </a:xfrm>
          <a:prstGeom prst="rect">
            <a:avLst/>
          </a:prstGeom>
          <a:noFill/>
        </p:spPr>
        <p:txBody>
          <a:bodyPr wrap="square" rtlCol="0">
            <a:spAutoFit/>
          </a:bodyPr>
          <a:lstStyle/>
          <a:p>
            <a:r>
              <a:rPr lang="es-ES" b="1">
                <a:solidFill>
                  <a:srgbClr val="0E166B"/>
                </a:solidFill>
              </a:rPr>
              <a:t>INDUSTRY</a:t>
            </a:r>
          </a:p>
        </p:txBody>
      </p:sp>
      <p:cxnSp>
        <p:nvCxnSpPr>
          <p:cNvPr id="82" name="Google Shape;2079;p158">
            <a:extLst>
              <a:ext uri="{FF2B5EF4-FFF2-40B4-BE49-F238E27FC236}">
                <a16:creationId xmlns:a16="http://schemas.microsoft.com/office/drawing/2014/main" id="{5FEA03B7-A9F5-7214-A9C5-0FC9A7D10A75}"/>
              </a:ext>
            </a:extLst>
          </p:cNvPr>
          <p:cNvCxnSpPr>
            <a:cxnSpLocks/>
          </p:cNvCxnSpPr>
          <p:nvPr/>
        </p:nvCxnSpPr>
        <p:spPr>
          <a:xfrm>
            <a:off x="4496189" y="2145222"/>
            <a:ext cx="0" cy="4010483"/>
          </a:xfrm>
          <a:prstGeom prst="straightConnector1">
            <a:avLst/>
          </a:prstGeom>
          <a:noFill/>
          <a:ln w="28575" cap="flat" cmpd="sng">
            <a:solidFill>
              <a:schemeClr val="lt1"/>
            </a:solidFill>
            <a:prstDash val="solid"/>
            <a:round/>
            <a:headEnd type="none" w="med" len="med"/>
            <a:tailEnd type="none" w="med" len="med"/>
          </a:ln>
        </p:spPr>
      </p:cxnSp>
      <p:sp>
        <p:nvSpPr>
          <p:cNvPr id="85" name="TextBox 84">
            <a:extLst>
              <a:ext uri="{FF2B5EF4-FFF2-40B4-BE49-F238E27FC236}">
                <a16:creationId xmlns:a16="http://schemas.microsoft.com/office/drawing/2014/main" id="{4BB9C23F-E22A-F18B-04EE-0978B765247B}"/>
              </a:ext>
            </a:extLst>
          </p:cNvPr>
          <p:cNvSpPr txBox="1"/>
          <p:nvPr/>
        </p:nvSpPr>
        <p:spPr>
          <a:xfrm>
            <a:off x="1038662" y="3658750"/>
            <a:ext cx="2273094" cy="369332"/>
          </a:xfrm>
          <a:prstGeom prst="rect">
            <a:avLst/>
          </a:prstGeom>
          <a:noFill/>
        </p:spPr>
        <p:txBody>
          <a:bodyPr wrap="square" rtlCol="0">
            <a:spAutoFit/>
          </a:bodyPr>
          <a:lstStyle/>
          <a:p>
            <a:r>
              <a:rPr lang="es-ES" b="1">
                <a:solidFill>
                  <a:srgbClr val="0E166B"/>
                </a:solidFill>
              </a:rPr>
              <a:t>THE CHALLENGE</a:t>
            </a:r>
          </a:p>
        </p:txBody>
      </p:sp>
      <p:grpSp>
        <p:nvGrpSpPr>
          <p:cNvPr id="87" name="Google Shape;8505;p60">
            <a:extLst>
              <a:ext uri="{FF2B5EF4-FFF2-40B4-BE49-F238E27FC236}">
                <a16:creationId xmlns:a16="http://schemas.microsoft.com/office/drawing/2014/main" id="{5E1F4D04-F2FA-2DA1-EDAE-741178079EAF}"/>
              </a:ext>
            </a:extLst>
          </p:cNvPr>
          <p:cNvGrpSpPr/>
          <p:nvPr/>
        </p:nvGrpSpPr>
        <p:grpSpPr>
          <a:xfrm>
            <a:off x="502921" y="3573786"/>
            <a:ext cx="555447" cy="513067"/>
            <a:chOff x="2180884" y="2888719"/>
            <a:chExt cx="376752" cy="374468"/>
          </a:xfrm>
        </p:grpSpPr>
        <p:sp>
          <p:nvSpPr>
            <p:cNvPr id="88" name="Google Shape;8506;p60">
              <a:extLst>
                <a:ext uri="{FF2B5EF4-FFF2-40B4-BE49-F238E27FC236}">
                  <a16:creationId xmlns:a16="http://schemas.microsoft.com/office/drawing/2014/main" id="{75D040B6-AAA3-34D7-14D8-D1811E5E153B}"/>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89" name="Google Shape;8507;p60">
              <a:extLst>
                <a:ext uri="{FF2B5EF4-FFF2-40B4-BE49-F238E27FC236}">
                  <a16:creationId xmlns:a16="http://schemas.microsoft.com/office/drawing/2014/main" id="{6BCB09AE-0DCA-EA24-B145-7B6C04C5E620}"/>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0" name="Google Shape;8508;p60">
              <a:extLst>
                <a:ext uri="{FF2B5EF4-FFF2-40B4-BE49-F238E27FC236}">
                  <a16:creationId xmlns:a16="http://schemas.microsoft.com/office/drawing/2014/main" id="{88C907A3-16FB-089E-3C9A-0F0F3173EE83}"/>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1" name="Google Shape;8509;p60">
              <a:extLst>
                <a:ext uri="{FF2B5EF4-FFF2-40B4-BE49-F238E27FC236}">
                  <a16:creationId xmlns:a16="http://schemas.microsoft.com/office/drawing/2014/main" id="{23199815-768E-1FBA-439A-DFF0E3107B6E}"/>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2" name="Google Shape;8510;p60">
              <a:extLst>
                <a:ext uri="{FF2B5EF4-FFF2-40B4-BE49-F238E27FC236}">
                  <a16:creationId xmlns:a16="http://schemas.microsoft.com/office/drawing/2014/main" id="{B923E327-EB94-5CF2-D1AC-EACFC823EE3F}"/>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3" name="Google Shape;8511;p60">
              <a:extLst>
                <a:ext uri="{FF2B5EF4-FFF2-40B4-BE49-F238E27FC236}">
                  <a16:creationId xmlns:a16="http://schemas.microsoft.com/office/drawing/2014/main" id="{D93CA625-96BE-4816-08EE-0565D2167FC9}"/>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4" name="Google Shape;8512;p60">
              <a:extLst>
                <a:ext uri="{FF2B5EF4-FFF2-40B4-BE49-F238E27FC236}">
                  <a16:creationId xmlns:a16="http://schemas.microsoft.com/office/drawing/2014/main" id="{9D8AAC84-4DF1-4B5D-2421-4A8E8DAAE7E0}"/>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5" name="Google Shape;8513;p60">
              <a:extLst>
                <a:ext uri="{FF2B5EF4-FFF2-40B4-BE49-F238E27FC236}">
                  <a16:creationId xmlns:a16="http://schemas.microsoft.com/office/drawing/2014/main" id="{EBBB7B7D-FF51-D1E0-3FDC-342D4D746F46}"/>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6" name="Google Shape;8514;p60">
              <a:extLst>
                <a:ext uri="{FF2B5EF4-FFF2-40B4-BE49-F238E27FC236}">
                  <a16:creationId xmlns:a16="http://schemas.microsoft.com/office/drawing/2014/main" id="{EB8142EA-F913-E10C-AB08-5C6E39BB6A2D}"/>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7" name="Google Shape;8515;p60">
              <a:extLst>
                <a:ext uri="{FF2B5EF4-FFF2-40B4-BE49-F238E27FC236}">
                  <a16:creationId xmlns:a16="http://schemas.microsoft.com/office/drawing/2014/main" id="{56F7160F-ACC2-01DE-77FE-738BCAD7CB2E}"/>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8" name="Google Shape;8516;p60">
              <a:extLst>
                <a:ext uri="{FF2B5EF4-FFF2-40B4-BE49-F238E27FC236}">
                  <a16:creationId xmlns:a16="http://schemas.microsoft.com/office/drawing/2014/main" id="{6996B8A6-B322-CE52-A469-D5B59121D986}"/>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9" name="Google Shape;8517;p60">
              <a:extLst>
                <a:ext uri="{FF2B5EF4-FFF2-40B4-BE49-F238E27FC236}">
                  <a16:creationId xmlns:a16="http://schemas.microsoft.com/office/drawing/2014/main" id="{95E791E3-DAD0-E8D3-4060-AFAC4B361F8F}"/>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0" name="Google Shape;8518;p60">
              <a:extLst>
                <a:ext uri="{FF2B5EF4-FFF2-40B4-BE49-F238E27FC236}">
                  <a16:creationId xmlns:a16="http://schemas.microsoft.com/office/drawing/2014/main" id="{AF88BC40-3147-B369-F40C-1C457C74B284}"/>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1" name="Google Shape;8519;p60">
              <a:extLst>
                <a:ext uri="{FF2B5EF4-FFF2-40B4-BE49-F238E27FC236}">
                  <a16:creationId xmlns:a16="http://schemas.microsoft.com/office/drawing/2014/main" id="{DC38929F-121C-4C5B-5B02-9D44958B6958}"/>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210" name="TextBox 209">
            <a:extLst>
              <a:ext uri="{FF2B5EF4-FFF2-40B4-BE49-F238E27FC236}">
                <a16:creationId xmlns:a16="http://schemas.microsoft.com/office/drawing/2014/main" id="{513D2457-A982-E9AF-A276-0A532A7CE0ED}"/>
              </a:ext>
            </a:extLst>
          </p:cNvPr>
          <p:cNvSpPr txBox="1"/>
          <p:nvPr/>
        </p:nvSpPr>
        <p:spPr>
          <a:xfrm>
            <a:off x="5291074" y="1616205"/>
            <a:ext cx="2080585" cy="369332"/>
          </a:xfrm>
          <a:prstGeom prst="rect">
            <a:avLst/>
          </a:prstGeom>
          <a:noFill/>
        </p:spPr>
        <p:txBody>
          <a:bodyPr wrap="square" rtlCol="0">
            <a:spAutoFit/>
          </a:bodyPr>
          <a:lstStyle/>
          <a:p>
            <a:r>
              <a:rPr lang="es-ES" b="1">
                <a:solidFill>
                  <a:srgbClr val="0E166B"/>
                </a:solidFill>
              </a:rPr>
              <a:t>OUR APPROACH</a:t>
            </a:r>
          </a:p>
        </p:txBody>
      </p:sp>
      <p:grpSp>
        <p:nvGrpSpPr>
          <p:cNvPr id="211" name="Google Shape;12619;p62">
            <a:extLst>
              <a:ext uri="{FF2B5EF4-FFF2-40B4-BE49-F238E27FC236}">
                <a16:creationId xmlns:a16="http://schemas.microsoft.com/office/drawing/2014/main" id="{75B6EB02-AC51-F141-1C29-CFB85C34AB25}"/>
              </a:ext>
            </a:extLst>
          </p:cNvPr>
          <p:cNvGrpSpPr/>
          <p:nvPr/>
        </p:nvGrpSpPr>
        <p:grpSpPr>
          <a:xfrm>
            <a:off x="4674296" y="1537442"/>
            <a:ext cx="514141" cy="461597"/>
            <a:chOff x="3965190" y="3842252"/>
            <a:chExt cx="369801" cy="296813"/>
          </a:xfrm>
        </p:grpSpPr>
        <p:sp>
          <p:nvSpPr>
            <p:cNvPr id="212" name="Google Shape;12620;p62">
              <a:extLst>
                <a:ext uri="{FF2B5EF4-FFF2-40B4-BE49-F238E27FC236}">
                  <a16:creationId xmlns:a16="http://schemas.microsoft.com/office/drawing/2014/main" id="{25B95B51-144A-BD0C-8497-0A16AFE9E42E}"/>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3" name="Google Shape;12621;p62">
              <a:extLst>
                <a:ext uri="{FF2B5EF4-FFF2-40B4-BE49-F238E27FC236}">
                  <a16:creationId xmlns:a16="http://schemas.microsoft.com/office/drawing/2014/main" id="{E6BB44FB-A36E-C074-EBAD-FB7321D54221}"/>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4" name="Google Shape;12622;p62">
              <a:extLst>
                <a:ext uri="{FF2B5EF4-FFF2-40B4-BE49-F238E27FC236}">
                  <a16:creationId xmlns:a16="http://schemas.microsoft.com/office/drawing/2014/main" id="{41883046-1BCD-6FA6-EDBD-EA2282527C7B}"/>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5" name="Google Shape;12623;p62">
              <a:extLst>
                <a:ext uri="{FF2B5EF4-FFF2-40B4-BE49-F238E27FC236}">
                  <a16:creationId xmlns:a16="http://schemas.microsoft.com/office/drawing/2014/main" id="{47C531F9-C9F9-76D5-7096-0E7975DCB390}"/>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6" name="Google Shape;12624;p62">
              <a:extLst>
                <a:ext uri="{FF2B5EF4-FFF2-40B4-BE49-F238E27FC236}">
                  <a16:creationId xmlns:a16="http://schemas.microsoft.com/office/drawing/2014/main" id="{0E5F5288-C8D3-D444-0037-C1BD849CB0C9}"/>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7" name="Google Shape;12625;p62">
              <a:extLst>
                <a:ext uri="{FF2B5EF4-FFF2-40B4-BE49-F238E27FC236}">
                  <a16:creationId xmlns:a16="http://schemas.microsoft.com/office/drawing/2014/main" id="{52AF668C-1CAB-E2E0-4193-D4E221361B26}"/>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8" name="Google Shape;12626;p62">
              <a:extLst>
                <a:ext uri="{FF2B5EF4-FFF2-40B4-BE49-F238E27FC236}">
                  <a16:creationId xmlns:a16="http://schemas.microsoft.com/office/drawing/2014/main" id="{2AA72D8E-E09B-8B97-C02E-213ABE27CECB}"/>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9" name="Google Shape;12627;p62">
              <a:extLst>
                <a:ext uri="{FF2B5EF4-FFF2-40B4-BE49-F238E27FC236}">
                  <a16:creationId xmlns:a16="http://schemas.microsoft.com/office/drawing/2014/main" id="{FED92027-C1AC-01E5-FD40-04A2CC9167FE}"/>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0" name="Google Shape;12628;p62">
              <a:extLst>
                <a:ext uri="{FF2B5EF4-FFF2-40B4-BE49-F238E27FC236}">
                  <a16:creationId xmlns:a16="http://schemas.microsoft.com/office/drawing/2014/main" id="{0008D10D-128A-BDFF-F551-5475FD530602}"/>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1" name="Google Shape;12629;p62">
              <a:extLst>
                <a:ext uri="{FF2B5EF4-FFF2-40B4-BE49-F238E27FC236}">
                  <a16:creationId xmlns:a16="http://schemas.microsoft.com/office/drawing/2014/main" id="{711B1395-F610-35A2-BFF5-00EACD2D26B2}"/>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2" name="Google Shape;12630;p62">
              <a:extLst>
                <a:ext uri="{FF2B5EF4-FFF2-40B4-BE49-F238E27FC236}">
                  <a16:creationId xmlns:a16="http://schemas.microsoft.com/office/drawing/2014/main" id="{E4D16FBD-7D2B-7E22-E41E-2F9E3DF0D648}"/>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3" name="Google Shape;12631;p62">
              <a:extLst>
                <a:ext uri="{FF2B5EF4-FFF2-40B4-BE49-F238E27FC236}">
                  <a16:creationId xmlns:a16="http://schemas.microsoft.com/office/drawing/2014/main" id="{7638A53F-F1CD-FEFF-E82B-CA4905AA9ED1}"/>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4" name="Google Shape;12632;p62">
              <a:extLst>
                <a:ext uri="{FF2B5EF4-FFF2-40B4-BE49-F238E27FC236}">
                  <a16:creationId xmlns:a16="http://schemas.microsoft.com/office/drawing/2014/main" id="{4A69DCFE-5362-B95F-5196-2B1FCF4974F6}"/>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5" name="Google Shape;12633;p62">
              <a:extLst>
                <a:ext uri="{FF2B5EF4-FFF2-40B4-BE49-F238E27FC236}">
                  <a16:creationId xmlns:a16="http://schemas.microsoft.com/office/drawing/2014/main" id="{47C7D2D1-1121-7F7D-FF3E-6CC301CA3118}"/>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6" name="Google Shape;12634;p62">
              <a:extLst>
                <a:ext uri="{FF2B5EF4-FFF2-40B4-BE49-F238E27FC236}">
                  <a16:creationId xmlns:a16="http://schemas.microsoft.com/office/drawing/2014/main" id="{9887749E-5F6A-9EC0-6EBF-4B4118EC6C13}"/>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7" name="Google Shape;12635;p62">
              <a:extLst>
                <a:ext uri="{FF2B5EF4-FFF2-40B4-BE49-F238E27FC236}">
                  <a16:creationId xmlns:a16="http://schemas.microsoft.com/office/drawing/2014/main" id="{DB68BF25-EA00-BB7D-E0D4-C9036F1587BD}"/>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8" name="Google Shape;12636;p62">
              <a:extLst>
                <a:ext uri="{FF2B5EF4-FFF2-40B4-BE49-F238E27FC236}">
                  <a16:creationId xmlns:a16="http://schemas.microsoft.com/office/drawing/2014/main" id="{4AAF79EB-385F-ED42-5E0D-89EE6CE68A8C}"/>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9" name="Google Shape;12637;p62">
              <a:extLst>
                <a:ext uri="{FF2B5EF4-FFF2-40B4-BE49-F238E27FC236}">
                  <a16:creationId xmlns:a16="http://schemas.microsoft.com/office/drawing/2014/main" id="{4BCD7FCB-A32B-3A52-267E-074F03626451}"/>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0" name="Google Shape;12638;p62">
              <a:extLst>
                <a:ext uri="{FF2B5EF4-FFF2-40B4-BE49-F238E27FC236}">
                  <a16:creationId xmlns:a16="http://schemas.microsoft.com/office/drawing/2014/main" id="{B1ED14D0-B2D5-75D3-70BA-A6C40A76258D}"/>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1" name="Google Shape;12639;p62">
              <a:extLst>
                <a:ext uri="{FF2B5EF4-FFF2-40B4-BE49-F238E27FC236}">
                  <a16:creationId xmlns:a16="http://schemas.microsoft.com/office/drawing/2014/main" id="{FB53A575-E534-C366-3CB7-CFBC89F220B2}"/>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2" name="Google Shape;12640;p62">
              <a:extLst>
                <a:ext uri="{FF2B5EF4-FFF2-40B4-BE49-F238E27FC236}">
                  <a16:creationId xmlns:a16="http://schemas.microsoft.com/office/drawing/2014/main" id="{19CC34DC-60A6-E93B-30C0-5D0724673A20}"/>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grpSp>
      <p:grpSp>
        <p:nvGrpSpPr>
          <p:cNvPr id="47" name="Google Shape;1746;p147">
            <a:extLst>
              <a:ext uri="{FF2B5EF4-FFF2-40B4-BE49-F238E27FC236}">
                <a16:creationId xmlns:a16="http://schemas.microsoft.com/office/drawing/2014/main" id="{3C439D2C-9508-B89D-8227-998AD77BE81F}"/>
              </a:ext>
            </a:extLst>
          </p:cNvPr>
          <p:cNvGrpSpPr/>
          <p:nvPr/>
        </p:nvGrpSpPr>
        <p:grpSpPr>
          <a:xfrm>
            <a:off x="5984956" y="3324706"/>
            <a:ext cx="4604719" cy="1073694"/>
            <a:chOff x="2457787" y="2317237"/>
            <a:chExt cx="4228423" cy="979620"/>
          </a:xfrm>
          <a:solidFill>
            <a:srgbClr val="DDDEEA"/>
          </a:solidFill>
        </p:grpSpPr>
        <p:sp>
          <p:nvSpPr>
            <p:cNvPr id="3" name="Google Shape;1747;p147">
              <a:extLst>
                <a:ext uri="{FF2B5EF4-FFF2-40B4-BE49-F238E27FC236}">
                  <a16:creationId xmlns:a16="http://schemas.microsoft.com/office/drawing/2014/main" id="{454879C2-8DB4-B25C-355E-5C0AAA53485A}"/>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5" name="Google Shape;1748;p147">
              <a:extLst>
                <a:ext uri="{FF2B5EF4-FFF2-40B4-BE49-F238E27FC236}">
                  <a16:creationId xmlns:a16="http://schemas.microsoft.com/office/drawing/2014/main" id="{39585C98-7A08-B39A-60B2-7A018BE0840F}"/>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6" name="Google Shape;1749;p147">
              <a:extLst>
                <a:ext uri="{FF2B5EF4-FFF2-40B4-BE49-F238E27FC236}">
                  <a16:creationId xmlns:a16="http://schemas.microsoft.com/office/drawing/2014/main" id="{3B3E85C8-7878-4CD1-4DD4-8065C81E63BC}"/>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cxnSp>
        <p:nvCxnSpPr>
          <p:cNvPr id="49" name="Google Shape;1750;p147">
            <a:extLst>
              <a:ext uri="{FF2B5EF4-FFF2-40B4-BE49-F238E27FC236}">
                <a16:creationId xmlns:a16="http://schemas.microsoft.com/office/drawing/2014/main" id="{203D1311-1063-9089-1568-14B51E90D8AB}"/>
              </a:ext>
            </a:extLst>
          </p:cNvPr>
          <p:cNvCxnSpPr>
            <a:cxnSpLocks/>
          </p:cNvCxnSpPr>
          <p:nvPr/>
        </p:nvCxnSpPr>
        <p:spPr>
          <a:xfrm flipV="1">
            <a:off x="9976492" y="2991293"/>
            <a:ext cx="0" cy="335333"/>
          </a:xfrm>
          <a:prstGeom prst="straightConnector1">
            <a:avLst/>
          </a:prstGeom>
          <a:noFill/>
          <a:ln w="19050" cap="flat" cmpd="sng">
            <a:solidFill>
              <a:srgbClr val="0E166B"/>
            </a:solidFill>
            <a:prstDash val="solid"/>
            <a:round/>
            <a:headEnd type="none" w="med" len="med"/>
            <a:tailEnd type="diamond" w="med" len="med"/>
          </a:ln>
        </p:spPr>
      </p:cxnSp>
      <p:cxnSp>
        <p:nvCxnSpPr>
          <p:cNvPr id="51" name="Google Shape;1751;p147">
            <a:extLst>
              <a:ext uri="{FF2B5EF4-FFF2-40B4-BE49-F238E27FC236}">
                <a16:creationId xmlns:a16="http://schemas.microsoft.com/office/drawing/2014/main" id="{B7E33D76-3372-272E-8B00-CFA06637B987}"/>
              </a:ext>
            </a:extLst>
          </p:cNvPr>
          <p:cNvCxnSpPr>
            <a:cxnSpLocks/>
            <a:endCxn id="78" idx="2"/>
          </p:cNvCxnSpPr>
          <p:nvPr/>
        </p:nvCxnSpPr>
        <p:spPr>
          <a:xfrm flipV="1">
            <a:off x="7730774" y="3018736"/>
            <a:ext cx="0" cy="303628"/>
          </a:xfrm>
          <a:prstGeom prst="straightConnector1">
            <a:avLst/>
          </a:prstGeom>
          <a:noFill/>
          <a:ln w="19050" cap="flat" cmpd="sng">
            <a:solidFill>
              <a:srgbClr val="0E166B"/>
            </a:solidFill>
            <a:prstDash val="solid"/>
            <a:round/>
            <a:headEnd type="none" w="med" len="med"/>
            <a:tailEnd type="diamond" w="med" len="med"/>
          </a:ln>
        </p:spPr>
      </p:cxnSp>
      <p:grpSp>
        <p:nvGrpSpPr>
          <p:cNvPr id="70" name="Google Shape;1752;p147">
            <a:extLst>
              <a:ext uri="{FF2B5EF4-FFF2-40B4-BE49-F238E27FC236}">
                <a16:creationId xmlns:a16="http://schemas.microsoft.com/office/drawing/2014/main" id="{689D29FA-B140-6BD3-2DEA-6CE83C29CEEB}"/>
              </a:ext>
            </a:extLst>
          </p:cNvPr>
          <p:cNvGrpSpPr/>
          <p:nvPr/>
        </p:nvGrpSpPr>
        <p:grpSpPr>
          <a:xfrm>
            <a:off x="6369481" y="3641789"/>
            <a:ext cx="3840461" cy="439554"/>
            <a:chOff x="2814091" y="2606098"/>
            <a:chExt cx="3511204" cy="401926"/>
          </a:xfrm>
          <a:solidFill>
            <a:srgbClr val="921D86"/>
          </a:solidFill>
        </p:grpSpPr>
        <p:grpSp>
          <p:nvGrpSpPr>
            <p:cNvPr id="53" name="Google Shape;1753;p147">
              <a:extLst>
                <a:ext uri="{FF2B5EF4-FFF2-40B4-BE49-F238E27FC236}">
                  <a16:creationId xmlns:a16="http://schemas.microsoft.com/office/drawing/2014/main" id="{A3347583-CBA5-126E-9F1F-C60E363D69DE}"/>
                </a:ext>
              </a:extLst>
            </p:cNvPr>
            <p:cNvGrpSpPr/>
            <p:nvPr/>
          </p:nvGrpSpPr>
          <p:grpSpPr>
            <a:xfrm>
              <a:off x="2814091" y="2606098"/>
              <a:ext cx="400860" cy="401926"/>
              <a:chOff x="-1700225" y="2768875"/>
              <a:chExt cx="291450" cy="292225"/>
            </a:xfrm>
            <a:grpFill/>
          </p:grpSpPr>
          <p:sp>
            <p:nvSpPr>
              <p:cNvPr id="64" name="Google Shape;1754;p147">
                <a:extLst>
                  <a:ext uri="{FF2B5EF4-FFF2-40B4-BE49-F238E27FC236}">
                    <a16:creationId xmlns:a16="http://schemas.microsoft.com/office/drawing/2014/main" id="{F6D876DB-AB49-D059-BF0D-403C6939D05B}"/>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5" name="Google Shape;1755;p147">
                <a:extLst>
                  <a:ext uri="{FF2B5EF4-FFF2-40B4-BE49-F238E27FC236}">
                    <a16:creationId xmlns:a16="http://schemas.microsoft.com/office/drawing/2014/main" id="{2B4AE7F0-D032-7AC6-AF4E-06D703469500}"/>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6" name="Google Shape;1756;p147">
                <a:extLst>
                  <a:ext uri="{FF2B5EF4-FFF2-40B4-BE49-F238E27FC236}">
                    <a16:creationId xmlns:a16="http://schemas.microsoft.com/office/drawing/2014/main" id="{E201EA40-A186-2C4C-87FC-02A5F5D3C29B}"/>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7" name="Google Shape;1757;p147">
                <a:extLst>
                  <a:ext uri="{FF2B5EF4-FFF2-40B4-BE49-F238E27FC236}">
                    <a16:creationId xmlns:a16="http://schemas.microsoft.com/office/drawing/2014/main" id="{6C982236-1283-6486-8073-43C37B4894B0}"/>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8" name="Google Shape;1758;p147">
                <a:extLst>
                  <a:ext uri="{FF2B5EF4-FFF2-40B4-BE49-F238E27FC236}">
                    <a16:creationId xmlns:a16="http://schemas.microsoft.com/office/drawing/2014/main" id="{CA4EF1F1-6C70-0604-905C-8E39DD720797}"/>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9" name="Google Shape;1759;p147">
                <a:extLst>
                  <a:ext uri="{FF2B5EF4-FFF2-40B4-BE49-F238E27FC236}">
                    <a16:creationId xmlns:a16="http://schemas.microsoft.com/office/drawing/2014/main" id="{464419DD-37FE-C748-0A12-DB3F53CA8DDC}"/>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nvGrpSpPr>
            <p:cNvPr id="54" name="Google Shape;1760;p147">
              <a:extLst>
                <a:ext uri="{FF2B5EF4-FFF2-40B4-BE49-F238E27FC236}">
                  <a16:creationId xmlns:a16="http://schemas.microsoft.com/office/drawing/2014/main" id="{C0BEEEA6-2698-56C6-00EF-E1A9638D6D54}"/>
                </a:ext>
              </a:extLst>
            </p:cNvPr>
            <p:cNvGrpSpPr/>
            <p:nvPr/>
          </p:nvGrpSpPr>
          <p:grpSpPr>
            <a:xfrm>
              <a:off x="5924435" y="2606144"/>
              <a:ext cx="400860" cy="401789"/>
              <a:chOff x="-3137650" y="2408950"/>
              <a:chExt cx="291450" cy="292125"/>
            </a:xfrm>
            <a:grpFill/>
          </p:grpSpPr>
          <p:sp>
            <p:nvSpPr>
              <p:cNvPr id="59" name="Google Shape;1761;p147">
                <a:extLst>
                  <a:ext uri="{FF2B5EF4-FFF2-40B4-BE49-F238E27FC236}">
                    <a16:creationId xmlns:a16="http://schemas.microsoft.com/office/drawing/2014/main" id="{73E4ED70-99F4-04B8-B04F-26BEA870D370}"/>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0" name="Google Shape;1762;p147">
                <a:extLst>
                  <a:ext uri="{FF2B5EF4-FFF2-40B4-BE49-F238E27FC236}">
                    <a16:creationId xmlns:a16="http://schemas.microsoft.com/office/drawing/2014/main" id="{9450EF66-4203-3349-D847-E3E86DA04DE8}"/>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1" name="Google Shape;1763;p147">
                <a:extLst>
                  <a:ext uri="{FF2B5EF4-FFF2-40B4-BE49-F238E27FC236}">
                    <a16:creationId xmlns:a16="http://schemas.microsoft.com/office/drawing/2014/main" id="{E09B3437-BB6D-B747-D790-9FA90870FD62}"/>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2" name="Google Shape;1764;p147">
                <a:extLst>
                  <a:ext uri="{FF2B5EF4-FFF2-40B4-BE49-F238E27FC236}">
                    <a16:creationId xmlns:a16="http://schemas.microsoft.com/office/drawing/2014/main" id="{FA978913-BC4A-81DE-F370-5589DC2EBACB}"/>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3" name="Google Shape;1765;p147">
                <a:extLst>
                  <a:ext uri="{FF2B5EF4-FFF2-40B4-BE49-F238E27FC236}">
                    <a16:creationId xmlns:a16="http://schemas.microsoft.com/office/drawing/2014/main" id="{3376AD51-1031-AC87-BEC6-D93B4DC489E7}"/>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55" name="Google Shape;1766;p147">
              <a:extLst>
                <a:ext uri="{FF2B5EF4-FFF2-40B4-BE49-F238E27FC236}">
                  <a16:creationId xmlns:a16="http://schemas.microsoft.com/office/drawing/2014/main" id="{E242647B-6817-F1A8-9E2C-D49672E87E5C}"/>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nvGrpSpPr>
            <p:cNvPr id="56" name="Google Shape;1767;p147">
              <a:extLst>
                <a:ext uri="{FF2B5EF4-FFF2-40B4-BE49-F238E27FC236}">
                  <a16:creationId xmlns:a16="http://schemas.microsoft.com/office/drawing/2014/main" id="{DC8A098C-19F5-98D1-CA59-8DA9A2BD354F}"/>
                </a:ext>
              </a:extLst>
            </p:cNvPr>
            <p:cNvGrpSpPr/>
            <p:nvPr/>
          </p:nvGrpSpPr>
          <p:grpSpPr>
            <a:xfrm>
              <a:off x="3882351" y="2632325"/>
              <a:ext cx="342486" cy="349421"/>
              <a:chOff x="-65129950" y="2646800"/>
              <a:chExt cx="311125" cy="317425"/>
            </a:xfrm>
            <a:grpFill/>
          </p:grpSpPr>
          <p:sp>
            <p:nvSpPr>
              <p:cNvPr id="57" name="Google Shape;1768;p147">
                <a:extLst>
                  <a:ext uri="{FF2B5EF4-FFF2-40B4-BE49-F238E27FC236}">
                    <a16:creationId xmlns:a16="http://schemas.microsoft.com/office/drawing/2014/main" id="{E2CEBC09-17F1-AB7A-6B55-05BCE8D02806}"/>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58" name="Google Shape;1769;p147">
                <a:extLst>
                  <a:ext uri="{FF2B5EF4-FFF2-40B4-BE49-F238E27FC236}">
                    <a16:creationId xmlns:a16="http://schemas.microsoft.com/office/drawing/2014/main" id="{70F66D13-0FEF-2742-B183-A61F72915036}"/>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cxnSp>
        <p:nvCxnSpPr>
          <p:cNvPr id="72" name="Google Shape;1770;p147">
            <a:extLst>
              <a:ext uri="{FF2B5EF4-FFF2-40B4-BE49-F238E27FC236}">
                <a16:creationId xmlns:a16="http://schemas.microsoft.com/office/drawing/2014/main" id="{159C02CB-2D2C-511B-EC5E-11AAE8D26C52}"/>
              </a:ext>
            </a:extLst>
          </p:cNvPr>
          <p:cNvCxnSpPr>
            <a:cxnSpLocks/>
          </p:cNvCxnSpPr>
          <p:nvPr/>
        </p:nvCxnSpPr>
        <p:spPr>
          <a:xfrm>
            <a:off x="6595718" y="4394168"/>
            <a:ext cx="0" cy="324977"/>
          </a:xfrm>
          <a:prstGeom prst="straightConnector1">
            <a:avLst/>
          </a:prstGeom>
          <a:noFill/>
          <a:ln w="19050" cap="flat" cmpd="sng">
            <a:solidFill>
              <a:srgbClr val="0E166B"/>
            </a:solidFill>
            <a:prstDash val="solid"/>
            <a:round/>
            <a:headEnd type="none" w="med" len="med"/>
            <a:tailEnd type="diamond" w="med" len="med"/>
          </a:ln>
        </p:spPr>
      </p:cxnSp>
      <p:cxnSp>
        <p:nvCxnSpPr>
          <p:cNvPr id="74" name="Google Shape;1771;p147">
            <a:extLst>
              <a:ext uri="{FF2B5EF4-FFF2-40B4-BE49-F238E27FC236}">
                <a16:creationId xmlns:a16="http://schemas.microsoft.com/office/drawing/2014/main" id="{8CCF28A4-D698-4BDE-B048-0F2DBDD86BB2}"/>
              </a:ext>
            </a:extLst>
          </p:cNvPr>
          <p:cNvCxnSpPr>
            <a:cxnSpLocks/>
          </p:cNvCxnSpPr>
          <p:nvPr/>
        </p:nvCxnSpPr>
        <p:spPr>
          <a:xfrm>
            <a:off x="8826950" y="4394168"/>
            <a:ext cx="0" cy="324977"/>
          </a:xfrm>
          <a:prstGeom prst="straightConnector1">
            <a:avLst/>
          </a:prstGeom>
          <a:noFill/>
          <a:ln w="19050" cap="flat" cmpd="sng">
            <a:solidFill>
              <a:srgbClr val="0E166B"/>
            </a:solidFill>
            <a:prstDash val="solid"/>
            <a:round/>
            <a:headEnd type="none" w="med" len="med"/>
            <a:tailEnd type="diamond" w="med" len="med"/>
          </a:ln>
        </p:spPr>
      </p:cxnSp>
      <p:sp>
        <p:nvSpPr>
          <p:cNvPr id="76" name="TextBox 75">
            <a:extLst>
              <a:ext uri="{FF2B5EF4-FFF2-40B4-BE49-F238E27FC236}">
                <a16:creationId xmlns:a16="http://schemas.microsoft.com/office/drawing/2014/main" id="{EAC1E011-091E-458D-AB49-6FADFDAD28F4}"/>
              </a:ext>
            </a:extLst>
          </p:cNvPr>
          <p:cNvSpPr txBox="1"/>
          <p:nvPr/>
        </p:nvSpPr>
        <p:spPr>
          <a:xfrm>
            <a:off x="5406261" y="4794405"/>
            <a:ext cx="22352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Automated Price Calculations</a:t>
            </a:r>
            <a:endParaRPr lang="en-US" sz="1200" dirty="0">
              <a:solidFill>
                <a:srgbClr val="0E166B"/>
              </a:solidFill>
              <a:latin typeface="Segoe UI Light"/>
              <a:ea typeface="+mn-lt"/>
              <a:cs typeface="Segoe UI Light"/>
            </a:endParaRPr>
          </a:p>
          <a:p>
            <a:pPr algn="ctr"/>
            <a:r>
              <a:rPr lang="en-US" sz="1050" dirty="0">
                <a:solidFill>
                  <a:srgbClr val="0E166B"/>
                </a:solidFill>
                <a:latin typeface="Segoe UI Light"/>
                <a:ea typeface="+mn-lt"/>
                <a:cs typeface="+mn-lt"/>
              </a:rPr>
              <a:t>The tool automatically generates quotes by calculating costs based on a predefined database of rates for materials, labor, and other services.</a:t>
            </a:r>
            <a:endParaRPr lang="en-US" dirty="0">
              <a:solidFill>
                <a:srgbClr val="0E166B"/>
              </a:solidFill>
              <a:latin typeface="Segoe UI Light"/>
              <a:cs typeface="Segoe UI Light"/>
            </a:endParaRPr>
          </a:p>
        </p:txBody>
      </p:sp>
      <p:sp>
        <p:nvSpPr>
          <p:cNvPr id="78" name="TextBox 77">
            <a:extLst>
              <a:ext uri="{FF2B5EF4-FFF2-40B4-BE49-F238E27FC236}">
                <a16:creationId xmlns:a16="http://schemas.microsoft.com/office/drawing/2014/main" id="{5ADA62D4-EA0E-8875-2BF1-8C0ADCECEBFE}"/>
              </a:ext>
            </a:extLst>
          </p:cNvPr>
          <p:cNvSpPr txBox="1"/>
          <p:nvPr/>
        </p:nvSpPr>
        <p:spPr>
          <a:xfrm>
            <a:off x="6571781" y="1933824"/>
            <a:ext cx="2317986" cy="10849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Customizable Proposal Templates</a:t>
            </a:r>
            <a:r>
              <a:rPr lang="en-US" sz="1050" dirty="0">
                <a:solidFill>
                  <a:srgbClr val="0E166B"/>
                </a:solidFill>
                <a:latin typeface="Segoe UI Light"/>
                <a:ea typeface="+mn-lt"/>
                <a:cs typeface="+mn-lt"/>
              </a:rPr>
              <a:t> </a:t>
            </a:r>
          </a:p>
          <a:p>
            <a:pPr algn="ctr"/>
            <a:r>
              <a:rPr lang="en-US" sz="1050" dirty="0">
                <a:solidFill>
                  <a:srgbClr val="0E166B"/>
                </a:solidFill>
                <a:latin typeface="Segoe UI Light"/>
                <a:ea typeface="+mn-lt"/>
                <a:cs typeface="+mn-lt"/>
              </a:rPr>
              <a:t>Tailor proposals to specific client needs, including detailed breakdowns of costs, materials, and labor, ensuring transparency and professionalism.</a:t>
            </a:r>
          </a:p>
        </p:txBody>
      </p:sp>
      <p:sp>
        <p:nvSpPr>
          <p:cNvPr id="80" name="TextBox 79">
            <a:extLst>
              <a:ext uri="{FF2B5EF4-FFF2-40B4-BE49-F238E27FC236}">
                <a16:creationId xmlns:a16="http://schemas.microsoft.com/office/drawing/2014/main" id="{B72E5A63-CBE6-92E4-1074-02B3AB95E364}"/>
              </a:ext>
            </a:extLst>
          </p:cNvPr>
          <p:cNvSpPr txBox="1"/>
          <p:nvPr/>
        </p:nvSpPr>
        <p:spPr>
          <a:xfrm>
            <a:off x="8826950" y="1923734"/>
            <a:ext cx="24892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Integration with Existing Systems</a:t>
            </a:r>
            <a:endParaRPr lang="en-US" sz="1200" dirty="0">
              <a:solidFill>
                <a:srgbClr val="0E166B"/>
              </a:solidFill>
              <a:latin typeface="Segoe UI Light"/>
              <a:ea typeface="+mn-lt"/>
              <a:cs typeface="+mn-lt"/>
            </a:endParaRPr>
          </a:p>
          <a:p>
            <a:pPr algn="ctr"/>
            <a:r>
              <a:rPr lang="en-US" sz="1050" dirty="0">
                <a:solidFill>
                  <a:srgbClr val="0E166B"/>
                </a:solidFill>
                <a:latin typeface="Segoe UI Light"/>
                <a:ea typeface="+mn-lt"/>
                <a:cs typeface="+mn-lt"/>
              </a:rPr>
              <a:t>Seamlessly integrates with CRM, project management, and accounting tools to keep all client data up-to-date and connected.</a:t>
            </a:r>
            <a:endParaRPr lang="en-US" dirty="0">
              <a:solidFill>
                <a:srgbClr val="0E166B"/>
              </a:solidFill>
              <a:latin typeface="Segoe UI Light"/>
              <a:ea typeface="+mn-lt"/>
              <a:cs typeface="+mn-lt"/>
            </a:endParaRPr>
          </a:p>
        </p:txBody>
      </p:sp>
      <p:sp>
        <p:nvSpPr>
          <p:cNvPr id="83" name="TextBox 82">
            <a:extLst>
              <a:ext uri="{FF2B5EF4-FFF2-40B4-BE49-F238E27FC236}">
                <a16:creationId xmlns:a16="http://schemas.microsoft.com/office/drawing/2014/main" id="{47B80890-E8F9-6C07-5D1C-61FB2909A7F2}"/>
              </a:ext>
            </a:extLst>
          </p:cNvPr>
          <p:cNvSpPr txBox="1"/>
          <p:nvPr/>
        </p:nvSpPr>
        <p:spPr>
          <a:xfrm>
            <a:off x="7475206" y="4794405"/>
            <a:ext cx="2799644"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Real-Time Collaboration</a:t>
            </a:r>
            <a:endParaRPr lang="en-US" sz="1200" dirty="0">
              <a:solidFill>
                <a:srgbClr val="0E166B"/>
              </a:solidFill>
              <a:latin typeface="Segoe UI Light"/>
              <a:ea typeface="+mn-lt"/>
              <a:cs typeface="+mn-lt"/>
            </a:endParaRPr>
          </a:p>
          <a:p>
            <a:pPr algn="ctr"/>
            <a:r>
              <a:rPr lang="en-US" sz="1050" dirty="0">
                <a:solidFill>
                  <a:srgbClr val="0E166B"/>
                </a:solidFill>
                <a:latin typeface="Segoe UI Light"/>
                <a:ea typeface="+mn-lt"/>
                <a:cs typeface="+mn-lt"/>
              </a:rPr>
              <a:t>Team members can collaborate on proposals in real time, enabling fast adjustments and streamlined approval workflows.</a:t>
            </a:r>
          </a:p>
        </p:txBody>
      </p:sp>
      <p:cxnSp>
        <p:nvCxnSpPr>
          <p:cNvPr id="50" name="Google Shape;2079;p158">
            <a:extLst>
              <a:ext uri="{FF2B5EF4-FFF2-40B4-BE49-F238E27FC236}">
                <a16:creationId xmlns:a16="http://schemas.microsoft.com/office/drawing/2014/main" id="{BBA7C4DC-1FAD-F8FE-5638-BF4EF11FEB46}"/>
              </a:ext>
            </a:extLst>
          </p:cNvPr>
          <p:cNvCxnSpPr>
            <a:cxnSpLocks/>
          </p:cNvCxnSpPr>
          <p:nvPr/>
        </p:nvCxnSpPr>
        <p:spPr>
          <a:xfrm>
            <a:off x="4496189" y="1958093"/>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881348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E4B67B-D8A0-6382-7A23-9335D573D8AC}"/>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2D6B4C76-EFF3-0892-3E0E-1239C9CDDFED}"/>
              </a:ext>
            </a:extLst>
          </p:cNvPr>
          <p:cNvSpPr txBox="1">
            <a:spLocks/>
          </p:cNvSpPr>
          <p:nvPr/>
        </p:nvSpPr>
        <p:spPr>
          <a:xfrm>
            <a:off x="1" y="195877"/>
            <a:ext cx="9768642"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Proposal / Quoting Tool </a:t>
            </a:r>
          </a:p>
        </p:txBody>
      </p:sp>
      <p:grpSp>
        <p:nvGrpSpPr>
          <p:cNvPr id="3" name="Google Shape;1907;p152">
            <a:extLst>
              <a:ext uri="{FF2B5EF4-FFF2-40B4-BE49-F238E27FC236}">
                <a16:creationId xmlns:a16="http://schemas.microsoft.com/office/drawing/2014/main" id="{43F7D5EC-2B4F-255E-E482-D32D8E489047}"/>
              </a:ext>
            </a:extLst>
          </p:cNvPr>
          <p:cNvGrpSpPr/>
          <p:nvPr/>
        </p:nvGrpSpPr>
        <p:grpSpPr>
          <a:xfrm>
            <a:off x="6869167" y="2127379"/>
            <a:ext cx="4362832" cy="4730621"/>
            <a:chOff x="3899425" y="1624475"/>
            <a:chExt cx="2994015" cy="3526669"/>
          </a:xfrm>
        </p:grpSpPr>
        <p:sp>
          <p:nvSpPr>
            <p:cNvPr id="45" name="Google Shape;1908;p152">
              <a:extLst>
                <a:ext uri="{FF2B5EF4-FFF2-40B4-BE49-F238E27FC236}">
                  <a16:creationId xmlns:a16="http://schemas.microsoft.com/office/drawing/2014/main" id="{32D9CDB4-5194-38E0-D5E1-B69C42763096}"/>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46" name="Google Shape;1909;p152">
              <a:extLst>
                <a:ext uri="{FF2B5EF4-FFF2-40B4-BE49-F238E27FC236}">
                  <a16:creationId xmlns:a16="http://schemas.microsoft.com/office/drawing/2014/main" id="{F701D877-0D4D-93F1-D789-0A0C15E62C15}"/>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47" name="Google Shape;1911;p152">
              <a:extLst>
                <a:ext uri="{FF2B5EF4-FFF2-40B4-BE49-F238E27FC236}">
                  <a16:creationId xmlns:a16="http://schemas.microsoft.com/office/drawing/2014/main" id="{6B2B29FE-70C8-F794-C0E5-66F69EABB09A}"/>
                </a:ext>
              </a:extLst>
            </p:cNvPr>
            <p:cNvGrpSpPr/>
            <p:nvPr/>
          </p:nvGrpSpPr>
          <p:grpSpPr>
            <a:xfrm>
              <a:off x="6416311" y="1851230"/>
              <a:ext cx="332587" cy="329962"/>
              <a:chOff x="2508825" y="2318350"/>
              <a:chExt cx="297750" cy="295400"/>
            </a:xfrm>
          </p:grpSpPr>
          <p:sp>
            <p:nvSpPr>
              <p:cNvPr id="48" name="Google Shape;1912;p152">
                <a:extLst>
                  <a:ext uri="{FF2B5EF4-FFF2-40B4-BE49-F238E27FC236}">
                    <a16:creationId xmlns:a16="http://schemas.microsoft.com/office/drawing/2014/main" id="{3BEB7517-187E-0E4E-5AA2-4C7A1CE67644}"/>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9" name="Google Shape;1913;p152">
                <a:extLst>
                  <a:ext uri="{FF2B5EF4-FFF2-40B4-BE49-F238E27FC236}">
                    <a16:creationId xmlns:a16="http://schemas.microsoft.com/office/drawing/2014/main" id="{CF37AEFF-67C9-F68C-EB35-8F03076B6329}"/>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0" name="Google Shape;1914;p152">
            <a:extLst>
              <a:ext uri="{FF2B5EF4-FFF2-40B4-BE49-F238E27FC236}">
                <a16:creationId xmlns:a16="http://schemas.microsoft.com/office/drawing/2014/main" id="{438C27EB-40B0-149C-5DDE-F7DC7395407A}"/>
              </a:ext>
            </a:extLst>
          </p:cNvPr>
          <p:cNvGrpSpPr/>
          <p:nvPr/>
        </p:nvGrpSpPr>
        <p:grpSpPr>
          <a:xfrm>
            <a:off x="6869166" y="3115030"/>
            <a:ext cx="3910445" cy="3736043"/>
            <a:chOff x="3899425" y="2359004"/>
            <a:chExt cx="2683562" cy="2785213"/>
          </a:xfrm>
        </p:grpSpPr>
        <p:sp>
          <p:nvSpPr>
            <p:cNvPr id="51" name="Google Shape;1915;p152">
              <a:extLst>
                <a:ext uri="{FF2B5EF4-FFF2-40B4-BE49-F238E27FC236}">
                  <a16:creationId xmlns:a16="http://schemas.microsoft.com/office/drawing/2014/main" id="{2DDF3B7C-C289-FBAF-9074-B7D3DE2899A8}"/>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2" name="Google Shape;1916;p152">
              <a:extLst>
                <a:ext uri="{FF2B5EF4-FFF2-40B4-BE49-F238E27FC236}">
                  <a16:creationId xmlns:a16="http://schemas.microsoft.com/office/drawing/2014/main" id="{941143FC-F3F8-56D0-291B-FE42093E89CD}"/>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3" name="Google Shape;1918;p152">
              <a:extLst>
                <a:ext uri="{FF2B5EF4-FFF2-40B4-BE49-F238E27FC236}">
                  <a16:creationId xmlns:a16="http://schemas.microsoft.com/office/drawing/2014/main" id="{F7E2865D-4291-1120-DA4C-374BE058DCD1}"/>
                </a:ext>
              </a:extLst>
            </p:cNvPr>
            <p:cNvGrpSpPr/>
            <p:nvPr/>
          </p:nvGrpSpPr>
          <p:grpSpPr>
            <a:xfrm>
              <a:off x="6106713" y="2585336"/>
              <a:ext cx="330827" cy="329934"/>
              <a:chOff x="3962775" y="2683025"/>
              <a:chExt cx="296175" cy="295375"/>
            </a:xfrm>
          </p:grpSpPr>
          <p:sp>
            <p:nvSpPr>
              <p:cNvPr id="54" name="Google Shape;1919;p152">
                <a:extLst>
                  <a:ext uri="{FF2B5EF4-FFF2-40B4-BE49-F238E27FC236}">
                    <a16:creationId xmlns:a16="http://schemas.microsoft.com/office/drawing/2014/main" id="{7CAA32CB-B9BF-5917-4046-E7EABEE7BDC2}"/>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5" name="Google Shape;1920;p152">
                <a:extLst>
                  <a:ext uri="{FF2B5EF4-FFF2-40B4-BE49-F238E27FC236}">
                    <a16:creationId xmlns:a16="http://schemas.microsoft.com/office/drawing/2014/main" id="{7F49AA64-49A1-4A06-4278-32D6CACF1DAA}"/>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6" name="Google Shape;1921;p152">
                <a:extLst>
                  <a:ext uri="{FF2B5EF4-FFF2-40B4-BE49-F238E27FC236}">
                    <a16:creationId xmlns:a16="http://schemas.microsoft.com/office/drawing/2014/main" id="{396AF4AD-32E4-46ED-158A-D91FDA602E43}"/>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7" name="Google Shape;1922;p152">
            <a:extLst>
              <a:ext uri="{FF2B5EF4-FFF2-40B4-BE49-F238E27FC236}">
                <a16:creationId xmlns:a16="http://schemas.microsoft.com/office/drawing/2014/main" id="{FBB772FE-0D81-48C8-CD3D-7B0768088449}"/>
              </a:ext>
            </a:extLst>
          </p:cNvPr>
          <p:cNvGrpSpPr/>
          <p:nvPr/>
        </p:nvGrpSpPr>
        <p:grpSpPr>
          <a:xfrm>
            <a:off x="6869166" y="4101982"/>
            <a:ext cx="3458043" cy="2756018"/>
            <a:chOff x="3899425" y="3094874"/>
            <a:chExt cx="2373100" cy="2054606"/>
          </a:xfrm>
        </p:grpSpPr>
        <p:sp>
          <p:nvSpPr>
            <p:cNvPr id="58" name="Google Shape;1923;p152">
              <a:extLst>
                <a:ext uri="{FF2B5EF4-FFF2-40B4-BE49-F238E27FC236}">
                  <a16:creationId xmlns:a16="http://schemas.microsoft.com/office/drawing/2014/main" id="{B68D50F7-4724-D3E1-C297-72E64BA1E74F}"/>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9" name="Google Shape;1924;p152">
              <a:extLst>
                <a:ext uri="{FF2B5EF4-FFF2-40B4-BE49-F238E27FC236}">
                  <a16:creationId xmlns:a16="http://schemas.microsoft.com/office/drawing/2014/main" id="{37647A35-E410-D1C2-8541-11FF3A6A2B64}"/>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0" name="Google Shape;1926;p152">
              <a:extLst>
                <a:ext uri="{FF2B5EF4-FFF2-40B4-BE49-F238E27FC236}">
                  <a16:creationId xmlns:a16="http://schemas.microsoft.com/office/drawing/2014/main" id="{E2C7164E-3FF0-B003-24DF-EEC7E5193A2D}"/>
                </a:ext>
              </a:extLst>
            </p:cNvPr>
            <p:cNvGrpSpPr/>
            <p:nvPr/>
          </p:nvGrpSpPr>
          <p:grpSpPr>
            <a:xfrm>
              <a:off x="5797765" y="3319416"/>
              <a:ext cx="327823" cy="328695"/>
              <a:chOff x="-1333200" y="2770450"/>
              <a:chExt cx="291450" cy="292225"/>
            </a:xfrm>
          </p:grpSpPr>
          <p:sp>
            <p:nvSpPr>
              <p:cNvPr id="61" name="Google Shape;1927;p152">
                <a:extLst>
                  <a:ext uri="{FF2B5EF4-FFF2-40B4-BE49-F238E27FC236}">
                    <a16:creationId xmlns:a16="http://schemas.microsoft.com/office/drawing/2014/main" id="{4EFF66D9-CF50-1B9F-AC6E-344EEA25202A}"/>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2" name="Google Shape;1928;p152">
                <a:extLst>
                  <a:ext uri="{FF2B5EF4-FFF2-40B4-BE49-F238E27FC236}">
                    <a16:creationId xmlns:a16="http://schemas.microsoft.com/office/drawing/2014/main" id="{3C94970B-E7D1-8BDE-D2DA-26C55A7153E8}"/>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3" name="Google Shape;1929;p152">
            <a:extLst>
              <a:ext uri="{FF2B5EF4-FFF2-40B4-BE49-F238E27FC236}">
                <a16:creationId xmlns:a16="http://schemas.microsoft.com/office/drawing/2014/main" id="{AAE056E9-6331-E67F-E9E2-E0E7A0A15661}"/>
              </a:ext>
            </a:extLst>
          </p:cNvPr>
          <p:cNvGrpSpPr/>
          <p:nvPr/>
        </p:nvGrpSpPr>
        <p:grpSpPr>
          <a:xfrm>
            <a:off x="6869166" y="5001602"/>
            <a:ext cx="3005647" cy="1848925"/>
            <a:chOff x="3899425" y="3765300"/>
            <a:chExt cx="2062640" cy="1378370"/>
          </a:xfrm>
        </p:grpSpPr>
        <p:cxnSp>
          <p:nvCxnSpPr>
            <p:cNvPr id="64" name="Google Shape;1930;p152">
              <a:extLst>
                <a:ext uri="{FF2B5EF4-FFF2-40B4-BE49-F238E27FC236}">
                  <a16:creationId xmlns:a16="http://schemas.microsoft.com/office/drawing/2014/main" id="{0C4F09D1-9442-A2C1-C28E-B4762D286E6B}"/>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65" name="Google Shape;1932;p152">
              <a:extLst>
                <a:ext uri="{FF2B5EF4-FFF2-40B4-BE49-F238E27FC236}">
                  <a16:creationId xmlns:a16="http://schemas.microsoft.com/office/drawing/2014/main" id="{731A3495-9922-B956-A6B5-0C70C464FAD1}"/>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nvGrpSpPr>
            <p:cNvPr id="66" name="Google Shape;1933;p152">
              <a:extLst>
                <a:ext uri="{FF2B5EF4-FFF2-40B4-BE49-F238E27FC236}">
                  <a16:creationId xmlns:a16="http://schemas.microsoft.com/office/drawing/2014/main" id="{B0CB7F01-07A8-9547-E066-F35271BD5DC9}"/>
                </a:ext>
              </a:extLst>
            </p:cNvPr>
            <p:cNvGrpSpPr/>
            <p:nvPr/>
          </p:nvGrpSpPr>
          <p:grpSpPr>
            <a:xfrm>
              <a:off x="5485800" y="3999322"/>
              <a:ext cx="330827" cy="330827"/>
              <a:chOff x="3963575" y="2317575"/>
              <a:chExt cx="296175" cy="296175"/>
            </a:xfrm>
          </p:grpSpPr>
          <p:sp>
            <p:nvSpPr>
              <p:cNvPr id="67" name="Google Shape;1934;p152">
                <a:extLst>
                  <a:ext uri="{FF2B5EF4-FFF2-40B4-BE49-F238E27FC236}">
                    <a16:creationId xmlns:a16="http://schemas.microsoft.com/office/drawing/2014/main" id="{424680F6-0771-2FE6-8F60-B269AE822EF3}"/>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8" name="Google Shape;1935;p152">
                <a:extLst>
                  <a:ext uri="{FF2B5EF4-FFF2-40B4-BE49-F238E27FC236}">
                    <a16:creationId xmlns:a16="http://schemas.microsoft.com/office/drawing/2014/main" id="{D4BD2150-B9ED-9A6A-AAA2-8BA0CE6129AC}"/>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9" name="Google Shape;1936;p152">
                <a:extLst>
                  <a:ext uri="{FF2B5EF4-FFF2-40B4-BE49-F238E27FC236}">
                    <a16:creationId xmlns:a16="http://schemas.microsoft.com/office/drawing/2014/main" id="{2D9447FD-E36E-DDE2-0043-74E968E523E8}"/>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0" name="Google Shape;1937;p152">
                <a:extLst>
                  <a:ext uri="{FF2B5EF4-FFF2-40B4-BE49-F238E27FC236}">
                    <a16:creationId xmlns:a16="http://schemas.microsoft.com/office/drawing/2014/main" id="{4AAA002D-BA21-5D45-F8BE-29837FCEBB40}"/>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1" name="Google Shape;1938;p152">
                <a:extLst>
                  <a:ext uri="{FF2B5EF4-FFF2-40B4-BE49-F238E27FC236}">
                    <a16:creationId xmlns:a16="http://schemas.microsoft.com/office/drawing/2014/main" id="{E1200088-E6B1-900E-6288-A88C4DE5C76C}"/>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2" name="Google Shape;1939;p152">
                <a:extLst>
                  <a:ext uri="{FF2B5EF4-FFF2-40B4-BE49-F238E27FC236}">
                    <a16:creationId xmlns:a16="http://schemas.microsoft.com/office/drawing/2014/main" id="{0ACD4F58-24E1-656C-A54D-A6073AA178CB}"/>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3" name="Google Shape;1940;p152">
                <a:extLst>
                  <a:ext uri="{FF2B5EF4-FFF2-40B4-BE49-F238E27FC236}">
                    <a16:creationId xmlns:a16="http://schemas.microsoft.com/office/drawing/2014/main" id="{E22D9D98-0693-612C-83B5-F1EE15152494}"/>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4" name="Google Shape;1941;p152">
                <a:extLst>
                  <a:ext uri="{FF2B5EF4-FFF2-40B4-BE49-F238E27FC236}">
                    <a16:creationId xmlns:a16="http://schemas.microsoft.com/office/drawing/2014/main" id="{EA1F39B8-369D-B21E-C38E-D7FAF0204790}"/>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5" name="Google Shape;1942;p152">
                <a:extLst>
                  <a:ext uri="{FF2B5EF4-FFF2-40B4-BE49-F238E27FC236}">
                    <a16:creationId xmlns:a16="http://schemas.microsoft.com/office/drawing/2014/main" id="{8EE8822C-8380-3B63-8AF2-60F945953CC5}"/>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6" name="Google Shape;1943;p152">
                <a:extLst>
                  <a:ext uri="{FF2B5EF4-FFF2-40B4-BE49-F238E27FC236}">
                    <a16:creationId xmlns:a16="http://schemas.microsoft.com/office/drawing/2014/main" id="{132A357C-F2B9-653B-395D-018CF10E292B}"/>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7" name="Google Shape;1944;p152">
                <a:extLst>
                  <a:ext uri="{FF2B5EF4-FFF2-40B4-BE49-F238E27FC236}">
                    <a16:creationId xmlns:a16="http://schemas.microsoft.com/office/drawing/2014/main" id="{A5358C74-2387-B1C1-EA5D-8ADCB99357B6}"/>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8" name="Google Shape;1945;p152">
                <a:extLst>
                  <a:ext uri="{FF2B5EF4-FFF2-40B4-BE49-F238E27FC236}">
                    <a16:creationId xmlns:a16="http://schemas.microsoft.com/office/drawing/2014/main" id="{57724659-F345-4FC8-39C3-049CE2F41D24}"/>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9" name="Google Shape;1946;p152">
                <a:extLst>
                  <a:ext uri="{FF2B5EF4-FFF2-40B4-BE49-F238E27FC236}">
                    <a16:creationId xmlns:a16="http://schemas.microsoft.com/office/drawing/2014/main" id="{4B0B7BE8-F59D-4D9E-D98E-E882C59B8731}"/>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0" name="Google Shape;1947;p152">
                <a:extLst>
                  <a:ext uri="{FF2B5EF4-FFF2-40B4-BE49-F238E27FC236}">
                    <a16:creationId xmlns:a16="http://schemas.microsoft.com/office/drawing/2014/main" id="{5F7E78D7-4F94-ECD5-38A4-40EC2146802A}"/>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1" name="Google Shape;1948;p152">
                <a:extLst>
                  <a:ext uri="{FF2B5EF4-FFF2-40B4-BE49-F238E27FC236}">
                    <a16:creationId xmlns:a16="http://schemas.microsoft.com/office/drawing/2014/main" id="{A400179E-30F8-8C4D-379A-0052DDC5F3E2}"/>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3" name="Google Shape;1949;p152">
                <a:extLst>
                  <a:ext uri="{FF2B5EF4-FFF2-40B4-BE49-F238E27FC236}">
                    <a16:creationId xmlns:a16="http://schemas.microsoft.com/office/drawing/2014/main" id="{56DC88CE-8369-1315-A56A-2BEF473F1CEE}"/>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sp>
        <p:nvSpPr>
          <p:cNvPr id="86" name="TextBox 85">
            <a:extLst>
              <a:ext uri="{FF2B5EF4-FFF2-40B4-BE49-F238E27FC236}">
                <a16:creationId xmlns:a16="http://schemas.microsoft.com/office/drawing/2014/main" id="{C5732F08-52FE-0DBD-9FD4-1693BC6EE5BC}"/>
              </a:ext>
            </a:extLst>
          </p:cNvPr>
          <p:cNvSpPr txBox="1"/>
          <p:nvPr/>
        </p:nvSpPr>
        <p:spPr>
          <a:xfrm>
            <a:off x="7245163" y="1754681"/>
            <a:ext cx="3674203" cy="369332"/>
          </a:xfrm>
          <a:prstGeom prst="rect">
            <a:avLst/>
          </a:prstGeom>
          <a:noFill/>
        </p:spPr>
        <p:txBody>
          <a:bodyPr wrap="square" rtlCol="0">
            <a:spAutoFit/>
          </a:bodyPr>
          <a:lstStyle/>
          <a:p>
            <a:pPr algn="r"/>
            <a:r>
              <a:rPr lang="es-ES" b="1" dirty="0">
                <a:solidFill>
                  <a:srgbClr val="0E166B"/>
                </a:solidFill>
                <a:latin typeface="Arial"/>
              </a:rPr>
              <a:t>RESULTS &amp; VALUE CREATED</a:t>
            </a:r>
          </a:p>
        </p:txBody>
      </p:sp>
      <p:grpSp>
        <p:nvGrpSpPr>
          <p:cNvPr id="102" name="Google Shape;12544;p62">
            <a:extLst>
              <a:ext uri="{FF2B5EF4-FFF2-40B4-BE49-F238E27FC236}">
                <a16:creationId xmlns:a16="http://schemas.microsoft.com/office/drawing/2014/main" id="{40D5EB8A-C589-17A1-7D8F-608050F1DC08}"/>
              </a:ext>
            </a:extLst>
          </p:cNvPr>
          <p:cNvGrpSpPr/>
          <p:nvPr/>
        </p:nvGrpSpPr>
        <p:grpSpPr>
          <a:xfrm>
            <a:off x="6869166" y="1520318"/>
            <a:ext cx="618592" cy="646330"/>
            <a:chOff x="1764389" y="3348218"/>
            <a:chExt cx="310114" cy="366665"/>
          </a:xfrm>
        </p:grpSpPr>
        <p:sp>
          <p:nvSpPr>
            <p:cNvPr id="103" name="Google Shape;12545;p62">
              <a:extLst>
                <a:ext uri="{FF2B5EF4-FFF2-40B4-BE49-F238E27FC236}">
                  <a16:creationId xmlns:a16="http://schemas.microsoft.com/office/drawing/2014/main" id="{A6940930-627F-1C83-0415-D7F6AD8838E7}"/>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4" name="Google Shape;12546;p62">
              <a:extLst>
                <a:ext uri="{FF2B5EF4-FFF2-40B4-BE49-F238E27FC236}">
                  <a16:creationId xmlns:a16="http://schemas.microsoft.com/office/drawing/2014/main" id="{FE105865-8E10-86A7-5163-11669B99FCC4}"/>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5" name="Google Shape;12547;p62">
              <a:extLst>
                <a:ext uri="{FF2B5EF4-FFF2-40B4-BE49-F238E27FC236}">
                  <a16:creationId xmlns:a16="http://schemas.microsoft.com/office/drawing/2014/main" id="{E086548A-0A8D-792E-6F6F-3BB5D935EFE8}"/>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6" name="Google Shape;12548;p62">
              <a:extLst>
                <a:ext uri="{FF2B5EF4-FFF2-40B4-BE49-F238E27FC236}">
                  <a16:creationId xmlns:a16="http://schemas.microsoft.com/office/drawing/2014/main" id="{CF7EB315-C924-12B3-6CCB-06719F9247A1}"/>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7" name="Google Shape;12549;p62">
              <a:extLst>
                <a:ext uri="{FF2B5EF4-FFF2-40B4-BE49-F238E27FC236}">
                  <a16:creationId xmlns:a16="http://schemas.microsoft.com/office/drawing/2014/main" id="{D9295EE9-55A4-A16B-0DB7-7A7AC1DDC2D3}"/>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8" name="Google Shape;12550;p62">
              <a:extLst>
                <a:ext uri="{FF2B5EF4-FFF2-40B4-BE49-F238E27FC236}">
                  <a16:creationId xmlns:a16="http://schemas.microsoft.com/office/drawing/2014/main" id="{5F3BDCD2-C22C-8F69-005D-40DACAD2E173}"/>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9" name="Google Shape;12551;p62">
              <a:extLst>
                <a:ext uri="{FF2B5EF4-FFF2-40B4-BE49-F238E27FC236}">
                  <a16:creationId xmlns:a16="http://schemas.microsoft.com/office/drawing/2014/main" id="{392A9486-9A71-462C-A97F-189DF7684C30}"/>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0" name="Google Shape;12552;p62">
              <a:extLst>
                <a:ext uri="{FF2B5EF4-FFF2-40B4-BE49-F238E27FC236}">
                  <a16:creationId xmlns:a16="http://schemas.microsoft.com/office/drawing/2014/main" id="{B720A893-EFC6-F34A-9120-91A83C31DB37}"/>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1" name="Google Shape;12553;p62">
              <a:extLst>
                <a:ext uri="{FF2B5EF4-FFF2-40B4-BE49-F238E27FC236}">
                  <a16:creationId xmlns:a16="http://schemas.microsoft.com/office/drawing/2014/main" id="{5157534F-741D-C630-CF54-E6489C9D0013}"/>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2" name="Google Shape;12554;p62">
              <a:extLst>
                <a:ext uri="{FF2B5EF4-FFF2-40B4-BE49-F238E27FC236}">
                  <a16:creationId xmlns:a16="http://schemas.microsoft.com/office/drawing/2014/main" id="{CDA4AEA1-DA16-55DB-C657-ED352E66BBB9}"/>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3" name="Google Shape;12555;p62">
              <a:extLst>
                <a:ext uri="{FF2B5EF4-FFF2-40B4-BE49-F238E27FC236}">
                  <a16:creationId xmlns:a16="http://schemas.microsoft.com/office/drawing/2014/main" id="{6A0B79F7-4860-7CC1-C3FF-23BB547AD54E}"/>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4" name="Google Shape;12556;p62">
              <a:extLst>
                <a:ext uri="{FF2B5EF4-FFF2-40B4-BE49-F238E27FC236}">
                  <a16:creationId xmlns:a16="http://schemas.microsoft.com/office/drawing/2014/main" id="{9E9B14E6-E802-E218-F326-8AF5F91DC98F}"/>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5" name="Google Shape;12557;p62">
              <a:extLst>
                <a:ext uri="{FF2B5EF4-FFF2-40B4-BE49-F238E27FC236}">
                  <a16:creationId xmlns:a16="http://schemas.microsoft.com/office/drawing/2014/main" id="{CEA8B9C7-0AB4-ADCC-B7CB-362521503FE8}"/>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6" name="Google Shape;12558;p62">
              <a:extLst>
                <a:ext uri="{FF2B5EF4-FFF2-40B4-BE49-F238E27FC236}">
                  <a16:creationId xmlns:a16="http://schemas.microsoft.com/office/drawing/2014/main" id="{5034CFD0-D794-32A0-4CAE-5B322F290FEE}"/>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7" name="Google Shape;12559;p62">
              <a:extLst>
                <a:ext uri="{FF2B5EF4-FFF2-40B4-BE49-F238E27FC236}">
                  <a16:creationId xmlns:a16="http://schemas.microsoft.com/office/drawing/2014/main" id="{0D906CAD-E1C4-8A44-AAD9-D34182DBE32B}"/>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8" name="Google Shape;12560;p62">
              <a:extLst>
                <a:ext uri="{FF2B5EF4-FFF2-40B4-BE49-F238E27FC236}">
                  <a16:creationId xmlns:a16="http://schemas.microsoft.com/office/drawing/2014/main" id="{48D6BB6B-81ED-F029-CFAF-0FC6E90C6416}"/>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9" name="Google Shape;12561;p62">
              <a:extLst>
                <a:ext uri="{FF2B5EF4-FFF2-40B4-BE49-F238E27FC236}">
                  <a16:creationId xmlns:a16="http://schemas.microsoft.com/office/drawing/2014/main" id="{545FAA01-7398-6669-BF15-9DA65E804B09}"/>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0" name="Google Shape;12562;p62">
              <a:extLst>
                <a:ext uri="{FF2B5EF4-FFF2-40B4-BE49-F238E27FC236}">
                  <a16:creationId xmlns:a16="http://schemas.microsoft.com/office/drawing/2014/main" id="{57188258-F97E-3504-1D83-3B29211439FC}"/>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1" name="Google Shape;12563;p62">
              <a:extLst>
                <a:ext uri="{FF2B5EF4-FFF2-40B4-BE49-F238E27FC236}">
                  <a16:creationId xmlns:a16="http://schemas.microsoft.com/office/drawing/2014/main" id="{06218855-CD0A-4E7E-C4FC-2E9901A64197}"/>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2" name="Google Shape;12564;p62">
              <a:extLst>
                <a:ext uri="{FF2B5EF4-FFF2-40B4-BE49-F238E27FC236}">
                  <a16:creationId xmlns:a16="http://schemas.microsoft.com/office/drawing/2014/main" id="{C73E2880-6662-79A0-E9F9-8FB4299DBD2B}"/>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pic>
        <p:nvPicPr>
          <p:cNvPr id="6" name="Picture 5" descr="A screenshot of a task report&#10;&#10;AI-generated content may be incorrect.">
            <a:extLst>
              <a:ext uri="{FF2B5EF4-FFF2-40B4-BE49-F238E27FC236}">
                <a16:creationId xmlns:a16="http://schemas.microsoft.com/office/drawing/2014/main" id="{0D9FB52B-64EF-E0AC-5D84-EA0F873D0F04}"/>
              </a:ext>
            </a:extLst>
          </p:cNvPr>
          <p:cNvPicPr>
            <a:picLocks noChangeAspect="1"/>
          </p:cNvPicPr>
          <p:nvPr/>
        </p:nvPicPr>
        <p:blipFill>
          <a:blip r:embed="rId2"/>
          <a:srcRect t="8936" r="346"/>
          <a:stretch/>
        </p:blipFill>
        <p:spPr>
          <a:xfrm>
            <a:off x="146367" y="1589503"/>
            <a:ext cx="2708234" cy="3735092"/>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09BEF5AF-1D49-1C7B-775C-2BA18078646E}"/>
              </a:ext>
            </a:extLst>
          </p:cNvPr>
          <p:cNvPicPr>
            <a:picLocks noChangeAspect="1"/>
          </p:cNvPicPr>
          <p:nvPr/>
        </p:nvPicPr>
        <p:blipFill>
          <a:blip r:embed="rId3"/>
          <a:stretch>
            <a:fillRect/>
          </a:stretch>
        </p:blipFill>
        <p:spPr>
          <a:xfrm>
            <a:off x="705556" y="4292068"/>
            <a:ext cx="5056889" cy="233870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B8AB0EA-60F2-D87E-D94C-4B31B399B117}"/>
              </a:ext>
            </a:extLst>
          </p:cNvPr>
          <p:cNvPicPr>
            <a:picLocks noChangeAspect="1"/>
          </p:cNvPicPr>
          <p:nvPr/>
        </p:nvPicPr>
        <p:blipFill>
          <a:blip r:embed="rId4"/>
          <a:stretch>
            <a:fillRect/>
          </a:stretch>
        </p:blipFill>
        <p:spPr>
          <a:xfrm>
            <a:off x="1091260" y="2258554"/>
            <a:ext cx="4365038" cy="1531855"/>
          </a:xfrm>
          <a:prstGeom prst="rect">
            <a:avLst/>
          </a:prstGeom>
        </p:spPr>
      </p:pic>
      <p:sp>
        <p:nvSpPr>
          <p:cNvPr id="10" name="TextBox 9">
            <a:extLst>
              <a:ext uri="{FF2B5EF4-FFF2-40B4-BE49-F238E27FC236}">
                <a16:creationId xmlns:a16="http://schemas.microsoft.com/office/drawing/2014/main" id="{03066BF0-5F07-2336-B2DB-4AE01341E709}"/>
              </a:ext>
            </a:extLst>
          </p:cNvPr>
          <p:cNvSpPr txBox="1"/>
          <p:nvPr/>
        </p:nvSpPr>
        <p:spPr>
          <a:xfrm>
            <a:off x="5653394" y="5361260"/>
            <a:ext cx="3288828"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Faster Proposal Turnaround</a:t>
            </a:r>
            <a:endParaRPr lang="en-US" sz="1400" b="1">
              <a:solidFill>
                <a:srgbClr val="0E166B"/>
              </a:solidFill>
              <a:latin typeface="Segoe UI Light"/>
              <a:cs typeface="Segoe UI Light"/>
            </a:endParaRPr>
          </a:p>
          <a:p>
            <a:pPr algn="r"/>
            <a:r>
              <a:rPr lang="en-US" sz="1050" dirty="0">
                <a:solidFill>
                  <a:srgbClr val="0E166B"/>
                </a:solidFill>
                <a:latin typeface="Segoe UI Light"/>
                <a:cs typeface="Segoe UI Light"/>
              </a:rPr>
              <a:t>Clients report a 50% reduction in time spent on creating proposals, allowing sales teams to respond faster to client requests and close deals more quickly.</a:t>
            </a:r>
          </a:p>
        </p:txBody>
      </p:sp>
      <p:sp>
        <p:nvSpPr>
          <p:cNvPr id="11" name="TextBox 10">
            <a:extLst>
              <a:ext uri="{FF2B5EF4-FFF2-40B4-BE49-F238E27FC236}">
                <a16:creationId xmlns:a16="http://schemas.microsoft.com/office/drawing/2014/main" id="{BB92BA94-A0A3-6751-B809-49674E01CF05}"/>
              </a:ext>
            </a:extLst>
          </p:cNvPr>
          <p:cNvSpPr txBox="1"/>
          <p:nvPr/>
        </p:nvSpPr>
        <p:spPr>
          <a:xfrm>
            <a:off x="5553186" y="2472931"/>
            <a:ext cx="4671121"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Increased Revenue</a:t>
            </a:r>
            <a:br>
              <a:rPr lang="en-US" dirty="0">
                <a:solidFill>
                  <a:srgbClr val="0E166B"/>
                </a:solidFill>
                <a:latin typeface="Segoe UI Light"/>
              </a:rPr>
            </a:br>
            <a:r>
              <a:rPr lang="en-US" sz="1050" dirty="0">
                <a:solidFill>
                  <a:srgbClr val="0E166B"/>
                </a:solidFill>
                <a:latin typeface="Segoe UI Light"/>
                <a:cs typeface="Segoe UI Light"/>
              </a:rPr>
              <a:t>By providing consistent and accurate pricing, the tool helps ensure </a:t>
            </a:r>
            <a:r>
              <a:rPr lang="en-US" sz="1050" b="1" dirty="0">
                <a:solidFill>
                  <a:srgbClr val="0E166B"/>
                </a:solidFill>
                <a:latin typeface="Segoe UI Light"/>
                <a:cs typeface="Segoe UI Light"/>
              </a:rPr>
              <a:t>more competitive quotes</a:t>
            </a:r>
            <a:r>
              <a:rPr lang="en-US" sz="1050" dirty="0">
                <a:solidFill>
                  <a:srgbClr val="0E166B"/>
                </a:solidFill>
                <a:latin typeface="Segoe UI Light"/>
                <a:cs typeface="Segoe UI Light"/>
              </a:rPr>
              <a:t>, improving the chances of winning bids and increasing overall revenue.</a:t>
            </a:r>
            <a:endParaRPr lang="en-US" sz="1050" b="1" dirty="0">
              <a:solidFill>
                <a:srgbClr val="0E166B"/>
              </a:solidFill>
              <a:latin typeface="Segoe UI Light"/>
              <a:cs typeface="Segoe UI Light"/>
            </a:endParaRPr>
          </a:p>
        </p:txBody>
      </p:sp>
      <p:sp>
        <p:nvSpPr>
          <p:cNvPr id="12" name="TextBox 11">
            <a:extLst>
              <a:ext uri="{FF2B5EF4-FFF2-40B4-BE49-F238E27FC236}">
                <a16:creationId xmlns:a16="http://schemas.microsoft.com/office/drawing/2014/main" id="{69A80C79-8BA4-7761-2DFF-B12536139B01}"/>
              </a:ext>
            </a:extLst>
          </p:cNvPr>
          <p:cNvSpPr txBox="1"/>
          <p:nvPr/>
        </p:nvSpPr>
        <p:spPr>
          <a:xfrm>
            <a:off x="5270509" y="3403561"/>
            <a:ext cx="4540013" cy="8019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Boosted Client Retention</a:t>
            </a:r>
            <a:br>
              <a:rPr lang="en-US" sz="1400" dirty="0">
                <a:solidFill>
                  <a:srgbClr val="0E166B"/>
                </a:solidFill>
                <a:latin typeface="Segoe UI Light"/>
              </a:rPr>
            </a:br>
            <a:r>
              <a:rPr lang="en-US" sz="1050" dirty="0">
                <a:solidFill>
                  <a:srgbClr val="0E166B"/>
                </a:solidFill>
                <a:latin typeface="Segoe UI Light"/>
                <a:cs typeface="Segoe UI Light"/>
              </a:rPr>
              <a:t>By enabling faster proposal adjustments and tailored client interactions, businesses can create more responsive and positive experiences, improving client satisfaction and fostering long-term relationships.</a:t>
            </a:r>
          </a:p>
        </p:txBody>
      </p:sp>
      <p:sp>
        <p:nvSpPr>
          <p:cNvPr id="13" name="TextBox 12">
            <a:extLst>
              <a:ext uri="{FF2B5EF4-FFF2-40B4-BE49-F238E27FC236}">
                <a16:creationId xmlns:a16="http://schemas.microsoft.com/office/drawing/2014/main" id="{886FDE25-7713-DCB4-DA29-D0D61F5772B3}"/>
              </a:ext>
            </a:extLst>
          </p:cNvPr>
          <p:cNvSpPr txBox="1"/>
          <p:nvPr/>
        </p:nvSpPr>
        <p:spPr>
          <a:xfrm>
            <a:off x="5704936" y="4419639"/>
            <a:ext cx="3674610"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a:solidFill>
                  <a:srgbClr val="0E166B"/>
                </a:solidFill>
                <a:latin typeface="Segoe UI Light"/>
                <a:cs typeface="Segoe UI Light"/>
              </a:rPr>
              <a:t>Actionable Insights for Smarter Decisions</a:t>
            </a:r>
            <a:br>
              <a:rPr lang="en-US" dirty="0">
                <a:solidFill>
                  <a:srgbClr val="0E166B"/>
                </a:solidFill>
                <a:latin typeface="Segoe UI Light"/>
              </a:rPr>
            </a:br>
            <a:r>
              <a:rPr lang="en-US" sz="1050" dirty="0">
                <a:solidFill>
                  <a:srgbClr val="0E166B"/>
                </a:solidFill>
                <a:latin typeface="Segoe UI Light"/>
                <a:cs typeface="Segoe UI Light"/>
              </a:rPr>
              <a:t>The tool provides detailed insights into proposal performance, helping businesses track key metrics, optimize their pricing strategies, and enhance future proposal outcomes.</a:t>
            </a:r>
          </a:p>
        </p:txBody>
      </p:sp>
    </p:spTree>
    <p:extLst>
      <p:ext uri="{BB962C8B-B14F-4D97-AF65-F5344CB8AC3E}">
        <p14:creationId xmlns:p14="http://schemas.microsoft.com/office/powerpoint/2010/main" val="921010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C12897-E78C-A85A-CA2C-175B875D6B5D}"/>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F15D1A19-C7EC-3441-07B8-D3FE9E744AD0}"/>
              </a:ext>
            </a:extLst>
          </p:cNvPr>
          <p:cNvSpPr txBox="1">
            <a:spLocks/>
          </p:cNvSpPr>
          <p:nvPr/>
        </p:nvSpPr>
        <p:spPr>
          <a:xfrm>
            <a:off x="1" y="187458"/>
            <a:ext cx="10252944"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Rental Tool</a:t>
            </a:r>
          </a:p>
        </p:txBody>
      </p:sp>
      <p:sp>
        <p:nvSpPr>
          <p:cNvPr id="6" name="Google Shape;1460;p137">
            <a:extLst>
              <a:ext uri="{FF2B5EF4-FFF2-40B4-BE49-F238E27FC236}">
                <a16:creationId xmlns:a16="http://schemas.microsoft.com/office/drawing/2014/main" id="{B92819C9-EBA2-65D8-AE22-CE8B4741560B}"/>
              </a:ext>
            </a:extLst>
          </p:cNvPr>
          <p:cNvSpPr/>
          <p:nvPr/>
        </p:nvSpPr>
        <p:spPr>
          <a:xfrm>
            <a:off x="555262" y="2203014"/>
            <a:ext cx="3576699" cy="1270324"/>
          </a:xfrm>
          <a:prstGeom prst="rect">
            <a:avLst/>
          </a:prstGeom>
          <a:solidFill>
            <a:srgbClr val="EAECFC"/>
          </a:solidFill>
        </p:spPr>
        <p:txBody>
          <a:bodyPr wrap="square">
            <a:spAutoFit/>
          </a:bodyPr>
          <a:lstStyle/>
          <a:p>
            <a:r>
              <a:rPr lang="en-US" sz="1100" dirty="0">
                <a:solidFill>
                  <a:srgbClr val="0E166B"/>
                </a:solidFill>
                <a:latin typeface="Segoe UI Light" panose="020B0502040204020203" pitchFamily="34" charset="0"/>
                <a:cs typeface="Segoe UI Light" panose="020B0502040204020203" pitchFamily="34" charset="0"/>
              </a:rPr>
              <a:t>Designed specifically for </a:t>
            </a:r>
            <a:r>
              <a:rPr lang="en-US" sz="1100" b="1" dirty="0">
                <a:solidFill>
                  <a:srgbClr val="0E166B"/>
                </a:solidFill>
                <a:latin typeface="Segoe UI Light" panose="020B0502040204020203" pitchFamily="34" charset="0"/>
                <a:cs typeface="Segoe UI Light" panose="020B0502040204020203" pitchFamily="34" charset="0"/>
              </a:rPr>
              <a:t>agricultural and construction equipment rental companies</a:t>
            </a:r>
            <a:r>
              <a:rPr lang="en-US" sz="1100" dirty="0">
                <a:solidFill>
                  <a:srgbClr val="0E166B"/>
                </a:solidFill>
                <a:latin typeface="Segoe UI Light" panose="020B0502040204020203" pitchFamily="34" charset="0"/>
                <a:cs typeface="Segoe UI Light" panose="020B0502040204020203" pitchFamily="34" charset="0"/>
              </a:rPr>
              <a:t>, this solution streamlines the management of equipment rentals. From machinery to tools, this platform optimizes rental orders, tracks inventory, and automates billing, ensuring you can scale your business while providing clients with reliable, timely rentals for their needs.</a:t>
            </a:r>
          </a:p>
        </p:txBody>
      </p:sp>
      <p:sp>
        <p:nvSpPr>
          <p:cNvPr id="7" name="Google Shape;1460;p137">
            <a:extLst>
              <a:ext uri="{FF2B5EF4-FFF2-40B4-BE49-F238E27FC236}">
                <a16:creationId xmlns:a16="http://schemas.microsoft.com/office/drawing/2014/main" id="{F8161C67-AC72-B910-3D13-57D09041EF33}"/>
              </a:ext>
            </a:extLst>
          </p:cNvPr>
          <p:cNvSpPr/>
          <p:nvPr/>
        </p:nvSpPr>
        <p:spPr>
          <a:xfrm>
            <a:off x="530352" y="4265858"/>
            <a:ext cx="3601607" cy="1930403"/>
          </a:xfrm>
          <a:prstGeom prst="rect">
            <a:avLst/>
          </a:prstGeom>
          <a:solidFill>
            <a:srgbClr val="EAECFC"/>
          </a:solidFill>
        </p:spPr>
        <p:txBody>
          <a:bodyPr wrap="square">
            <a:spAutoFit/>
          </a:bodyPr>
          <a:lstStyle/>
          <a:p>
            <a:endParaRPr lang="en-US" sz="1100" dirty="0">
              <a:solidFill>
                <a:srgbClr val="0E166B"/>
              </a:solidFill>
              <a:latin typeface="Segoe UI Light" panose="020B0502040204020203" pitchFamily="34" charset="0"/>
              <a:cs typeface="Segoe UI Light" panose="020B0502040204020203" pitchFamily="34" charset="0"/>
            </a:endParaRPr>
          </a:p>
          <a:p>
            <a:r>
              <a:rPr lang="en-US" sz="1100" dirty="0">
                <a:solidFill>
                  <a:srgbClr val="0E166B"/>
                </a:solidFill>
                <a:latin typeface="Segoe UI Light" panose="020B0502040204020203" pitchFamily="34" charset="0"/>
                <a:cs typeface="Segoe UI Light" panose="020B0502040204020203" pitchFamily="34" charset="0"/>
              </a:rPr>
              <a:t>Company faced issues such as: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Manual Order Management </a:t>
            </a:r>
            <a:r>
              <a:rPr lang="en-US" sz="1100" dirty="0">
                <a:solidFill>
                  <a:srgbClr val="0E166B"/>
                </a:solidFill>
                <a:latin typeface="Segoe UI Light" panose="020B0502040204020203" pitchFamily="34" charset="0"/>
                <a:cs typeface="Segoe UI Light" panose="020B0502040204020203" pitchFamily="34" charset="0"/>
              </a:rPr>
              <a:t>leading to errors and inefficiencies.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Stock Discrepancies </a:t>
            </a:r>
            <a:r>
              <a:rPr lang="en-US" sz="1100" dirty="0">
                <a:solidFill>
                  <a:srgbClr val="0E166B"/>
                </a:solidFill>
                <a:latin typeface="Segoe UI Light" panose="020B0502040204020203" pitchFamily="34" charset="0"/>
                <a:cs typeface="Segoe UI Light" panose="020B0502040204020203" pitchFamily="34" charset="0"/>
              </a:rPr>
              <a:t>that cause delays in fulfilling customer orders.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Complex Billing </a:t>
            </a:r>
            <a:r>
              <a:rPr lang="en-US" sz="1100" dirty="0">
                <a:solidFill>
                  <a:srgbClr val="0E166B"/>
                </a:solidFill>
                <a:latin typeface="Segoe UI Light" panose="020B0502040204020203" pitchFamily="34" charset="0"/>
                <a:cs typeface="Segoe UI Light" panose="020B0502040204020203" pitchFamily="34" charset="0"/>
              </a:rPr>
              <a:t>based on rental duration and item conditions.</a:t>
            </a:r>
          </a:p>
          <a:p>
            <a:pPr marL="171450" indent="-1714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Missed Delivery/Return Deadlines</a:t>
            </a:r>
            <a:r>
              <a:rPr lang="en-US" sz="1100" dirty="0">
                <a:solidFill>
                  <a:srgbClr val="0E166B"/>
                </a:solidFill>
                <a:latin typeface="Segoe UI Light" panose="020B0502040204020203" pitchFamily="34" charset="0"/>
                <a:cs typeface="Segoe UI Light" panose="020B0502040204020203" pitchFamily="34" charset="0"/>
              </a:rPr>
              <a:t>, which can hurt customer satisfaction.</a:t>
            </a:r>
          </a:p>
          <a:p>
            <a:endParaRPr sz="1100" dirty="0">
              <a:solidFill>
                <a:srgbClr val="0E166B"/>
              </a:solidFill>
              <a:latin typeface="Segoe UI Light" panose="020B0502040204020203" pitchFamily="34" charset="0"/>
              <a:cs typeface="Segoe UI Light" panose="020B0502040204020203" pitchFamily="34" charset="0"/>
            </a:endParaRPr>
          </a:p>
        </p:txBody>
      </p:sp>
      <p:grpSp>
        <p:nvGrpSpPr>
          <p:cNvPr id="8" name="Google Shape;8814;p60">
            <a:extLst>
              <a:ext uri="{FF2B5EF4-FFF2-40B4-BE49-F238E27FC236}">
                <a16:creationId xmlns:a16="http://schemas.microsoft.com/office/drawing/2014/main" id="{DDBF2641-311B-CA83-1002-163E80B5F558}"/>
              </a:ext>
            </a:extLst>
          </p:cNvPr>
          <p:cNvGrpSpPr/>
          <p:nvPr/>
        </p:nvGrpSpPr>
        <p:grpSpPr>
          <a:xfrm>
            <a:off x="554180" y="1570774"/>
            <a:ext cx="481575" cy="501997"/>
            <a:chOff x="2650597" y="3381777"/>
            <a:chExt cx="341511" cy="324994"/>
          </a:xfrm>
        </p:grpSpPr>
        <p:sp>
          <p:nvSpPr>
            <p:cNvPr id="9" name="Google Shape;8815;p60">
              <a:extLst>
                <a:ext uri="{FF2B5EF4-FFF2-40B4-BE49-F238E27FC236}">
                  <a16:creationId xmlns:a16="http://schemas.microsoft.com/office/drawing/2014/main" id="{80D40D38-EF9D-298C-FD72-168C09013199}"/>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 name="Google Shape;8816;p60">
              <a:extLst>
                <a:ext uri="{FF2B5EF4-FFF2-40B4-BE49-F238E27FC236}">
                  <a16:creationId xmlns:a16="http://schemas.microsoft.com/office/drawing/2014/main" id="{AD8D9BE3-07BC-49DC-2529-F2F5CC7FAD2C}"/>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 name="Google Shape;8817;p60">
              <a:extLst>
                <a:ext uri="{FF2B5EF4-FFF2-40B4-BE49-F238E27FC236}">
                  <a16:creationId xmlns:a16="http://schemas.microsoft.com/office/drawing/2014/main" id="{219AAB43-4CBD-CC90-8B18-6E95F281ED97}"/>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 name="Google Shape;8818;p60">
              <a:extLst>
                <a:ext uri="{FF2B5EF4-FFF2-40B4-BE49-F238E27FC236}">
                  <a16:creationId xmlns:a16="http://schemas.microsoft.com/office/drawing/2014/main" id="{AB65BC71-16C4-E34E-B6D8-2A733B91408D}"/>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3" name="Google Shape;8819;p60">
              <a:extLst>
                <a:ext uri="{FF2B5EF4-FFF2-40B4-BE49-F238E27FC236}">
                  <a16:creationId xmlns:a16="http://schemas.microsoft.com/office/drawing/2014/main" id="{FA9622EB-C414-75DC-329C-0529FF90AA99}"/>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4" name="Google Shape;8820;p60">
              <a:extLst>
                <a:ext uri="{FF2B5EF4-FFF2-40B4-BE49-F238E27FC236}">
                  <a16:creationId xmlns:a16="http://schemas.microsoft.com/office/drawing/2014/main" id="{960DCBE7-4652-0462-A346-298910943B83}"/>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5" name="Google Shape;8821;p60">
              <a:extLst>
                <a:ext uri="{FF2B5EF4-FFF2-40B4-BE49-F238E27FC236}">
                  <a16:creationId xmlns:a16="http://schemas.microsoft.com/office/drawing/2014/main" id="{457B0C90-B04F-4F50-92F3-04FF768EA50E}"/>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6" name="Google Shape;8822;p60">
              <a:extLst>
                <a:ext uri="{FF2B5EF4-FFF2-40B4-BE49-F238E27FC236}">
                  <a16:creationId xmlns:a16="http://schemas.microsoft.com/office/drawing/2014/main" id="{F376A1EC-2848-655B-19F3-147BF9000D2A}"/>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7" name="Google Shape;8823;p60">
              <a:extLst>
                <a:ext uri="{FF2B5EF4-FFF2-40B4-BE49-F238E27FC236}">
                  <a16:creationId xmlns:a16="http://schemas.microsoft.com/office/drawing/2014/main" id="{7D0A51DC-5FB1-4AC0-E014-350309C923B4}"/>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8" name="Google Shape;8824;p60">
              <a:extLst>
                <a:ext uri="{FF2B5EF4-FFF2-40B4-BE49-F238E27FC236}">
                  <a16:creationId xmlns:a16="http://schemas.microsoft.com/office/drawing/2014/main" id="{92EFA18D-8C0E-7A07-7234-731431089267}"/>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9" name="Google Shape;8825;p60">
              <a:extLst>
                <a:ext uri="{FF2B5EF4-FFF2-40B4-BE49-F238E27FC236}">
                  <a16:creationId xmlns:a16="http://schemas.microsoft.com/office/drawing/2014/main" id="{0D170D97-D2B5-40C1-A8CC-877E33FC92B7}"/>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 name="Google Shape;8826;p60">
              <a:extLst>
                <a:ext uri="{FF2B5EF4-FFF2-40B4-BE49-F238E27FC236}">
                  <a16:creationId xmlns:a16="http://schemas.microsoft.com/office/drawing/2014/main" id="{958F4BDD-A952-F244-4DAD-0462CC3C0553}"/>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1" name="Google Shape;8827;p60">
              <a:extLst>
                <a:ext uri="{FF2B5EF4-FFF2-40B4-BE49-F238E27FC236}">
                  <a16:creationId xmlns:a16="http://schemas.microsoft.com/office/drawing/2014/main" id="{D1F00DF6-646D-7A0F-6813-022BC0B6AB03}"/>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2" name="Google Shape;8828;p60">
              <a:extLst>
                <a:ext uri="{FF2B5EF4-FFF2-40B4-BE49-F238E27FC236}">
                  <a16:creationId xmlns:a16="http://schemas.microsoft.com/office/drawing/2014/main" id="{A102830F-3493-CBED-6537-0419AE7BA3BE}"/>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3" name="Google Shape;8829;p60">
              <a:extLst>
                <a:ext uri="{FF2B5EF4-FFF2-40B4-BE49-F238E27FC236}">
                  <a16:creationId xmlns:a16="http://schemas.microsoft.com/office/drawing/2014/main" id="{D793CD0E-C7B5-8EB7-2C4C-0413042C9F3E}"/>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4" name="Google Shape;8830;p60">
              <a:extLst>
                <a:ext uri="{FF2B5EF4-FFF2-40B4-BE49-F238E27FC236}">
                  <a16:creationId xmlns:a16="http://schemas.microsoft.com/office/drawing/2014/main" id="{DD37C401-FA0C-C7B2-503B-C448427A673F}"/>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5" name="Google Shape;8831;p60">
              <a:extLst>
                <a:ext uri="{FF2B5EF4-FFF2-40B4-BE49-F238E27FC236}">
                  <a16:creationId xmlns:a16="http://schemas.microsoft.com/office/drawing/2014/main" id="{7523B5ED-4808-61C1-9164-E93A4D443FCE}"/>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6" name="Google Shape;8832;p60">
              <a:extLst>
                <a:ext uri="{FF2B5EF4-FFF2-40B4-BE49-F238E27FC236}">
                  <a16:creationId xmlns:a16="http://schemas.microsoft.com/office/drawing/2014/main" id="{6251E53B-F0A9-8E80-E7D5-BD497B334252}"/>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7" name="Google Shape;8833;p60">
              <a:extLst>
                <a:ext uri="{FF2B5EF4-FFF2-40B4-BE49-F238E27FC236}">
                  <a16:creationId xmlns:a16="http://schemas.microsoft.com/office/drawing/2014/main" id="{371CA692-254A-5446-F1D9-5AB61AC778BA}"/>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8" name="Google Shape;8834;p60">
              <a:extLst>
                <a:ext uri="{FF2B5EF4-FFF2-40B4-BE49-F238E27FC236}">
                  <a16:creationId xmlns:a16="http://schemas.microsoft.com/office/drawing/2014/main" id="{4D30AA93-B136-D206-8CCC-A06432F43E6E}"/>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9" name="Google Shape;8835;p60">
              <a:extLst>
                <a:ext uri="{FF2B5EF4-FFF2-40B4-BE49-F238E27FC236}">
                  <a16:creationId xmlns:a16="http://schemas.microsoft.com/office/drawing/2014/main" id="{03B5F4D7-473D-58C1-F691-FCFF8715FB78}"/>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0" name="Google Shape;8836;p60">
              <a:extLst>
                <a:ext uri="{FF2B5EF4-FFF2-40B4-BE49-F238E27FC236}">
                  <a16:creationId xmlns:a16="http://schemas.microsoft.com/office/drawing/2014/main" id="{0CD55312-7BAB-21A8-90AF-19A3680FE4BC}"/>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1" name="Google Shape;8837;p60">
              <a:extLst>
                <a:ext uri="{FF2B5EF4-FFF2-40B4-BE49-F238E27FC236}">
                  <a16:creationId xmlns:a16="http://schemas.microsoft.com/office/drawing/2014/main" id="{54D1911B-9182-07F8-24F4-D3272F167131}"/>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2" name="Google Shape;8838;p60">
              <a:extLst>
                <a:ext uri="{FF2B5EF4-FFF2-40B4-BE49-F238E27FC236}">
                  <a16:creationId xmlns:a16="http://schemas.microsoft.com/office/drawing/2014/main" id="{6722FC94-98C9-5B43-EB28-11969B77E875}"/>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3" name="Google Shape;8839;p60">
              <a:extLst>
                <a:ext uri="{FF2B5EF4-FFF2-40B4-BE49-F238E27FC236}">
                  <a16:creationId xmlns:a16="http://schemas.microsoft.com/office/drawing/2014/main" id="{C21059BE-CCDE-B524-1D1E-866B2B020EB9}"/>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4" name="Google Shape;8840;p60">
              <a:extLst>
                <a:ext uri="{FF2B5EF4-FFF2-40B4-BE49-F238E27FC236}">
                  <a16:creationId xmlns:a16="http://schemas.microsoft.com/office/drawing/2014/main" id="{B43A154A-512D-2BE1-1BDD-99BB4E5ECCC0}"/>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5" name="Google Shape;8841;p60">
              <a:extLst>
                <a:ext uri="{FF2B5EF4-FFF2-40B4-BE49-F238E27FC236}">
                  <a16:creationId xmlns:a16="http://schemas.microsoft.com/office/drawing/2014/main" id="{60BF1F51-B4C1-7469-1663-412A96E5AD7D}"/>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6" name="Google Shape;8842;p60">
              <a:extLst>
                <a:ext uri="{FF2B5EF4-FFF2-40B4-BE49-F238E27FC236}">
                  <a16:creationId xmlns:a16="http://schemas.microsoft.com/office/drawing/2014/main" id="{1B501751-43A7-F3D7-FF29-66B47488CC63}"/>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7" name="Google Shape;8843;p60">
              <a:extLst>
                <a:ext uri="{FF2B5EF4-FFF2-40B4-BE49-F238E27FC236}">
                  <a16:creationId xmlns:a16="http://schemas.microsoft.com/office/drawing/2014/main" id="{65ECCD0F-E69C-7C2D-CF63-FCB821D74529}"/>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8" name="Google Shape;8844;p60">
              <a:extLst>
                <a:ext uri="{FF2B5EF4-FFF2-40B4-BE49-F238E27FC236}">
                  <a16:creationId xmlns:a16="http://schemas.microsoft.com/office/drawing/2014/main" id="{B0AB3282-E830-4C27-F7A6-F3274A335A85}"/>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39" name="Google Shape;8845;p60">
              <a:extLst>
                <a:ext uri="{FF2B5EF4-FFF2-40B4-BE49-F238E27FC236}">
                  <a16:creationId xmlns:a16="http://schemas.microsoft.com/office/drawing/2014/main" id="{64CC23B0-34F2-6244-F049-0C67C83AFFB6}"/>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0" name="Google Shape;8846;p60">
              <a:extLst>
                <a:ext uri="{FF2B5EF4-FFF2-40B4-BE49-F238E27FC236}">
                  <a16:creationId xmlns:a16="http://schemas.microsoft.com/office/drawing/2014/main" id="{9FAE6299-3BBB-A43D-DCA4-89891590C97B}"/>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1" name="Google Shape;8847;p60">
              <a:extLst>
                <a:ext uri="{FF2B5EF4-FFF2-40B4-BE49-F238E27FC236}">
                  <a16:creationId xmlns:a16="http://schemas.microsoft.com/office/drawing/2014/main" id="{D18A9429-5548-172B-F1BA-4B2B9B6F79C2}"/>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2" name="Google Shape;8848;p60">
              <a:extLst>
                <a:ext uri="{FF2B5EF4-FFF2-40B4-BE49-F238E27FC236}">
                  <a16:creationId xmlns:a16="http://schemas.microsoft.com/office/drawing/2014/main" id="{080E02D4-1881-C408-B49A-A20BAF71349C}"/>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3" name="Google Shape;8849;p60">
              <a:extLst>
                <a:ext uri="{FF2B5EF4-FFF2-40B4-BE49-F238E27FC236}">
                  <a16:creationId xmlns:a16="http://schemas.microsoft.com/office/drawing/2014/main" id="{94DA86F3-59F5-F55F-142E-2F0D2DEEE7DE}"/>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44" name="TextBox 43">
            <a:extLst>
              <a:ext uri="{FF2B5EF4-FFF2-40B4-BE49-F238E27FC236}">
                <a16:creationId xmlns:a16="http://schemas.microsoft.com/office/drawing/2014/main" id="{3867803C-7F67-DCEE-29D0-75043CDDD4EE}"/>
              </a:ext>
            </a:extLst>
          </p:cNvPr>
          <p:cNvSpPr txBox="1"/>
          <p:nvPr/>
        </p:nvSpPr>
        <p:spPr>
          <a:xfrm>
            <a:off x="1122063" y="1745557"/>
            <a:ext cx="2273094" cy="369332"/>
          </a:xfrm>
          <a:prstGeom prst="rect">
            <a:avLst/>
          </a:prstGeom>
          <a:noFill/>
        </p:spPr>
        <p:txBody>
          <a:bodyPr wrap="square" rtlCol="0">
            <a:spAutoFit/>
          </a:bodyPr>
          <a:lstStyle/>
          <a:p>
            <a:r>
              <a:rPr lang="es-ES" b="1">
                <a:solidFill>
                  <a:srgbClr val="0E166B"/>
                </a:solidFill>
              </a:rPr>
              <a:t>INDUSTRY</a:t>
            </a:r>
          </a:p>
        </p:txBody>
      </p:sp>
      <p:cxnSp>
        <p:nvCxnSpPr>
          <p:cNvPr id="82" name="Google Shape;2079;p158">
            <a:extLst>
              <a:ext uri="{FF2B5EF4-FFF2-40B4-BE49-F238E27FC236}">
                <a16:creationId xmlns:a16="http://schemas.microsoft.com/office/drawing/2014/main" id="{97BEFC78-4B4C-1CFA-6E88-1C1F1B557A87}"/>
              </a:ext>
            </a:extLst>
          </p:cNvPr>
          <p:cNvCxnSpPr>
            <a:cxnSpLocks/>
          </p:cNvCxnSpPr>
          <p:nvPr/>
        </p:nvCxnSpPr>
        <p:spPr>
          <a:xfrm>
            <a:off x="4523621" y="2203013"/>
            <a:ext cx="0" cy="4010483"/>
          </a:xfrm>
          <a:prstGeom prst="straightConnector1">
            <a:avLst/>
          </a:prstGeom>
          <a:noFill/>
          <a:ln w="28575" cap="flat" cmpd="sng">
            <a:solidFill>
              <a:schemeClr val="lt1"/>
            </a:solidFill>
            <a:prstDash val="solid"/>
            <a:round/>
            <a:headEnd type="none" w="med" len="med"/>
            <a:tailEnd type="none" w="med" len="med"/>
          </a:ln>
        </p:spPr>
      </p:cxnSp>
      <p:sp>
        <p:nvSpPr>
          <p:cNvPr id="85" name="TextBox 84">
            <a:extLst>
              <a:ext uri="{FF2B5EF4-FFF2-40B4-BE49-F238E27FC236}">
                <a16:creationId xmlns:a16="http://schemas.microsoft.com/office/drawing/2014/main" id="{800688DF-7D88-8C78-BB5E-5F6C0C283F3A}"/>
              </a:ext>
            </a:extLst>
          </p:cNvPr>
          <p:cNvSpPr txBox="1"/>
          <p:nvPr/>
        </p:nvSpPr>
        <p:spPr>
          <a:xfrm>
            <a:off x="1066094" y="3716541"/>
            <a:ext cx="2273094" cy="369332"/>
          </a:xfrm>
          <a:prstGeom prst="rect">
            <a:avLst/>
          </a:prstGeom>
          <a:noFill/>
        </p:spPr>
        <p:txBody>
          <a:bodyPr wrap="square" lIns="91440" tIns="45720" rIns="91440" bIns="45720" rtlCol="0" anchor="t">
            <a:spAutoFit/>
          </a:bodyPr>
          <a:lstStyle/>
          <a:p>
            <a:r>
              <a:rPr lang="es-ES" b="1">
                <a:solidFill>
                  <a:srgbClr val="0E166B"/>
                </a:solidFill>
              </a:rPr>
              <a:t>THE CHALLENGE</a:t>
            </a:r>
          </a:p>
        </p:txBody>
      </p:sp>
      <p:grpSp>
        <p:nvGrpSpPr>
          <p:cNvPr id="87" name="Google Shape;8505;p60">
            <a:extLst>
              <a:ext uri="{FF2B5EF4-FFF2-40B4-BE49-F238E27FC236}">
                <a16:creationId xmlns:a16="http://schemas.microsoft.com/office/drawing/2014/main" id="{C502111E-32EF-6416-0F40-F3B5E4301835}"/>
              </a:ext>
            </a:extLst>
          </p:cNvPr>
          <p:cNvGrpSpPr/>
          <p:nvPr/>
        </p:nvGrpSpPr>
        <p:grpSpPr>
          <a:xfrm>
            <a:off x="530353" y="3631577"/>
            <a:ext cx="555447" cy="513067"/>
            <a:chOff x="2180884" y="2888719"/>
            <a:chExt cx="376752" cy="374468"/>
          </a:xfrm>
        </p:grpSpPr>
        <p:sp>
          <p:nvSpPr>
            <p:cNvPr id="88" name="Google Shape;8506;p60">
              <a:extLst>
                <a:ext uri="{FF2B5EF4-FFF2-40B4-BE49-F238E27FC236}">
                  <a16:creationId xmlns:a16="http://schemas.microsoft.com/office/drawing/2014/main" id="{6C307326-3B8D-E119-90C5-4DB4F49A0CA0}"/>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89" name="Google Shape;8507;p60">
              <a:extLst>
                <a:ext uri="{FF2B5EF4-FFF2-40B4-BE49-F238E27FC236}">
                  <a16:creationId xmlns:a16="http://schemas.microsoft.com/office/drawing/2014/main" id="{37979A4D-1CA4-FC96-FA73-BAE1B2C43166}"/>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0" name="Google Shape;8508;p60">
              <a:extLst>
                <a:ext uri="{FF2B5EF4-FFF2-40B4-BE49-F238E27FC236}">
                  <a16:creationId xmlns:a16="http://schemas.microsoft.com/office/drawing/2014/main" id="{F4C1A87B-B0ED-F129-561F-9BE53D53415B}"/>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1" name="Google Shape;8509;p60">
              <a:extLst>
                <a:ext uri="{FF2B5EF4-FFF2-40B4-BE49-F238E27FC236}">
                  <a16:creationId xmlns:a16="http://schemas.microsoft.com/office/drawing/2014/main" id="{A9E47772-6194-3F4D-A26F-BC22991ACE74}"/>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2" name="Google Shape;8510;p60">
              <a:extLst>
                <a:ext uri="{FF2B5EF4-FFF2-40B4-BE49-F238E27FC236}">
                  <a16:creationId xmlns:a16="http://schemas.microsoft.com/office/drawing/2014/main" id="{FA8652C5-C03C-0ABC-453C-0B770757CE7E}"/>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3" name="Google Shape;8511;p60">
              <a:extLst>
                <a:ext uri="{FF2B5EF4-FFF2-40B4-BE49-F238E27FC236}">
                  <a16:creationId xmlns:a16="http://schemas.microsoft.com/office/drawing/2014/main" id="{4664E235-4CE8-E2D9-274C-AC52FD8800D7}"/>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4" name="Google Shape;8512;p60">
              <a:extLst>
                <a:ext uri="{FF2B5EF4-FFF2-40B4-BE49-F238E27FC236}">
                  <a16:creationId xmlns:a16="http://schemas.microsoft.com/office/drawing/2014/main" id="{F89E021A-80DC-DCB1-2399-9374EB5EE0C2}"/>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5" name="Google Shape;8513;p60">
              <a:extLst>
                <a:ext uri="{FF2B5EF4-FFF2-40B4-BE49-F238E27FC236}">
                  <a16:creationId xmlns:a16="http://schemas.microsoft.com/office/drawing/2014/main" id="{BFBAF242-33C0-ECE3-D432-95D0DEA8EB6B}"/>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6" name="Google Shape;8514;p60">
              <a:extLst>
                <a:ext uri="{FF2B5EF4-FFF2-40B4-BE49-F238E27FC236}">
                  <a16:creationId xmlns:a16="http://schemas.microsoft.com/office/drawing/2014/main" id="{E9363B7B-3960-D9CB-CF48-39BD740B3BB9}"/>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7" name="Google Shape;8515;p60">
              <a:extLst>
                <a:ext uri="{FF2B5EF4-FFF2-40B4-BE49-F238E27FC236}">
                  <a16:creationId xmlns:a16="http://schemas.microsoft.com/office/drawing/2014/main" id="{25DD2C14-AAAF-FA04-353C-CA3A01287B41}"/>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8" name="Google Shape;8516;p60">
              <a:extLst>
                <a:ext uri="{FF2B5EF4-FFF2-40B4-BE49-F238E27FC236}">
                  <a16:creationId xmlns:a16="http://schemas.microsoft.com/office/drawing/2014/main" id="{6BC7D921-17D5-CC07-4677-7BCAC84B860B}"/>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99" name="Google Shape;8517;p60">
              <a:extLst>
                <a:ext uri="{FF2B5EF4-FFF2-40B4-BE49-F238E27FC236}">
                  <a16:creationId xmlns:a16="http://schemas.microsoft.com/office/drawing/2014/main" id="{F10805F8-1AB4-26B9-039B-CDFE47459DCD}"/>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0" name="Google Shape;8518;p60">
              <a:extLst>
                <a:ext uri="{FF2B5EF4-FFF2-40B4-BE49-F238E27FC236}">
                  <a16:creationId xmlns:a16="http://schemas.microsoft.com/office/drawing/2014/main" id="{3C6FF18F-0974-BE60-084B-1F201D1CEC59}"/>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1" name="Google Shape;8519;p60">
              <a:extLst>
                <a:ext uri="{FF2B5EF4-FFF2-40B4-BE49-F238E27FC236}">
                  <a16:creationId xmlns:a16="http://schemas.microsoft.com/office/drawing/2014/main" id="{BF56B664-B831-EA89-6F87-A4FC93C75014}"/>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nvGrpSpPr>
          <p:cNvPr id="184" name="Google Shape;1746;p147">
            <a:extLst>
              <a:ext uri="{FF2B5EF4-FFF2-40B4-BE49-F238E27FC236}">
                <a16:creationId xmlns:a16="http://schemas.microsoft.com/office/drawing/2014/main" id="{AE722C26-EEAB-9E22-D262-8376093F495D}"/>
              </a:ext>
            </a:extLst>
          </p:cNvPr>
          <p:cNvGrpSpPr/>
          <p:nvPr/>
        </p:nvGrpSpPr>
        <p:grpSpPr>
          <a:xfrm>
            <a:off x="6012388" y="3382497"/>
            <a:ext cx="4604719" cy="1073694"/>
            <a:chOff x="2457787" y="2317237"/>
            <a:chExt cx="4228423" cy="979620"/>
          </a:xfrm>
          <a:solidFill>
            <a:srgbClr val="DDDEEA"/>
          </a:solidFill>
        </p:grpSpPr>
        <p:sp>
          <p:nvSpPr>
            <p:cNvPr id="185" name="Google Shape;1747;p147">
              <a:extLst>
                <a:ext uri="{FF2B5EF4-FFF2-40B4-BE49-F238E27FC236}">
                  <a16:creationId xmlns:a16="http://schemas.microsoft.com/office/drawing/2014/main" id="{37409CE0-E29D-F7B2-C977-EA9819D6E79D}"/>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86" name="Google Shape;1748;p147">
              <a:extLst>
                <a:ext uri="{FF2B5EF4-FFF2-40B4-BE49-F238E27FC236}">
                  <a16:creationId xmlns:a16="http://schemas.microsoft.com/office/drawing/2014/main" id="{13944CD4-FCE8-1C6F-9634-6A9048EF4759}"/>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87" name="Google Shape;1749;p147">
              <a:extLst>
                <a:ext uri="{FF2B5EF4-FFF2-40B4-BE49-F238E27FC236}">
                  <a16:creationId xmlns:a16="http://schemas.microsoft.com/office/drawing/2014/main" id="{F14BFFF3-9200-0E8F-F6B9-16EE4C76A3AB}"/>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cxnSp>
        <p:nvCxnSpPr>
          <p:cNvPr id="188" name="Google Shape;1750;p147">
            <a:extLst>
              <a:ext uri="{FF2B5EF4-FFF2-40B4-BE49-F238E27FC236}">
                <a16:creationId xmlns:a16="http://schemas.microsoft.com/office/drawing/2014/main" id="{6D417FD9-E2A6-92A4-96F0-5B9CC24AF28C}"/>
              </a:ext>
            </a:extLst>
          </p:cNvPr>
          <p:cNvCxnSpPr>
            <a:cxnSpLocks/>
          </p:cNvCxnSpPr>
          <p:nvPr/>
        </p:nvCxnSpPr>
        <p:spPr>
          <a:xfrm flipV="1">
            <a:off x="10064018" y="3073942"/>
            <a:ext cx="0" cy="299361"/>
          </a:xfrm>
          <a:prstGeom prst="straightConnector1">
            <a:avLst/>
          </a:prstGeom>
          <a:noFill/>
          <a:ln w="19050" cap="flat" cmpd="sng">
            <a:solidFill>
              <a:srgbClr val="0E166B"/>
            </a:solidFill>
            <a:prstDash val="solid"/>
            <a:round/>
            <a:headEnd type="none" w="med" len="med"/>
            <a:tailEnd type="diamond" w="med" len="med"/>
          </a:ln>
        </p:spPr>
      </p:cxnSp>
      <p:cxnSp>
        <p:nvCxnSpPr>
          <p:cNvPr id="189" name="Google Shape;1751;p147">
            <a:extLst>
              <a:ext uri="{FF2B5EF4-FFF2-40B4-BE49-F238E27FC236}">
                <a16:creationId xmlns:a16="http://schemas.microsoft.com/office/drawing/2014/main" id="{611BFDE4-E859-D44E-7033-46F416AE621A}"/>
              </a:ext>
            </a:extLst>
          </p:cNvPr>
          <p:cNvCxnSpPr/>
          <p:nvPr/>
        </p:nvCxnSpPr>
        <p:spPr>
          <a:xfrm rot="10800000">
            <a:off x="7745605" y="3144103"/>
            <a:ext cx="0" cy="229200"/>
          </a:xfrm>
          <a:prstGeom prst="straightConnector1">
            <a:avLst/>
          </a:prstGeom>
          <a:noFill/>
          <a:ln w="19050" cap="flat" cmpd="sng">
            <a:solidFill>
              <a:srgbClr val="0E166B"/>
            </a:solidFill>
            <a:prstDash val="solid"/>
            <a:round/>
            <a:headEnd type="none" w="med" len="med"/>
            <a:tailEnd type="diamond" w="med" len="med"/>
          </a:ln>
        </p:spPr>
      </p:cxnSp>
      <p:grpSp>
        <p:nvGrpSpPr>
          <p:cNvPr id="190" name="Google Shape;1752;p147">
            <a:extLst>
              <a:ext uri="{FF2B5EF4-FFF2-40B4-BE49-F238E27FC236}">
                <a16:creationId xmlns:a16="http://schemas.microsoft.com/office/drawing/2014/main" id="{470C5615-C00F-EDEE-5171-8D2CC88D0B91}"/>
              </a:ext>
            </a:extLst>
          </p:cNvPr>
          <p:cNvGrpSpPr/>
          <p:nvPr/>
        </p:nvGrpSpPr>
        <p:grpSpPr>
          <a:xfrm>
            <a:off x="6396913" y="3699580"/>
            <a:ext cx="3840461" cy="439554"/>
            <a:chOff x="2814091" y="2606098"/>
            <a:chExt cx="3511204" cy="401926"/>
          </a:xfrm>
          <a:solidFill>
            <a:srgbClr val="921D86"/>
          </a:solidFill>
        </p:grpSpPr>
        <p:grpSp>
          <p:nvGrpSpPr>
            <p:cNvPr id="191" name="Google Shape;1753;p147">
              <a:extLst>
                <a:ext uri="{FF2B5EF4-FFF2-40B4-BE49-F238E27FC236}">
                  <a16:creationId xmlns:a16="http://schemas.microsoft.com/office/drawing/2014/main" id="{99BFB5B5-8DD4-A63E-F178-AF73EEC0CA46}"/>
                </a:ext>
              </a:extLst>
            </p:cNvPr>
            <p:cNvGrpSpPr/>
            <p:nvPr/>
          </p:nvGrpSpPr>
          <p:grpSpPr>
            <a:xfrm>
              <a:off x="2814091" y="2606098"/>
              <a:ext cx="400860" cy="401926"/>
              <a:chOff x="-1700225" y="2768875"/>
              <a:chExt cx="291450" cy="292225"/>
            </a:xfrm>
            <a:grpFill/>
          </p:grpSpPr>
          <p:sp>
            <p:nvSpPr>
              <p:cNvPr id="202" name="Google Shape;1754;p147">
                <a:extLst>
                  <a:ext uri="{FF2B5EF4-FFF2-40B4-BE49-F238E27FC236}">
                    <a16:creationId xmlns:a16="http://schemas.microsoft.com/office/drawing/2014/main" id="{BCF8E205-550F-2B0C-795F-D58218CB8B5C}"/>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3" name="Google Shape;1755;p147">
                <a:extLst>
                  <a:ext uri="{FF2B5EF4-FFF2-40B4-BE49-F238E27FC236}">
                    <a16:creationId xmlns:a16="http://schemas.microsoft.com/office/drawing/2014/main" id="{14B20954-7131-D33E-DE07-8CF2ED3E18E0}"/>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4" name="Google Shape;1756;p147">
                <a:extLst>
                  <a:ext uri="{FF2B5EF4-FFF2-40B4-BE49-F238E27FC236}">
                    <a16:creationId xmlns:a16="http://schemas.microsoft.com/office/drawing/2014/main" id="{155F3C9D-961E-D9AC-F478-CF2793BF5F85}"/>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5" name="Google Shape;1757;p147">
                <a:extLst>
                  <a:ext uri="{FF2B5EF4-FFF2-40B4-BE49-F238E27FC236}">
                    <a16:creationId xmlns:a16="http://schemas.microsoft.com/office/drawing/2014/main" id="{E1D0E71F-EFC1-2909-F56C-2A7FC024EBBC}"/>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6" name="Google Shape;1758;p147">
                <a:extLst>
                  <a:ext uri="{FF2B5EF4-FFF2-40B4-BE49-F238E27FC236}">
                    <a16:creationId xmlns:a16="http://schemas.microsoft.com/office/drawing/2014/main" id="{6C4184C1-D121-94CA-026D-F179A51AD73B}"/>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7" name="Google Shape;1759;p147">
                <a:extLst>
                  <a:ext uri="{FF2B5EF4-FFF2-40B4-BE49-F238E27FC236}">
                    <a16:creationId xmlns:a16="http://schemas.microsoft.com/office/drawing/2014/main" id="{276ED4C5-B238-06F3-C196-0CB7344F1B66}"/>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nvGrpSpPr>
            <p:cNvPr id="192" name="Google Shape;1760;p147">
              <a:extLst>
                <a:ext uri="{FF2B5EF4-FFF2-40B4-BE49-F238E27FC236}">
                  <a16:creationId xmlns:a16="http://schemas.microsoft.com/office/drawing/2014/main" id="{6F0FAB3B-72F5-A588-E7A5-51A7DD29CB93}"/>
                </a:ext>
              </a:extLst>
            </p:cNvPr>
            <p:cNvGrpSpPr/>
            <p:nvPr/>
          </p:nvGrpSpPr>
          <p:grpSpPr>
            <a:xfrm>
              <a:off x="5924435" y="2606144"/>
              <a:ext cx="400860" cy="401789"/>
              <a:chOff x="-3137650" y="2408950"/>
              <a:chExt cx="291450" cy="292125"/>
            </a:xfrm>
            <a:grpFill/>
          </p:grpSpPr>
          <p:sp>
            <p:nvSpPr>
              <p:cNvPr id="197" name="Google Shape;1761;p147">
                <a:extLst>
                  <a:ext uri="{FF2B5EF4-FFF2-40B4-BE49-F238E27FC236}">
                    <a16:creationId xmlns:a16="http://schemas.microsoft.com/office/drawing/2014/main" id="{C4B782D0-BA3A-3815-A581-1965DDA00958}"/>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98" name="Google Shape;1762;p147">
                <a:extLst>
                  <a:ext uri="{FF2B5EF4-FFF2-40B4-BE49-F238E27FC236}">
                    <a16:creationId xmlns:a16="http://schemas.microsoft.com/office/drawing/2014/main" id="{51BEB206-8FA9-5E20-8D2D-495118BE766A}"/>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99" name="Google Shape;1763;p147">
                <a:extLst>
                  <a:ext uri="{FF2B5EF4-FFF2-40B4-BE49-F238E27FC236}">
                    <a16:creationId xmlns:a16="http://schemas.microsoft.com/office/drawing/2014/main" id="{36C30619-1DC2-0CFF-F114-7B5D23A88006}"/>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0" name="Google Shape;1764;p147">
                <a:extLst>
                  <a:ext uri="{FF2B5EF4-FFF2-40B4-BE49-F238E27FC236}">
                    <a16:creationId xmlns:a16="http://schemas.microsoft.com/office/drawing/2014/main" id="{7CBF6598-6F15-5CEC-4C91-3EDEF3796ED8}"/>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201" name="Google Shape;1765;p147">
                <a:extLst>
                  <a:ext uri="{FF2B5EF4-FFF2-40B4-BE49-F238E27FC236}">
                    <a16:creationId xmlns:a16="http://schemas.microsoft.com/office/drawing/2014/main" id="{2BF8A366-4EA6-E64D-BA82-BD8C5D093409}"/>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193" name="Google Shape;1766;p147">
              <a:extLst>
                <a:ext uri="{FF2B5EF4-FFF2-40B4-BE49-F238E27FC236}">
                  <a16:creationId xmlns:a16="http://schemas.microsoft.com/office/drawing/2014/main" id="{431A69B3-30AF-2D9B-58A2-D11CE00E19F3}"/>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nvGrpSpPr>
            <p:cNvPr id="194" name="Google Shape;1767;p147">
              <a:extLst>
                <a:ext uri="{FF2B5EF4-FFF2-40B4-BE49-F238E27FC236}">
                  <a16:creationId xmlns:a16="http://schemas.microsoft.com/office/drawing/2014/main" id="{FC72E257-8618-9A66-FA78-09DE1FCD4F2A}"/>
                </a:ext>
              </a:extLst>
            </p:cNvPr>
            <p:cNvGrpSpPr/>
            <p:nvPr/>
          </p:nvGrpSpPr>
          <p:grpSpPr>
            <a:xfrm>
              <a:off x="3882351" y="2632325"/>
              <a:ext cx="342486" cy="349421"/>
              <a:chOff x="-65129950" y="2646800"/>
              <a:chExt cx="311125" cy="317425"/>
            </a:xfrm>
            <a:grpFill/>
          </p:grpSpPr>
          <p:sp>
            <p:nvSpPr>
              <p:cNvPr id="195" name="Google Shape;1768;p147">
                <a:extLst>
                  <a:ext uri="{FF2B5EF4-FFF2-40B4-BE49-F238E27FC236}">
                    <a16:creationId xmlns:a16="http://schemas.microsoft.com/office/drawing/2014/main" id="{794775BF-484F-DD01-DACC-DB7C883DB870}"/>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96" name="Google Shape;1769;p147">
                <a:extLst>
                  <a:ext uri="{FF2B5EF4-FFF2-40B4-BE49-F238E27FC236}">
                    <a16:creationId xmlns:a16="http://schemas.microsoft.com/office/drawing/2014/main" id="{A7D37F98-21E5-0C9D-52BD-3846F0D92125}"/>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cxnSp>
        <p:nvCxnSpPr>
          <p:cNvPr id="208" name="Google Shape;1770;p147">
            <a:extLst>
              <a:ext uri="{FF2B5EF4-FFF2-40B4-BE49-F238E27FC236}">
                <a16:creationId xmlns:a16="http://schemas.microsoft.com/office/drawing/2014/main" id="{AB9FFC8C-B4F1-19F1-6D4C-07B8C7EF48C9}"/>
              </a:ext>
            </a:extLst>
          </p:cNvPr>
          <p:cNvCxnSpPr>
            <a:cxnSpLocks/>
          </p:cNvCxnSpPr>
          <p:nvPr/>
        </p:nvCxnSpPr>
        <p:spPr>
          <a:xfrm>
            <a:off x="6621174" y="4451959"/>
            <a:ext cx="0" cy="324976"/>
          </a:xfrm>
          <a:prstGeom prst="straightConnector1">
            <a:avLst/>
          </a:prstGeom>
          <a:noFill/>
          <a:ln w="19050" cap="flat" cmpd="sng">
            <a:solidFill>
              <a:srgbClr val="0E166B"/>
            </a:solidFill>
            <a:prstDash val="solid"/>
            <a:round/>
            <a:headEnd type="none" w="med" len="med"/>
            <a:tailEnd type="diamond" w="med" len="med"/>
          </a:ln>
        </p:spPr>
      </p:cxnSp>
      <p:cxnSp>
        <p:nvCxnSpPr>
          <p:cNvPr id="209" name="Google Shape;1771;p147">
            <a:extLst>
              <a:ext uri="{FF2B5EF4-FFF2-40B4-BE49-F238E27FC236}">
                <a16:creationId xmlns:a16="http://schemas.microsoft.com/office/drawing/2014/main" id="{BD5D4522-1864-BAF9-7F36-3EB47CEBCBA6}"/>
              </a:ext>
            </a:extLst>
          </p:cNvPr>
          <p:cNvCxnSpPr>
            <a:cxnSpLocks/>
            <a:endCxn id="45" idx="0"/>
          </p:cNvCxnSpPr>
          <p:nvPr/>
        </p:nvCxnSpPr>
        <p:spPr>
          <a:xfrm>
            <a:off x="8862253" y="4451959"/>
            <a:ext cx="953" cy="324976"/>
          </a:xfrm>
          <a:prstGeom prst="straightConnector1">
            <a:avLst/>
          </a:prstGeom>
          <a:noFill/>
          <a:ln w="19050" cap="flat" cmpd="sng">
            <a:solidFill>
              <a:srgbClr val="0E166B"/>
            </a:solidFill>
            <a:prstDash val="solid"/>
            <a:round/>
            <a:headEnd type="none" w="med" len="med"/>
            <a:tailEnd type="diamond" w="med" len="med"/>
          </a:ln>
        </p:spPr>
      </p:cxnSp>
      <p:sp>
        <p:nvSpPr>
          <p:cNvPr id="210" name="TextBox 209">
            <a:extLst>
              <a:ext uri="{FF2B5EF4-FFF2-40B4-BE49-F238E27FC236}">
                <a16:creationId xmlns:a16="http://schemas.microsoft.com/office/drawing/2014/main" id="{E9743E1F-AC93-0B98-BB36-677DF5A919D8}"/>
              </a:ext>
            </a:extLst>
          </p:cNvPr>
          <p:cNvSpPr txBox="1"/>
          <p:nvPr/>
        </p:nvSpPr>
        <p:spPr>
          <a:xfrm>
            <a:off x="5318506" y="1673996"/>
            <a:ext cx="2080585" cy="369332"/>
          </a:xfrm>
          <a:prstGeom prst="rect">
            <a:avLst/>
          </a:prstGeom>
          <a:noFill/>
        </p:spPr>
        <p:txBody>
          <a:bodyPr wrap="square" rtlCol="0">
            <a:spAutoFit/>
          </a:bodyPr>
          <a:lstStyle/>
          <a:p>
            <a:r>
              <a:rPr lang="es-ES" b="1">
                <a:solidFill>
                  <a:srgbClr val="0E166B"/>
                </a:solidFill>
              </a:rPr>
              <a:t>OUR APPROACH</a:t>
            </a:r>
          </a:p>
        </p:txBody>
      </p:sp>
      <p:grpSp>
        <p:nvGrpSpPr>
          <p:cNvPr id="211" name="Google Shape;12619;p62">
            <a:extLst>
              <a:ext uri="{FF2B5EF4-FFF2-40B4-BE49-F238E27FC236}">
                <a16:creationId xmlns:a16="http://schemas.microsoft.com/office/drawing/2014/main" id="{1D35064B-28F3-1574-F0A9-1F959F24E937}"/>
              </a:ext>
            </a:extLst>
          </p:cNvPr>
          <p:cNvGrpSpPr/>
          <p:nvPr/>
        </p:nvGrpSpPr>
        <p:grpSpPr>
          <a:xfrm>
            <a:off x="4701728" y="1595233"/>
            <a:ext cx="514141" cy="461597"/>
            <a:chOff x="3965190" y="3842252"/>
            <a:chExt cx="369801" cy="296813"/>
          </a:xfrm>
        </p:grpSpPr>
        <p:sp>
          <p:nvSpPr>
            <p:cNvPr id="212" name="Google Shape;12620;p62">
              <a:extLst>
                <a:ext uri="{FF2B5EF4-FFF2-40B4-BE49-F238E27FC236}">
                  <a16:creationId xmlns:a16="http://schemas.microsoft.com/office/drawing/2014/main" id="{B1A62E42-2BA9-E53D-8DF9-F8D8A35A916F}"/>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3" name="Google Shape;12621;p62">
              <a:extLst>
                <a:ext uri="{FF2B5EF4-FFF2-40B4-BE49-F238E27FC236}">
                  <a16:creationId xmlns:a16="http://schemas.microsoft.com/office/drawing/2014/main" id="{07F403DE-045F-C16A-3091-3C82A07036CD}"/>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4" name="Google Shape;12622;p62">
              <a:extLst>
                <a:ext uri="{FF2B5EF4-FFF2-40B4-BE49-F238E27FC236}">
                  <a16:creationId xmlns:a16="http://schemas.microsoft.com/office/drawing/2014/main" id="{E2DF6DBD-4EB0-3298-D7AC-3ED1B1243729}"/>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5" name="Google Shape;12623;p62">
              <a:extLst>
                <a:ext uri="{FF2B5EF4-FFF2-40B4-BE49-F238E27FC236}">
                  <a16:creationId xmlns:a16="http://schemas.microsoft.com/office/drawing/2014/main" id="{6066ABEB-374F-6253-C399-09F508F4AFFD}"/>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6" name="Google Shape;12624;p62">
              <a:extLst>
                <a:ext uri="{FF2B5EF4-FFF2-40B4-BE49-F238E27FC236}">
                  <a16:creationId xmlns:a16="http://schemas.microsoft.com/office/drawing/2014/main" id="{A0F6A743-72FA-A063-71B7-28E2C9244D5C}"/>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7" name="Google Shape;12625;p62">
              <a:extLst>
                <a:ext uri="{FF2B5EF4-FFF2-40B4-BE49-F238E27FC236}">
                  <a16:creationId xmlns:a16="http://schemas.microsoft.com/office/drawing/2014/main" id="{0C516039-2C85-149E-6EC1-425ECF9EC93E}"/>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8" name="Google Shape;12626;p62">
              <a:extLst>
                <a:ext uri="{FF2B5EF4-FFF2-40B4-BE49-F238E27FC236}">
                  <a16:creationId xmlns:a16="http://schemas.microsoft.com/office/drawing/2014/main" id="{0FE5CD9E-F403-22CF-CBC1-600A3BF0FD18}"/>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19" name="Google Shape;12627;p62">
              <a:extLst>
                <a:ext uri="{FF2B5EF4-FFF2-40B4-BE49-F238E27FC236}">
                  <a16:creationId xmlns:a16="http://schemas.microsoft.com/office/drawing/2014/main" id="{5D0DBF80-51DF-3CAF-92A0-4DFA7A45C267}"/>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0" name="Google Shape;12628;p62">
              <a:extLst>
                <a:ext uri="{FF2B5EF4-FFF2-40B4-BE49-F238E27FC236}">
                  <a16:creationId xmlns:a16="http://schemas.microsoft.com/office/drawing/2014/main" id="{199D8530-80EE-B9A5-0751-D6181FEB0A7B}"/>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1" name="Google Shape;12629;p62">
              <a:extLst>
                <a:ext uri="{FF2B5EF4-FFF2-40B4-BE49-F238E27FC236}">
                  <a16:creationId xmlns:a16="http://schemas.microsoft.com/office/drawing/2014/main" id="{633FF214-0033-DADC-C826-C5183E826ED8}"/>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2" name="Google Shape;12630;p62">
              <a:extLst>
                <a:ext uri="{FF2B5EF4-FFF2-40B4-BE49-F238E27FC236}">
                  <a16:creationId xmlns:a16="http://schemas.microsoft.com/office/drawing/2014/main" id="{EC5052A9-253E-B602-7527-DE8E24A5D44B}"/>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3" name="Google Shape;12631;p62">
              <a:extLst>
                <a:ext uri="{FF2B5EF4-FFF2-40B4-BE49-F238E27FC236}">
                  <a16:creationId xmlns:a16="http://schemas.microsoft.com/office/drawing/2014/main" id="{1826138C-D6C6-682C-81CD-487832860161}"/>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4" name="Google Shape;12632;p62">
              <a:extLst>
                <a:ext uri="{FF2B5EF4-FFF2-40B4-BE49-F238E27FC236}">
                  <a16:creationId xmlns:a16="http://schemas.microsoft.com/office/drawing/2014/main" id="{845BBDE9-C987-AFE1-319B-A1784B402C83}"/>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5" name="Google Shape;12633;p62">
              <a:extLst>
                <a:ext uri="{FF2B5EF4-FFF2-40B4-BE49-F238E27FC236}">
                  <a16:creationId xmlns:a16="http://schemas.microsoft.com/office/drawing/2014/main" id="{EA0C08E6-01FA-D704-48C0-11816A787132}"/>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6" name="Google Shape;12634;p62">
              <a:extLst>
                <a:ext uri="{FF2B5EF4-FFF2-40B4-BE49-F238E27FC236}">
                  <a16:creationId xmlns:a16="http://schemas.microsoft.com/office/drawing/2014/main" id="{D140194E-5E55-BAE0-E441-427F396AEA92}"/>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7" name="Google Shape;12635;p62">
              <a:extLst>
                <a:ext uri="{FF2B5EF4-FFF2-40B4-BE49-F238E27FC236}">
                  <a16:creationId xmlns:a16="http://schemas.microsoft.com/office/drawing/2014/main" id="{32F62C11-DAE3-53D1-13CB-97E09168D055}"/>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8" name="Google Shape;12636;p62">
              <a:extLst>
                <a:ext uri="{FF2B5EF4-FFF2-40B4-BE49-F238E27FC236}">
                  <a16:creationId xmlns:a16="http://schemas.microsoft.com/office/drawing/2014/main" id="{E1425C73-EA68-5FF6-43AF-456D9C57205B}"/>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29" name="Google Shape;12637;p62">
              <a:extLst>
                <a:ext uri="{FF2B5EF4-FFF2-40B4-BE49-F238E27FC236}">
                  <a16:creationId xmlns:a16="http://schemas.microsoft.com/office/drawing/2014/main" id="{08D2D365-2445-6643-A995-7A599CB0DC6D}"/>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0" name="Google Shape;12638;p62">
              <a:extLst>
                <a:ext uri="{FF2B5EF4-FFF2-40B4-BE49-F238E27FC236}">
                  <a16:creationId xmlns:a16="http://schemas.microsoft.com/office/drawing/2014/main" id="{C38C7FCA-6B98-DF9D-7A7D-20FB23ABDF3E}"/>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1" name="Google Shape;12639;p62">
              <a:extLst>
                <a:ext uri="{FF2B5EF4-FFF2-40B4-BE49-F238E27FC236}">
                  <a16:creationId xmlns:a16="http://schemas.microsoft.com/office/drawing/2014/main" id="{DC190F84-433B-2955-D5D6-C77AF248518A}"/>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sp>
          <p:nvSpPr>
            <p:cNvPr id="232" name="Google Shape;12640;p62">
              <a:extLst>
                <a:ext uri="{FF2B5EF4-FFF2-40B4-BE49-F238E27FC236}">
                  <a16:creationId xmlns:a16="http://schemas.microsoft.com/office/drawing/2014/main" id="{789D2C1A-1B44-7D55-CC1C-2E575ABA2C70}"/>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E166B"/>
                </a:solidFill>
                <a:cs typeface="Arial"/>
                <a:sym typeface="Arial"/>
              </a:endParaRPr>
            </a:p>
          </p:txBody>
        </p:sp>
      </p:grpSp>
      <p:sp>
        <p:nvSpPr>
          <p:cNvPr id="2" name="TextBox 1">
            <a:extLst>
              <a:ext uri="{FF2B5EF4-FFF2-40B4-BE49-F238E27FC236}">
                <a16:creationId xmlns:a16="http://schemas.microsoft.com/office/drawing/2014/main" id="{F6859882-55AA-281D-F55E-A4384069C40E}"/>
              </a:ext>
            </a:extLst>
          </p:cNvPr>
          <p:cNvSpPr txBox="1"/>
          <p:nvPr/>
        </p:nvSpPr>
        <p:spPr>
          <a:xfrm>
            <a:off x="5502622" y="4776935"/>
            <a:ext cx="2235201"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cs typeface="Segoe UI Light"/>
              </a:rPr>
              <a:t>Seamless Order Management</a:t>
            </a:r>
            <a:br>
              <a:rPr lang="en-US" sz="1200" dirty="0">
                <a:solidFill>
                  <a:srgbClr val="0E166B"/>
                </a:solidFill>
                <a:latin typeface="Segoe UI Light"/>
              </a:rPr>
            </a:br>
            <a:r>
              <a:rPr lang="en-US" sz="1050" dirty="0">
                <a:solidFill>
                  <a:srgbClr val="0E166B"/>
                </a:solidFill>
                <a:latin typeface="Segoe UI Light"/>
                <a:cs typeface="Segoe UI Light"/>
              </a:rPr>
              <a:t>Streamlined creation, tracking, and management of rental orders from start to finish.</a:t>
            </a:r>
            <a:endParaRPr lang="en-US" sz="1050" dirty="0">
              <a:solidFill>
                <a:srgbClr val="0E166B"/>
              </a:solidFill>
              <a:cs typeface="Arial"/>
            </a:endParaRPr>
          </a:p>
        </p:txBody>
      </p:sp>
      <p:sp>
        <p:nvSpPr>
          <p:cNvPr id="3" name="TextBox 2">
            <a:extLst>
              <a:ext uri="{FF2B5EF4-FFF2-40B4-BE49-F238E27FC236}">
                <a16:creationId xmlns:a16="http://schemas.microsoft.com/office/drawing/2014/main" id="{A8AEC752-B021-C241-D63B-A0A72B22BFF0}"/>
              </a:ext>
            </a:extLst>
          </p:cNvPr>
          <p:cNvSpPr txBox="1"/>
          <p:nvPr/>
        </p:nvSpPr>
        <p:spPr>
          <a:xfrm>
            <a:off x="6627749" y="2302788"/>
            <a:ext cx="2235200" cy="7711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a:solidFill>
                  <a:srgbClr val="0E166B"/>
                </a:solidFill>
                <a:latin typeface="Segoe UI Light"/>
                <a:cs typeface="Segoe UI Light"/>
              </a:rPr>
              <a:t>Accurate Billing</a:t>
            </a:r>
            <a:br>
              <a:rPr lang="en-US" sz="1200">
                <a:solidFill>
                  <a:srgbClr val="0E166B"/>
                </a:solidFill>
                <a:latin typeface="Segoe UI Light"/>
              </a:rPr>
            </a:br>
            <a:r>
              <a:rPr lang="en-US" sz="1050">
                <a:solidFill>
                  <a:srgbClr val="0E166B"/>
                </a:solidFill>
                <a:latin typeface="Segoe UI Light"/>
                <a:cs typeface="Segoe UI Light"/>
              </a:rPr>
              <a:t>Automated calculations for rental periods, fees, and taxes ensure accurate invoicing every time.</a:t>
            </a:r>
            <a:endParaRPr lang="en-US" sz="1050">
              <a:solidFill>
                <a:srgbClr val="0E166B"/>
              </a:solidFill>
              <a:cs typeface="Arial"/>
            </a:endParaRPr>
          </a:p>
        </p:txBody>
      </p:sp>
      <p:sp>
        <p:nvSpPr>
          <p:cNvPr id="45" name="TextBox 44">
            <a:extLst>
              <a:ext uri="{FF2B5EF4-FFF2-40B4-BE49-F238E27FC236}">
                <a16:creationId xmlns:a16="http://schemas.microsoft.com/office/drawing/2014/main" id="{7214819F-D732-5C5C-DC1A-AE61CA40962F}"/>
              </a:ext>
            </a:extLst>
          </p:cNvPr>
          <p:cNvSpPr txBox="1"/>
          <p:nvPr/>
        </p:nvSpPr>
        <p:spPr>
          <a:xfrm>
            <a:off x="7745605" y="4776935"/>
            <a:ext cx="2235201"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cs typeface="Segoe UI Light"/>
              </a:rPr>
              <a:t>Real-Time Inventory Updates</a:t>
            </a:r>
            <a:br>
              <a:rPr lang="en-US" sz="1200" dirty="0">
                <a:solidFill>
                  <a:srgbClr val="0E166B"/>
                </a:solidFill>
                <a:latin typeface="Segoe UI Light"/>
              </a:rPr>
            </a:br>
            <a:r>
              <a:rPr lang="en-US" sz="1050" dirty="0">
                <a:solidFill>
                  <a:srgbClr val="0E166B"/>
                </a:solidFill>
                <a:latin typeface="Segoe UI Light"/>
                <a:cs typeface="Segoe UI Light"/>
              </a:rPr>
              <a:t>Track available, rented, and returned items across all locations and warehouses.</a:t>
            </a:r>
            <a:endParaRPr lang="en-US" sz="1050" dirty="0">
              <a:solidFill>
                <a:srgbClr val="0E166B"/>
              </a:solidFill>
            </a:endParaRPr>
          </a:p>
        </p:txBody>
      </p:sp>
      <p:sp>
        <p:nvSpPr>
          <p:cNvPr id="46" name="TextBox 45">
            <a:extLst>
              <a:ext uri="{FF2B5EF4-FFF2-40B4-BE49-F238E27FC236}">
                <a16:creationId xmlns:a16="http://schemas.microsoft.com/office/drawing/2014/main" id="{E266D18F-8EBB-7B5E-99BD-7B5F4685A81D}"/>
              </a:ext>
            </a:extLst>
          </p:cNvPr>
          <p:cNvSpPr txBox="1"/>
          <p:nvPr/>
        </p:nvSpPr>
        <p:spPr>
          <a:xfrm>
            <a:off x="8946418" y="2264307"/>
            <a:ext cx="2235200"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cs typeface="Segoe UI Light"/>
              </a:rPr>
              <a:t>Optimized Delivery and Pickup</a:t>
            </a:r>
            <a:br>
              <a:rPr lang="en-US" sz="1200" dirty="0">
                <a:solidFill>
                  <a:srgbClr val="0E166B"/>
                </a:solidFill>
                <a:latin typeface="Segoe UI Light"/>
              </a:rPr>
            </a:br>
            <a:r>
              <a:rPr lang="en-US" sz="1050" dirty="0">
                <a:solidFill>
                  <a:srgbClr val="0E166B"/>
                </a:solidFill>
                <a:latin typeface="Segoe UI Light"/>
                <a:cs typeface="Segoe UI Light"/>
              </a:rPr>
              <a:t>Automate scheduling and tracking for deliveries and pickups, reducing delays and errors.</a:t>
            </a:r>
            <a:endParaRPr lang="en-US" sz="1050" dirty="0">
              <a:solidFill>
                <a:srgbClr val="0E166B"/>
              </a:solidFill>
            </a:endParaRPr>
          </a:p>
        </p:txBody>
      </p:sp>
      <p:cxnSp>
        <p:nvCxnSpPr>
          <p:cNvPr id="50" name="Google Shape;2079;p158">
            <a:extLst>
              <a:ext uri="{FF2B5EF4-FFF2-40B4-BE49-F238E27FC236}">
                <a16:creationId xmlns:a16="http://schemas.microsoft.com/office/drawing/2014/main" id="{BA822F37-73D5-C7D2-5FCA-3E0BC655BB8D}"/>
              </a:ext>
            </a:extLst>
          </p:cNvPr>
          <p:cNvCxnSpPr>
            <a:cxnSpLocks/>
          </p:cNvCxnSpPr>
          <p:nvPr/>
        </p:nvCxnSpPr>
        <p:spPr>
          <a:xfrm>
            <a:off x="4523621" y="2140618"/>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3669124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CC5A14-814C-4FDC-7447-1FA962A9A2E2}"/>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2FCDA7B6-FF20-D880-1CD5-46C40CCBE470}"/>
              </a:ext>
            </a:extLst>
          </p:cNvPr>
          <p:cNvSpPr txBox="1">
            <a:spLocks/>
          </p:cNvSpPr>
          <p:nvPr/>
        </p:nvSpPr>
        <p:spPr>
          <a:xfrm>
            <a:off x="0" y="164388"/>
            <a:ext cx="9873609"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r>
              <a:rPr lang="en-GB" sz="3200" b="1" kern="0" dirty="0">
                <a:solidFill>
                  <a:srgbClr val="FFFFFF"/>
                </a:solidFill>
                <a:ea typeface="+mj-ea"/>
                <a:cs typeface="+mj-cs"/>
              </a:rPr>
              <a:t>Rental Tool </a:t>
            </a:r>
          </a:p>
        </p:txBody>
      </p:sp>
      <p:grpSp>
        <p:nvGrpSpPr>
          <p:cNvPr id="3" name="Google Shape;1907;p152">
            <a:extLst>
              <a:ext uri="{FF2B5EF4-FFF2-40B4-BE49-F238E27FC236}">
                <a16:creationId xmlns:a16="http://schemas.microsoft.com/office/drawing/2014/main" id="{074DC022-5C3A-FDD8-D953-36103A170841}"/>
              </a:ext>
            </a:extLst>
          </p:cNvPr>
          <p:cNvGrpSpPr/>
          <p:nvPr/>
        </p:nvGrpSpPr>
        <p:grpSpPr>
          <a:xfrm>
            <a:off x="6869167" y="2127379"/>
            <a:ext cx="4362832" cy="4730621"/>
            <a:chOff x="3899425" y="1624475"/>
            <a:chExt cx="2994015" cy="3526669"/>
          </a:xfrm>
        </p:grpSpPr>
        <p:sp>
          <p:nvSpPr>
            <p:cNvPr id="45" name="Google Shape;1908;p152">
              <a:extLst>
                <a:ext uri="{FF2B5EF4-FFF2-40B4-BE49-F238E27FC236}">
                  <a16:creationId xmlns:a16="http://schemas.microsoft.com/office/drawing/2014/main" id="{2E87D1E2-3EF4-E01F-A154-43DD35D4CFBE}"/>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46" name="Google Shape;1909;p152">
              <a:extLst>
                <a:ext uri="{FF2B5EF4-FFF2-40B4-BE49-F238E27FC236}">
                  <a16:creationId xmlns:a16="http://schemas.microsoft.com/office/drawing/2014/main" id="{EDF27CA8-4CDC-D91E-FE6E-71E89B9985FF}"/>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47" name="Google Shape;1911;p152">
              <a:extLst>
                <a:ext uri="{FF2B5EF4-FFF2-40B4-BE49-F238E27FC236}">
                  <a16:creationId xmlns:a16="http://schemas.microsoft.com/office/drawing/2014/main" id="{1FE2B77E-222E-B8FD-EA85-39C7CFABC404}"/>
                </a:ext>
              </a:extLst>
            </p:cNvPr>
            <p:cNvGrpSpPr/>
            <p:nvPr/>
          </p:nvGrpSpPr>
          <p:grpSpPr>
            <a:xfrm>
              <a:off x="6416311" y="1851230"/>
              <a:ext cx="332587" cy="329962"/>
              <a:chOff x="2508825" y="2318350"/>
              <a:chExt cx="297750" cy="295400"/>
            </a:xfrm>
          </p:grpSpPr>
          <p:sp>
            <p:nvSpPr>
              <p:cNvPr id="48" name="Google Shape;1912;p152">
                <a:extLst>
                  <a:ext uri="{FF2B5EF4-FFF2-40B4-BE49-F238E27FC236}">
                    <a16:creationId xmlns:a16="http://schemas.microsoft.com/office/drawing/2014/main" id="{7632FF10-8483-78AF-6D3F-EE71DCD529FE}"/>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9" name="Google Shape;1913;p152">
                <a:extLst>
                  <a:ext uri="{FF2B5EF4-FFF2-40B4-BE49-F238E27FC236}">
                    <a16:creationId xmlns:a16="http://schemas.microsoft.com/office/drawing/2014/main" id="{279E9A15-EC77-0788-5B25-F498180AE0B0}"/>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0" name="Google Shape;1914;p152">
            <a:extLst>
              <a:ext uri="{FF2B5EF4-FFF2-40B4-BE49-F238E27FC236}">
                <a16:creationId xmlns:a16="http://schemas.microsoft.com/office/drawing/2014/main" id="{12781F05-1A1E-5EEB-F2A7-F6B233181D76}"/>
              </a:ext>
            </a:extLst>
          </p:cNvPr>
          <p:cNvGrpSpPr/>
          <p:nvPr/>
        </p:nvGrpSpPr>
        <p:grpSpPr>
          <a:xfrm>
            <a:off x="6869166" y="3115030"/>
            <a:ext cx="3910445" cy="3736043"/>
            <a:chOff x="3899425" y="2359004"/>
            <a:chExt cx="2683562" cy="2785213"/>
          </a:xfrm>
        </p:grpSpPr>
        <p:sp>
          <p:nvSpPr>
            <p:cNvPr id="51" name="Google Shape;1915;p152">
              <a:extLst>
                <a:ext uri="{FF2B5EF4-FFF2-40B4-BE49-F238E27FC236}">
                  <a16:creationId xmlns:a16="http://schemas.microsoft.com/office/drawing/2014/main" id="{9B30BA8A-E98C-75C5-6A60-C6B73F9A29C7}"/>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2" name="Google Shape;1916;p152">
              <a:extLst>
                <a:ext uri="{FF2B5EF4-FFF2-40B4-BE49-F238E27FC236}">
                  <a16:creationId xmlns:a16="http://schemas.microsoft.com/office/drawing/2014/main" id="{35988D37-2DB0-7C89-EDA3-4C450093413E}"/>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3" name="Google Shape;1918;p152">
              <a:extLst>
                <a:ext uri="{FF2B5EF4-FFF2-40B4-BE49-F238E27FC236}">
                  <a16:creationId xmlns:a16="http://schemas.microsoft.com/office/drawing/2014/main" id="{082D7BB9-2B78-02A5-852B-5F0F7797CD08}"/>
                </a:ext>
              </a:extLst>
            </p:cNvPr>
            <p:cNvGrpSpPr/>
            <p:nvPr/>
          </p:nvGrpSpPr>
          <p:grpSpPr>
            <a:xfrm>
              <a:off x="6106713" y="2585336"/>
              <a:ext cx="330827" cy="329934"/>
              <a:chOff x="3962775" y="2683025"/>
              <a:chExt cx="296175" cy="295375"/>
            </a:xfrm>
          </p:grpSpPr>
          <p:sp>
            <p:nvSpPr>
              <p:cNvPr id="54" name="Google Shape;1919;p152">
                <a:extLst>
                  <a:ext uri="{FF2B5EF4-FFF2-40B4-BE49-F238E27FC236}">
                    <a16:creationId xmlns:a16="http://schemas.microsoft.com/office/drawing/2014/main" id="{11D91474-26AB-B39A-5EBF-B34133D46770}"/>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5" name="Google Shape;1920;p152">
                <a:extLst>
                  <a:ext uri="{FF2B5EF4-FFF2-40B4-BE49-F238E27FC236}">
                    <a16:creationId xmlns:a16="http://schemas.microsoft.com/office/drawing/2014/main" id="{AA8112EC-DCEF-DF06-CFAC-FAC7F24E3577}"/>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6" name="Google Shape;1921;p152">
                <a:extLst>
                  <a:ext uri="{FF2B5EF4-FFF2-40B4-BE49-F238E27FC236}">
                    <a16:creationId xmlns:a16="http://schemas.microsoft.com/office/drawing/2014/main" id="{E3727C44-5C83-C05D-AFF1-C96F8EBE445E}"/>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7" name="Google Shape;1922;p152">
            <a:extLst>
              <a:ext uri="{FF2B5EF4-FFF2-40B4-BE49-F238E27FC236}">
                <a16:creationId xmlns:a16="http://schemas.microsoft.com/office/drawing/2014/main" id="{3D3B416A-FF7B-FCEC-B9A2-9E1D264302E3}"/>
              </a:ext>
            </a:extLst>
          </p:cNvPr>
          <p:cNvGrpSpPr/>
          <p:nvPr/>
        </p:nvGrpSpPr>
        <p:grpSpPr>
          <a:xfrm>
            <a:off x="6869166" y="4101982"/>
            <a:ext cx="3458043" cy="2756018"/>
            <a:chOff x="3899425" y="3094874"/>
            <a:chExt cx="2373100" cy="2054606"/>
          </a:xfrm>
        </p:grpSpPr>
        <p:sp>
          <p:nvSpPr>
            <p:cNvPr id="58" name="Google Shape;1923;p152">
              <a:extLst>
                <a:ext uri="{FF2B5EF4-FFF2-40B4-BE49-F238E27FC236}">
                  <a16:creationId xmlns:a16="http://schemas.microsoft.com/office/drawing/2014/main" id="{E2F60A8D-ADE3-065D-86CD-A0D5B7A9DBE7}"/>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9" name="Google Shape;1924;p152">
              <a:extLst>
                <a:ext uri="{FF2B5EF4-FFF2-40B4-BE49-F238E27FC236}">
                  <a16:creationId xmlns:a16="http://schemas.microsoft.com/office/drawing/2014/main" id="{9524991B-B4CE-A91A-5857-832349FCE703}"/>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0" name="Google Shape;1926;p152">
              <a:extLst>
                <a:ext uri="{FF2B5EF4-FFF2-40B4-BE49-F238E27FC236}">
                  <a16:creationId xmlns:a16="http://schemas.microsoft.com/office/drawing/2014/main" id="{56E2D5B4-D8C4-83D2-A617-002AB1B40D85}"/>
                </a:ext>
              </a:extLst>
            </p:cNvPr>
            <p:cNvGrpSpPr/>
            <p:nvPr/>
          </p:nvGrpSpPr>
          <p:grpSpPr>
            <a:xfrm>
              <a:off x="5797765" y="3319416"/>
              <a:ext cx="327823" cy="328695"/>
              <a:chOff x="-1333200" y="2770450"/>
              <a:chExt cx="291450" cy="292225"/>
            </a:xfrm>
          </p:grpSpPr>
          <p:sp>
            <p:nvSpPr>
              <p:cNvPr id="61" name="Google Shape;1927;p152">
                <a:extLst>
                  <a:ext uri="{FF2B5EF4-FFF2-40B4-BE49-F238E27FC236}">
                    <a16:creationId xmlns:a16="http://schemas.microsoft.com/office/drawing/2014/main" id="{F66AD9C1-4D13-1729-453B-F7DF0F2659B8}"/>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2" name="Google Shape;1928;p152">
                <a:extLst>
                  <a:ext uri="{FF2B5EF4-FFF2-40B4-BE49-F238E27FC236}">
                    <a16:creationId xmlns:a16="http://schemas.microsoft.com/office/drawing/2014/main" id="{FFB038F1-9937-6E3A-0668-39B653ED386D}"/>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3" name="Google Shape;1929;p152">
            <a:extLst>
              <a:ext uri="{FF2B5EF4-FFF2-40B4-BE49-F238E27FC236}">
                <a16:creationId xmlns:a16="http://schemas.microsoft.com/office/drawing/2014/main" id="{82B08F4B-BA04-5489-C404-9B118FB84D3B}"/>
              </a:ext>
            </a:extLst>
          </p:cNvPr>
          <p:cNvGrpSpPr/>
          <p:nvPr/>
        </p:nvGrpSpPr>
        <p:grpSpPr>
          <a:xfrm>
            <a:off x="6869166" y="5001602"/>
            <a:ext cx="3005647" cy="1848925"/>
            <a:chOff x="3899425" y="3765300"/>
            <a:chExt cx="2062640" cy="1378370"/>
          </a:xfrm>
        </p:grpSpPr>
        <p:cxnSp>
          <p:nvCxnSpPr>
            <p:cNvPr id="64" name="Google Shape;1930;p152">
              <a:extLst>
                <a:ext uri="{FF2B5EF4-FFF2-40B4-BE49-F238E27FC236}">
                  <a16:creationId xmlns:a16="http://schemas.microsoft.com/office/drawing/2014/main" id="{1F2C084F-020C-5D4A-14E5-0C044153830A}"/>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65" name="Google Shape;1932;p152">
              <a:extLst>
                <a:ext uri="{FF2B5EF4-FFF2-40B4-BE49-F238E27FC236}">
                  <a16:creationId xmlns:a16="http://schemas.microsoft.com/office/drawing/2014/main" id="{F31B6072-2735-484A-6C04-C309DE808D22}"/>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nvGrpSpPr>
            <p:cNvPr id="66" name="Google Shape;1933;p152">
              <a:extLst>
                <a:ext uri="{FF2B5EF4-FFF2-40B4-BE49-F238E27FC236}">
                  <a16:creationId xmlns:a16="http://schemas.microsoft.com/office/drawing/2014/main" id="{C490645A-E5B1-AF04-3959-F4380892DE4B}"/>
                </a:ext>
              </a:extLst>
            </p:cNvPr>
            <p:cNvGrpSpPr/>
            <p:nvPr/>
          </p:nvGrpSpPr>
          <p:grpSpPr>
            <a:xfrm>
              <a:off x="5485800" y="3999322"/>
              <a:ext cx="330827" cy="330827"/>
              <a:chOff x="3963575" y="2317575"/>
              <a:chExt cx="296175" cy="296175"/>
            </a:xfrm>
          </p:grpSpPr>
          <p:sp>
            <p:nvSpPr>
              <p:cNvPr id="67" name="Google Shape;1934;p152">
                <a:extLst>
                  <a:ext uri="{FF2B5EF4-FFF2-40B4-BE49-F238E27FC236}">
                    <a16:creationId xmlns:a16="http://schemas.microsoft.com/office/drawing/2014/main" id="{ED36C0C9-AE76-5E68-B917-BFBD25F03635}"/>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8" name="Google Shape;1935;p152">
                <a:extLst>
                  <a:ext uri="{FF2B5EF4-FFF2-40B4-BE49-F238E27FC236}">
                    <a16:creationId xmlns:a16="http://schemas.microsoft.com/office/drawing/2014/main" id="{E3DEF7FB-153E-EF74-EA99-6F89265C48C0}"/>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9" name="Google Shape;1936;p152">
                <a:extLst>
                  <a:ext uri="{FF2B5EF4-FFF2-40B4-BE49-F238E27FC236}">
                    <a16:creationId xmlns:a16="http://schemas.microsoft.com/office/drawing/2014/main" id="{388D897E-AFA5-66B5-88AB-694B74B68B5F}"/>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0" name="Google Shape;1937;p152">
                <a:extLst>
                  <a:ext uri="{FF2B5EF4-FFF2-40B4-BE49-F238E27FC236}">
                    <a16:creationId xmlns:a16="http://schemas.microsoft.com/office/drawing/2014/main" id="{1A94A94C-6C39-E0A8-3D23-CEBEC4447068}"/>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1" name="Google Shape;1938;p152">
                <a:extLst>
                  <a:ext uri="{FF2B5EF4-FFF2-40B4-BE49-F238E27FC236}">
                    <a16:creationId xmlns:a16="http://schemas.microsoft.com/office/drawing/2014/main" id="{358B00E4-9993-D6CE-93EC-7E9BB7A4B3B2}"/>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2" name="Google Shape;1939;p152">
                <a:extLst>
                  <a:ext uri="{FF2B5EF4-FFF2-40B4-BE49-F238E27FC236}">
                    <a16:creationId xmlns:a16="http://schemas.microsoft.com/office/drawing/2014/main" id="{8E98C69B-7F45-B4F6-4CFA-CA7A543AD938}"/>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3" name="Google Shape;1940;p152">
                <a:extLst>
                  <a:ext uri="{FF2B5EF4-FFF2-40B4-BE49-F238E27FC236}">
                    <a16:creationId xmlns:a16="http://schemas.microsoft.com/office/drawing/2014/main" id="{90E02F02-B835-9064-F8D0-35E02848F58F}"/>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4" name="Google Shape;1941;p152">
                <a:extLst>
                  <a:ext uri="{FF2B5EF4-FFF2-40B4-BE49-F238E27FC236}">
                    <a16:creationId xmlns:a16="http://schemas.microsoft.com/office/drawing/2014/main" id="{7F93A5FB-29D0-3763-76DE-662B69FC894E}"/>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5" name="Google Shape;1942;p152">
                <a:extLst>
                  <a:ext uri="{FF2B5EF4-FFF2-40B4-BE49-F238E27FC236}">
                    <a16:creationId xmlns:a16="http://schemas.microsoft.com/office/drawing/2014/main" id="{2FEB7763-97B7-E2EE-EEE4-9824E9F69FAC}"/>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6" name="Google Shape;1943;p152">
                <a:extLst>
                  <a:ext uri="{FF2B5EF4-FFF2-40B4-BE49-F238E27FC236}">
                    <a16:creationId xmlns:a16="http://schemas.microsoft.com/office/drawing/2014/main" id="{015F34B1-71FA-0D8B-BCB1-7CE1FC91EFFB}"/>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7" name="Google Shape;1944;p152">
                <a:extLst>
                  <a:ext uri="{FF2B5EF4-FFF2-40B4-BE49-F238E27FC236}">
                    <a16:creationId xmlns:a16="http://schemas.microsoft.com/office/drawing/2014/main" id="{34059A1E-5988-509A-3B28-864DF4BF66D0}"/>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8" name="Google Shape;1945;p152">
                <a:extLst>
                  <a:ext uri="{FF2B5EF4-FFF2-40B4-BE49-F238E27FC236}">
                    <a16:creationId xmlns:a16="http://schemas.microsoft.com/office/drawing/2014/main" id="{D72A8BC0-0ED2-E866-6C54-BFA4C0AADC47}"/>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9" name="Google Shape;1946;p152">
                <a:extLst>
                  <a:ext uri="{FF2B5EF4-FFF2-40B4-BE49-F238E27FC236}">
                    <a16:creationId xmlns:a16="http://schemas.microsoft.com/office/drawing/2014/main" id="{5B8D6900-359D-364E-D9F3-83168B04CA03}"/>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0" name="Google Shape;1947;p152">
                <a:extLst>
                  <a:ext uri="{FF2B5EF4-FFF2-40B4-BE49-F238E27FC236}">
                    <a16:creationId xmlns:a16="http://schemas.microsoft.com/office/drawing/2014/main" id="{7B8E864A-3AD8-05C8-00DA-067EABC58E8D}"/>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1" name="Google Shape;1948;p152">
                <a:extLst>
                  <a:ext uri="{FF2B5EF4-FFF2-40B4-BE49-F238E27FC236}">
                    <a16:creationId xmlns:a16="http://schemas.microsoft.com/office/drawing/2014/main" id="{4587E2DF-A249-9A95-5B23-9EA5C99B8762}"/>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3" name="Google Shape;1949;p152">
                <a:extLst>
                  <a:ext uri="{FF2B5EF4-FFF2-40B4-BE49-F238E27FC236}">
                    <a16:creationId xmlns:a16="http://schemas.microsoft.com/office/drawing/2014/main" id="{31F06D81-2966-047E-6F3C-BC856D8122C3}"/>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sp>
        <p:nvSpPr>
          <p:cNvPr id="86" name="TextBox 85">
            <a:extLst>
              <a:ext uri="{FF2B5EF4-FFF2-40B4-BE49-F238E27FC236}">
                <a16:creationId xmlns:a16="http://schemas.microsoft.com/office/drawing/2014/main" id="{6547B110-2245-3525-00AF-D0A137346D81}"/>
              </a:ext>
            </a:extLst>
          </p:cNvPr>
          <p:cNvSpPr txBox="1"/>
          <p:nvPr/>
        </p:nvSpPr>
        <p:spPr>
          <a:xfrm>
            <a:off x="7245163" y="1736029"/>
            <a:ext cx="3674203" cy="369332"/>
          </a:xfrm>
          <a:prstGeom prst="rect">
            <a:avLst/>
          </a:prstGeom>
          <a:noFill/>
        </p:spPr>
        <p:txBody>
          <a:bodyPr wrap="square" rtlCol="0">
            <a:spAutoFit/>
          </a:bodyPr>
          <a:lstStyle/>
          <a:p>
            <a:pPr algn="r"/>
            <a:r>
              <a:rPr lang="es-ES" b="1" dirty="0">
                <a:solidFill>
                  <a:srgbClr val="0E166B"/>
                </a:solidFill>
                <a:latin typeface="Arial"/>
              </a:rPr>
              <a:t>RESULTS &amp; VALUE CREATED</a:t>
            </a:r>
          </a:p>
        </p:txBody>
      </p:sp>
      <p:grpSp>
        <p:nvGrpSpPr>
          <p:cNvPr id="102" name="Google Shape;12544;p62">
            <a:extLst>
              <a:ext uri="{FF2B5EF4-FFF2-40B4-BE49-F238E27FC236}">
                <a16:creationId xmlns:a16="http://schemas.microsoft.com/office/drawing/2014/main" id="{96BBEA30-2755-DA85-309F-B42A2AE1D6FE}"/>
              </a:ext>
            </a:extLst>
          </p:cNvPr>
          <p:cNvGrpSpPr/>
          <p:nvPr/>
        </p:nvGrpSpPr>
        <p:grpSpPr>
          <a:xfrm>
            <a:off x="6869166" y="1501666"/>
            <a:ext cx="618592" cy="646330"/>
            <a:chOff x="1764389" y="3348218"/>
            <a:chExt cx="310114" cy="366665"/>
          </a:xfrm>
        </p:grpSpPr>
        <p:sp>
          <p:nvSpPr>
            <p:cNvPr id="103" name="Google Shape;12545;p62">
              <a:extLst>
                <a:ext uri="{FF2B5EF4-FFF2-40B4-BE49-F238E27FC236}">
                  <a16:creationId xmlns:a16="http://schemas.microsoft.com/office/drawing/2014/main" id="{9351E732-C155-1BE4-417A-ED730C4D4AFB}"/>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4" name="Google Shape;12546;p62">
              <a:extLst>
                <a:ext uri="{FF2B5EF4-FFF2-40B4-BE49-F238E27FC236}">
                  <a16:creationId xmlns:a16="http://schemas.microsoft.com/office/drawing/2014/main" id="{10F0F2F4-B705-8DCB-EAA8-A450B3FE7C73}"/>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5" name="Google Shape;12547;p62">
              <a:extLst>
                <a:ext uri="{FF2B5EF4-FFF2-40B4-BE49-F238E27FC236}">
                  <a16:creationId xmlns:a16="http://schemas.microsoft.com/office/drawing/2014/main" id="{A276EF68-7D91-88DF-8A9F-C586F7342B2A}"/>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6" name="Google Shape;12548;p62">
              <a:extLst>
                <a:ext uri="{FF2B5EF4-FFF2-40B4-BE49-F238E27FC236}">
                  <a16:creationId xmlns:a16="http://schemas.microsoft.com/office/drawing/2014/main" id="{E5570951-F5C8-3051-423C-6342EB60B9A2}"/>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7" name="Google Shape;12549;p62">
              <a:extLst>
                <a:ext uri="{FF2B5EF4-FFF2-40B4-BE49-F238E27FC236}">
                  <a16:creationId xmlns:a16="http://schemas.microsoft.com/office/drawing/2014/main" id="{3C4E4629-0D51-4BB3-E122-F2EDCA304481}"/>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8" name="Google Shape;12550;p62">
              <a:extLst>
                <a:ext uri="{FF2B5EF4-FFF2-40B4-BE49-F238E27FC236}">
                  <a16:creationId xmlns:a16="http://schemas.microsoft.com/office/drawing/2014/main" id="{94F1F8B0-17EB-C7CB-69DD-C7CE47688CBF}"/>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09" name="Google Shape;12551;p62">
              <a:extLst>
                <a:ext uri="{FF2B5EF4-FFF2-40B4-BE49-F238E27FC236}">
                  <a16:creationId xmlns:a16="http://schemas.microsoft.com/office/drawing/2014/main" id="{AF8D04FC-AB16-9759-7D51-5A1999EB05FA}"/>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0" name="Google Shape;12552;p62">
              <a:extLst>
                <a:ext uri="{FF2B5EF4-FFF2-40B4-BE49-F238E27FC236}">
                  <a16:creationId xmlns:a16="http://schemas.microsoft.com/office/drawing/2014/main" id="{D59CE1A0-04E4-36A4-22E5-70ADF84074E7}"/>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1" name="Google Shape;12553;p62">
              <a:extLst>
                <a:ext uri="{FF2B5EF4-FFF2-40B4-BE49-F238E27FC236}">
                  <a16:creationId xmlns:a16="http://schemas.microsoft.com/office/drawing/2014/main" id="{551DEE53-6FBA-EC1A-F621-BF797EE89B7F}"/>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2" name="Google Shape;12554;p62">
              <a:extLst>
                <a:ext uri="{FF2B5EF4-FFF2-40B4-BE49-F238E27FC236}">
                  <a16:creationId xmlns:a16="http://schemas.microsoft.com/office/drawing/2014/main" id="{88664D75-202B-C64A-4049-D9369E8F8658}"/>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3" name="Google Shape;12555;p62">
              <a:extLst>
                <a:ext uri="{FF2B5EF4-FFF2-40B4-BE49-F238E27FC236}">
                  <a16:creationId xmlns:a16="http://schemas.microsoft.com/office/drawing/2014/main" id="{09F9F0C4-5065-205B-B4DE-87805938CC8E}"/>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4" name="Google Shape;12556;p62">
              <a:extLst>
                <a:ext uri="{FF2B5EF4-FFF2-40B4-BE49-F238E27FC236}">
                  <a16:creationId xmlns:a16="http://schemas.microsoft.com/office/drawing/2014/main" id="{46F8C5AC-6F71-AD4B-D4B0-599B7493E787}"/>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5" name="Google Shape;12557;p62">
              <a:extLst>
                <a:ext uri="{FF2B5EF4-FFF2-40B4-BE49-F238E27FC236}">
                  <a16:creationId xmlns:a16="http://schemas.microsoft.com/office/drawing/2014/main" id="{90FE7809-8B51-2923-5B58-1D44A027E83B}"/>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6" name="Google Shape;12558;p62">
              <a:extLst>
                <a:ext uri="{FF2B5EF4-FFF2-40B4-BE49-F238E27FC236}">
                  <a16:creationId xmlns:a16="http://schemas.microsoft.com/office/drawing/2014/main" id="{44E03BDC-4165-8C4B-2A1F-076C77450AEB}"/>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7" name="Google Shape;12559;p62">
              <a:extLst>
                <a:ext uri="{FF2B5EF4-FFF2-40B4-BE49-F238E27FC236}">
                  <a16:creationId xmlns:a16="http://schemas.microsoft.com/office/drawing/2014/main" id="{1FE37511-E051-4BF8-D9FB-ADECEF8B0B1B}"/>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8" name="Google Shape;12560;p62">
              <a:extLst>
                <a:ext uri="{FF2B5EF4-FFF2-40B4-BE49-F238E27FC236}">
                  <a16:creationId xmlns:a16="http://schemas.microsoft.com/office/drawing/2014/main" id="{26E96E41-430E-4D07-B8E3-F696A4692D18}"/>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19" name="Google Shape;12561;p62">
              <a:extLst>
                <a:ext uri="{FF2B5EF4-FFF2-40B4-BE49-F238E27FC236}">
                  <a16:creationId xmlns:a16="http://schemas.microsoft.com/office/drawing/2014/main" id="{A96A1CB6-77AB-69BA-65F1-42178C5BDCCA}"/>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0" name="Google Shape;12562;p62">
              <a:extLst>
                <a:ext uri="{FF2B5EF4-FFF2-40B4-BE49-F238E27FC236}">
                  <a16:creationId xmlns:a16="http://schemas.microsoft.com/office/drawing/2014/main" id="{2539B35F-6352-09EA-467B-D964F5B9348F}"/>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1" name="Google Shape;12563;p62">
              <a:extLst>
                <a:ext uri="{FF2B5EF4-FFF2-40B4-BE49-F238E27FC236}">
                  <a16:creationId xmlns:a16="http://schemas.microsoft.com/office/drawing/2014/main" id="{80B0AF3C-43CE-2CB3-7D81-9EC2C49A8A2A}"/>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122" name="Google Shape;12564;p62">
              <a:extLst>
                <a:ext uri="{FF2B5EF4-FFF2-40B4-BE49-F238E27FC236}">
                  <a16:creationId xmlns:a16="http://schemas.microsoft.com/office/drawing/2014/main" id="{5A9BAB53-1CB4-FCF0-B4A9-4D25E7D09742}"/>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2" name="TextBox 1">
            <a:extLst>
              <a:ext uri="{FF2B5EF4-FFF2-40B4-BE49-F238E27FC236}">
                <a16:creationId xmlns:a16="http://schemas.microsoft.com/office/drawing/2014/main" id="{162878EE-CD4E-D9B9-A23A-70EC25BC4000}"/>
              </a:ext>
            </a:extLst>
          </p:cNvPr>
          <p:cNvSpPr txBox="1"/>
          <p:nvPr/>
        </p:nvSpPr>
        <p:spPr>
          <a:xfrm>
            <a:off x="5873421" y="2546892"/>
            <a:ext cx="4361273"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Revenue Growth</a:t>
            </a:r>
            <a:endParaRPr lang="en-US" sz="1400" dirty="0">
              <a:solidFill>
                <a:srgbClr val="0E166B"/>
              </a:solidFill>
              <a:latin typeface="Segoe UI Light"/>
            </a:endParaRPr>
          </a:p>
          <a:p>
            <a:pPr algn="r"/>
            <a:r>
              <a:rPr lang="en-US" sz="1050" dirty="0">
                <a:solidFill>
                  <a:srgbClr val="0E166B"/>
                </a:solidFill>
                <a:latin typeface="Segoe UI Light"/>
                <a:cs typeface="Segoe UI Light"/>
              </a:rPr>
              <a:t>Maximizes revenue through accurate billing, optimized inventory usage, and seamless order processing, ensuring higher returns on equipment.</a:t>
            </a:r>
          </a:p>
        </p:txBody>
      </p:sp>
      <p:sp>
        <p:nvSpPr>
          <p:cNvPr id="6" name="TextBox 5">
            <a:extLst>
              <a:ext uri="{FF2B5EF4-FFF2-40B4-BE49-F238E27FC236}">
                <a16:creationId xmlns:a16="http://schemas.microsoft.com/office/drawing/2014/main" id="{B285BDC3-B663-2ED8-BA24-803681D0281D}"/>
              </a:ext>
            </a:extLst>
          </p:cNvPr>
          <p:cNvSpPr txBox="1"/>
          <p:nvPr/>
        </p:nvSpPr>
        <p:spPr>
          <a:xfrm>
            <a:off x="6185114" y="4386620"/>
            <a:ext cx="3185347"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Data-Driven Insights</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Real-time data reporting enables informed decision-making for better operational strategies and financial management.</a:t>
            </a:r>
          </a:p>
        </p:txBody>
      </p:sp>
      <p:sp>
        <p:nvSpPr>
          <p:cNvPr id="7" name="TextBox 6">
            <a:extLst>
              <a:ext uri="{FF2B5EF4-FFF2-40B4-BE49-F238E27FC236}">
                <a16:creationId xmlns:a16="http://schemas.microsoft.com/office/drawing/2014/main" id="{5B6DFF29-A3B0-7723-F7B7-259141508227}"/>
              </a:ext>
            </a:extLst>
          </p:cNvPr>
          <p:cNvSpPr txBox="1"/>
          <p:nvPr/>
        </p:nvSpPr>
        <p:spPr>
          <a:xfrm>
            <a:off x="6052879" y="5397607"/>
            <a:ext cx="2856088"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Optimized Operations</a:t>
            </a:r>
            <a:endParaRPr lang="en-US" sz="1400" dirty="0">
              <a:solidFill>
                <a:srgbClr val="0E166B"/>
              </a:solidFill>
              <a:latin typeface="Segoe UI Light"/>
              <a:cs typeface="Segoe UI Light"/>
            </a:endParaRPr>
          </a:p>
          <a:p>
            <a:pPr marL="0" lvl="1" algn="r"/>
            <a:r>
              <a:rPr lang="en-US" sz="1050" dirty="0">
                <a:solidFill>
                  <a:srgbClr val="0E166B"/>
                </a:solidFill>
                <a:latin typeface="Segoe UI Light"/>
                <a:cs typeface="Segoe UI Light"/>
              </a:rPr>
              <a:t>Streamlined processes and automation improve operational efficiency, reduce delays, and optimize resource allocation.</a:t>
            </a:r>
          </a:p>
        </p:txBody>
      </p:sp>
      <p:sp>
        <p:nvSpPr>
          <p:cNvPr id="8" name="TextBox 7">
            <a:extLst>
              <a:ext uri="{FF2B5EF4-FFF2-40B4-BE49-F238E27FC236}">
                <a16:creationId xmlns:a16="http://schemas.microsoft.com/office/drawing/2014/main" id="{A147348C-E303-4EA6-8847-AAB950C9C291}"/>
              </a:ext>
            </a:extLst>
          </p:cNvPr>
          <p:cNvSpPr txBox="1"/>
          <p:nvPr/>
        </p:nvSpPr>
        <p:spPr>
          <a:xfrm>
            <a:off x="5915532" y="3460562"/>
            <a:ext cx="3909718"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Customer Satisfaction</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Improved customer experience through timely deliveries, better communication, and personalized rental services.</a:t>
            </a:r>
          </a:p>
        </p:txBody>
      </p:sp>
      <p:pic>
        <p:nvPicPr>
          <p:cNvPr id="9" name="Picture 8" descr="A screenshot of a computer&#10;&#10;AI-generated content may be incorrect.">
            <a:extLst>
              <a:ext uri="{FF2B5EF4-FFF2-40B4-BE49-F238E27FC236}">
                <a16:creationId xmlns:a16="http://schemas.microsoft.com/office/drawing/2014/main" id="{480A6965-D5C1-4261-077C-1CEEFE864148}"/>
              </a:ext>
            </a:extLst>
          </p:cNvPr>
          <p:cNvPicPr>
            <a:picLocks noChangeAspect="1"/>
          </p:cNvPicPr>
          <p:nvPr/>
        </p:nvPicPr>
        <p:blipFill>
          <a:blip r:embed="rId2"/>
          <a:stretch>
            <a:fillRect/>
          </a:stretch>
        </p:blipFill>
        <p:spPr>
          <a:xfrm>
            <a:off x="153989" y="4402021"/>
            <a:ext cx="4555659" cy="2288428"/>
          </a:xfrm>
          <a:prstGeom prst="rect">
            <a:avLst/>
          </a:prstGeom>
        </p:spPr>
      </p:pic>
      <p:pic>
        <p:nvPicPr>
          <p:cNvPr id="11" name="Picture 10" descr="A map of the united states&#10;&#10;AI-generated content may be incorrect.">
            <a:extLst>
              <a:ext uri="{FF2B5EF4-FFF2-40B4-BE49-F238E27FC236}">
                <a16:creationId xmlns:a16="http://schemas.microsoft.com/office/drawing/2014/main" id="{49BA6D79-0D26-2F16-08B5-45EBB64DC27F}"/>
              </a:ext>
            </a:extLst>
          </p:cNvPr>
          <p:cNvPicPr>
            <a:picLocks noChangeAspect="1"/>
          </p:cNvPicPr>
          <p:nvPr/>
        </p:nvPicPr>
        <p:blipFill>
          <a:blip r:embed="rId3"/>
          <a:srcRect l="-577" t="-598" r="-480" b="46245"/>
          <a:stretch/>
        </p:blipFill>
        <p:spPr>
          <a:xfrm>
            <a:off x="157255" y="1493270"/>
            <a:ext cx="5038754" cy="146639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DC1813D1-F524-860D-68F0-16CFB19C49D6}"/>
              </a:ext>
            </a:extLst>
          </p:cNvPr>
          <p:cNvPicPr>
            <a:picLocks noChangeAspect="1"/>
          </p:cNvPicPr>
          <p:nvPr/>
        </p:nvPicPr>
        <p:blipFill>
          <a:blip r:embed="rId4"/>
          <a:stretch>
            <a:fillRect/>
          </a:stretch>
        </p:blipFill>
        <p:spPr>
          <a:xfrm>
            <a:off x="1104490" y="2719623"/>
            <a:ext cx="4987699" cy="2375312"/>
          </a:xfrm>
          <a:prstGeom prst="rect">
            <a:avLst/>
          </a:prstGeom>
        </p:spPr>
      </p:pic>
    </p:spTree>
    <p:extLst>
      <p:ext uri="{BB962C8B-B14F-4D97-AF65-F5344CB8AC3E}">
        <p14:creationId xmlns:p14="http://schemas.microsoft.com/office/powerpoint/2010/main" val="3260872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E6D55F-3F2D-961F-A646-5A53AE41903F}"/>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851A6FE9-4E51-7B74-FE23-04C44041ACDF}"/>
              </a:ext>
            </a:extLst>
          </p:cNvPr>
          <p:cNvSpPr txBox="1">
            <a:spLocks/>
          </p:cNvSpPr>
          <p:nvPr/>
        </p:nvSpPr>
        <p:spPr>
          <a:xfrm>
            <a:off x="0" y="183460"/>
            <a:ext cx="9835860"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lvl="0" indent="0" algn="l" fontAlgn="auto">
              <a:tabLst/>
              <a:defRPr/>
            </a:pPr>
            <a:r>
              <a:rPr lang="en-GB" sz="3200" b="1" kern="0" dirty="0">
                <a:solidFill>
                  <a:srgbClr val="FFFFFF"/>
                </a:solidFill>
                <a:ea typeface="+mj-ea"/>
                <a:cs typeface="+mj-cs"/>
              </a:rPr>
              <a:t>Warehousing Tool</a:t>
            </a:r>
          </a:p>
        </p:txBody>
      </p:sp>
      <p:sp>
        <p:nvSpPr>
          <p:cNvPr id="6" name="Google Shape;1460;p137">
            <a:extLst>
              <a:ext uri="{FF2B5EF4-FFF2-40B4-BE49-F238E27FC236}">
                <a16:creationId xmlns:a16="http://schemas.microsoft.com/office/drawing/2014/main" id="{FDB22759-5CFA-B1B5-AC52-6A17F149DC2B}"/>
              </a:ext>
            </a:extLst>
          </p:cNvPr>
          <p:cNvSpPr/>
          <p:nvPr/>
        </p:nvSpPr>
        <p:spPr>
          <a:xfrm>
            <a:off x="564405" y="2186028"/>
            <a:ext cx="3576699" cy="1277273"/>
          </a:xfrm>
          <a:prstGeom prst="rect">
            <a:avLst/>
          </a:prstGeom>
          <a:solidFill>
            <a:srgbClr val="EAECFC"/>
          </a:solidFill>
        </p:spPr>
        <p:txBody>
          <a:bodyPr wrap="square">
            <a:spAutoFit/>
          </a:bodyPr>
          <a:lstStyle/>
          <a:p>
            <a:r>
              <a:rPr lang="en-US" sz="1100" dirty="0">
                <a:solidFill>
                  <a:srgbClr val="0E166B"/>
                </a:solidFill>
                <a:latin typeface="Segoe UI Light" panose="020B0502040204020203" pitchFamily="34" charset="0"/>
                <a:cs typeface="Segoe UI Light" panose="020B0502040204020203" pitchFamily="34" charset="0"/>
              </a:rPr>
              <a:t>Tailored for </a:t>
            </a:r>
            <a:r>
              <a:rPr lang="en-US" sz="1100" b="1" dirty="0">
                <a:solidFill>
                  <a:srgbClr val="0E166B"/>
                </a:solidFill>
                <a:latin typeface="Segoe UI Light" panose="020B0502040204020203" pitchFamily="34" charset="0"/>
                <a:cs typeface="Segoe UI Light" panose="020B0502040204020203" pitchFamily="34" charset="0"/>
              </a:rPr>
              <a:t>warehousing operations in agriculture and logistics sectors</a:t>
            </a:r>
            <a:r>
              <a:rPr lang="en-US" sz="1100" dirty="0">
                <a:solidFill>
                  <a:srgbClr val="0E166B"/>
                </a:solidFill>
                <a:latin typeface="Segoe UI Light" panose="020B0502040204020203" pitchFamily="34" charset="0"/>
                <a:cs typeface="Segoe UI Light" panose="020B0502040204020203" pitchFamily="34" charset="0"/>
              </a:rPr>
              <a:t>, this application enhances inventory management, order fulfillment, and resource optimization. It is ideal for warehouses storing agricultural equipment, machinery, and supplies, ensuring efficient stock management and accurate real-time updates on inventory and shipments.</a:t>
            </a:r>
          </a:p>
        </p:txBody>
      </p:sp>
      <p:sp>
        <p:nvSpPr>
          <p:cNvPr id="7" name="Google Shape;1460;p137">
            <a:extLst>
              <a:ext uri="{FF2B5EF4-FFF2-40B4-BE49-F238E27FC236}">
                <a16:creationId xmlns:a16="http://schemas.microsoft.com/office/drawing/2014/main" id="{06475AFE-177F-0D00-C3AF-4DB6C6D2BEE9}"/>
              </a:ext>
            </a:extLst>
          </p:cNvPr>
          <p:cNvSpPr/>
          <p:nvPr/>
        </p:nvSpPr>
        <p:spPr>
          <a:xfrm>
            <a:off x="567717" y="4267686"/>
            <a:ext cx="3573385" cy="1954381"/>
          </a:xfrm>
          <a:prstGeom prst="rect">
            <a:avLst/>
          </a:prstGeom>
          <a:solidFill>
            <a:srgbClr val="EAECFC"/>
          </a:solidFill>
        </p:spPr>
        <p:txBody>
          <a:bodyPr wrap="square">
            <a:spAutoFit/>
          </a:bodyPr>
          <a:lstStyle/>
          <a:p>
            <a:r>
              <a:rPr lang="en-US" sz="1100" dirty="0">
                <a:solidFill>
                  <a:srgbClr val="0E166B"/>
                </a:solidFill>
                <a:latin typeface="Segoe UI Light" panose="020B0502040204020203" pitchFamily="34" charset="0"/>
                <a:cs typeface="Segoe UI Light" panose="020B0502040204020203" pitchFamily="34" charset="0"/>
              </a:rPr>
              <a:t>Warehouses often struggle with:</a:t>
            </a:r>
          </a:p>
          <a:p>
            <a:pPr marL="285750" indent="-2857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Inaccurate Stock Tracking: </a:t>
            </a:r>
            <a:r>
              <a:rPr lang="en-US" sz="1100" dirty="0">
                <a:solidFill>
                  <a:srgbClr val="0E166B"/>
                </a:solidFill>
                <a:latin typeface="Segoe UI Light" panose="020B0502040204020203" pitchFamily="34" charset="0"/>
                <a:cs typeface="Segoe UI Light" panose="020B0502040204020203" pitchFamily="34" charset="0"/>
              </a:rPr>
              <a:t>Difficulty in tracking inventory across multiple locations or real-time stock adjustments.</a:t>
            </a:r>
          </a:p>
          <a:p>
            <a:pPr marL="285750" indent="-2857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Inefficient Order Fulfillment: </a:t>
            </a:r>
            <a:r>
              <a:rPr lang="en-US" sz="1100" dirty="0">
                <a:solidFill>
                  <a:srgbClr val="0E166B"/>
                </a:solidFill>
                <a:latin typeface="Segoe UI Light" panose="020B0502040204020203" pitchFamily="34" charset="0"/>
                <a:cs typeface="Segoe UI Light" panose="020B0502040204020203" pitchFamily="34" charset="0"/>
              </a:rPr>
              <a:t>Slow, manual processes result in delays and mistakes.</a:t>
            </a:r>
          </a:p>
          <a:p>
            <a:pPr marL="285750" indent="-2857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High Operational Costs: </a:t>
            </a:r>
            <a:r>
              <a:rPr lang="en-US" sz="1100" dirty="0">
                <a:solidFill>
                  <a:srgbClr val="0E166B"/>
                </a:solidFill>
                <a:latin typeface="Segoe UI Light" panose="020B0502040204020203" pitchFamily="34" charset="0"/>
                <a:cs typeface="Segoe UI Light" panose="020B0502040204020203" pitchFamily="34" charset="0"/>
              </a:rPr>
              <a:t>Inefficient use of warehouse space and resources.</a:t>
            </a:r>
          </a:p>
          <a:p>
            <a:pPr marL="285750" indent="-285750">
              <a:buFont typeface="Arial" panose="020B0604020202020204" pitchFamily="34" charset="0"/>
              <a:buChar char="•"/>
            </a:pPr>
            <a:r>
              <a:rPr lang="en-US" sz="1100" b="1" dirty="0">
                <a:solidFill>
                  <a:srgbClr val="0E166B"/>
                </a:solidFill>
                <a:latin typeface="Segoe UI Light" panose="020B0502040204020203" pitchFamily="34" charset="0"/>
                <a:cs typeface="Segoe UI Light" panose="020B0502040204020203" pitchFamily="34" charset="0"/>
              </a:rPr>
              <a:t>Lack of Real-Time Visibility: </a:t>
            </a:r>
            <a:r>
              <a:rPr lang="en-US" sz="1100" dirty="0">
                <a:solidFill>
                  <a:srgbClr val="0E166B"/>
                </a:solidFill>
                <a:latin typeface="Segoe UI Light" panose="020B0502040204020203" pitchFamily="34" charset="0"/>
                <a:cs typeface="Segoe UI Light" panose="020B0502040204020203" pitchFamily="34" charset="0"/>
              </a:rPr>
              <a:t>Limited insight into stock levels, locations, and order status across the warehouse.</a:t>
            </a:r>
          </a:p>
        </p:txBody>
      </p:sp>
      <p:grpSp>
        <p:nvGrpSpPr>
          <p:cNvPr id="8" name="Google Shape;8814;p60">
            <a:extLst>
              <a:ext uri="{FF2B5EF4-FFF2-40B4-BE49-F238E27FC236}">
                <a16:creationId xmlns:a16="http://schemas.microsoft.com/office/drawing/2014/main" id="{B24E8D18-9FCA-31C6-4E85-C75A0CB9484B}"/>
              </a:ext>
            </a:extLst>
          </p:cNvPr>
          <p:cNvGrpSpPr/>
          <p:nvPr/>
        </p:nvGrpSpPr>
        <p:grpSpPr>
          <a:xfrm>
            <a:off x="563323" y="1553788"/>
            <a:ext cx="481575" cy="501997"/>
            <a:chOff x="2650597" y="3381777"/>
            <a:chExt cx="341511" cy="324994"/>
          </a:xfrm>
        </p:grpSpPr>
        <p:sp>
          <p:nvSpPr>
            <p:cNvPr id="9" name="Google Shape;8815;p60">
              <a:extLst>
                <a:ext uri="{FF2B5EF4-FFF2-40B4-BE49-F238E27FC236}">
                  <a16:creationId xmlns:a16="http://schemas.microsoft.com/office/drawing/2014/main" id="{459CBFDB-2E76-5ED4-696B-17B7A277D4B2}"/>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 name="Google Shape;8816;p60">
              <a:extLst>
                <a:ext uri="{FF2B5EF4-FFF2-40B4-BE49-F238E27FC236}">
                  <a16:creationId xmlns:a16="http://schemas.microsoft.com/office/drawing/2014/main" id="{C5A99967-5D5F-8AC8-DBA8-02106942B859}"/>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 name="Google Shape;8817;p60">
              <a:extLst>
                <a:ext uri="{FF2B5EF4-FFF2-40B4-BE49-F238E27FC236}">
                  <a16:creationId xmlns:a16="http://schemas.microsoft.com/office/drawing/2014/main" id="{3B84E653-D181-6C2B-2AAC-2E1D20D03CE2}"/>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 name="Google Shape;8818;p60">
              <a:extLst>
                <a:ext uri="{FF2B5EF4-FFF2-40B4-BE49-F238E27FC236}">
                  <a16:creationId xmlns:a16="http://schemas.microsoft.com/office/drawing/2014/main" id="{04F16A82-4F37-5E48-8588-7908A5A6DBE9}"/>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3" name="Google Shape;8819;p60">
              <a:extLst>
                <a:ext uri="{FF2B5EF4-FFF2-40B4-BE49-F238E27FC236}">
                  <a16:creationId xmlns:a16="http://schemas.microsoft.com/office/drawing/2014/main" id="{DF0E44DE-30E0-B8A6-2AF1-0CF31F181338}"/>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4" name="Google Shape;8820;p60">
              <a:extLst>
                <a:ext uri="{FF2B5EF4-FFF2-40B4-BE49-F238E27FC236}">
                  <a16:creationId xmlns:a16="http://schemas.microsoft.com/office/drawing/2014/main" id="{E7F72C62-CE3A-C015-E7E0-36732533E2A5}"/>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5" name="Google Shape;8821;p60">
              <a:extLst>
                <a:ext uri="{FF2B5EF4-FFF2-40B4-BE49-F238E27FC236}">
                  <a16:creationId xmlns:a16="http://schemas.microsoft.com/office/drawing/2014/main" id="{6B490950-094B-1140-FCBF-7DDD4226D645}"/>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6" name="Google Shape;8822;p60">
              <a:extLst>
                <a:ext uri="{FF2B5EF4-FFF2-40B4-BE49-F238E27FC236}">
                  <a16:creationId xmlns:a16="http://schemas.microsoft.com/office/drawing/2014/main" id="{764B3B79-4369-FB4C-D859-91BE9637ACAA}"/>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7" name="Google Shape;8823;p60">
              <a:extLst>
                <a:ext uri="{FF2B5EF4-FFF2-40B4-BE49-F238E27FC236}">
                  <a16:creationId xmlns:a16="http://schemas.microsoft.com/office/drawing/2014/main" id="{80D1FBD4-5472-070E-2763-BBD4A59EBA26}"/>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 name="Google Shape;8824;p60">
              <a:extLst>
                <a:ext uri="{FF2B5EF4-FFF2-40B4-BE49-F238E27FC236}">
                  <a16:creationId xmlns:a16="http://schemas.microsoft.com/office/drawing/2014/main" id="{686B0B5A-170F-071B-6B5C-D53E732F902F}"/>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 name="Google Shape;8825;p60">
              <a:extLst>
                <a:ext uri="{FF2B5EF4-FFF2-40B4-BE49-F238E27FC236}">
                  <a16:creationId xmlns:a16="http://schemas.microsoft.com/office/drawing/2014/main" id="{90591040-A9F9-85B5-C65F-8A0C6A9CFC4E}"/>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 name="Google Shape;8826;p60">
              <a:extLst>
                <a:ext uri="{FF2B5EF4-FFF2-40B4-BE49-F238E27FC236}">
                  <a16:creationId xmlns:a16="http://schemas.microsoft.com/office/drawing/2014/main" id="{82D6CDF6-77E4-13A8-120C-642B57085936}"/>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1" name="Google Shape;8827;p60">
              <a:extLst>
                <a:ext uri="{FF2B5EF4-FFF2-40B4-BE49-F238E27FC236}">
                  <a16:creationId xmlns:a16="http://schemas.microsoft.com/office/drawing/2014/main" id="{41748741-11E9-05A0-C6C7-06F5FC6B5A33}"/>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2" name="Google Shape;8828;p60">
              <a:extLst>
                <a:ext uri="{FF2B5EF4-FFF2-40B4-BE49-F238E27FC236}">
                  <a16:creationId xmlns:a16="http://schemas.microsoft.com/office/drawing/2014/main" id="{DA138BD3-6074-BAF6-CF32-500F7E7ED2A5}"/>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 name="Google Shape;8829;p60">
              <a:extLst>
                <a:ext uri="{FF2B5EF4-FFF2-40B4-BE49-F238E27FC236}">
                  <a16:creationId xmlns:a16="http://schemas.microsoft.com/office/drawing/2014/main" id="{AA40CD58-4AA7-DC02-7761-F385E04C7734}"/>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 name="Google Shape;8830;p60">
              <a:extLst>
                <a:ext uri="{FF2B5EF4-FFF2-40B4-BE49-F238E27FC236}">
                  <a16:creationId xmlns:a16="http://schemas.microsoft.com/office/drawing/2014/main" id="{D9C82F55-C9BB-9E37-A47C-6AC0F6DE3390}"/>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 name="Google Shape;8831;p60">
              <a:extLst>
                <a:ext uri="{FF2B5EF4-FFF2-40B4-BE49-F238E27FC236}">
                  <a16:creationId xmlns:a16="http://schemas.microsoft.com/office/drawing/2014/main" id="{B3FB8AC4-6094-627C-7EE8-3C9FBC134947}"/>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6" name="Google Shape;8832;p60">
              <a:extLst>
                <a:ext uri="{FF2B5EF4-FFF2-40B4-BE49-F238E27FC236}">
                  <a16:creationId xmlns:a16="http://schemas.microsoft.com/office/drawing/2014/main" id="{0A43A33C-DE3C-AFE6-5F59-E23D05B65DD0}"/>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7" name="Google Shape;8833;p60">
              <a:extLst>
                <a:ext uri="{FF2B5EF4-FFF2-40B4-BE49-F238E27FC236}">
                  <a16:creationId xmlns:a16="http://schemas.microsoft.com/office/drawing/2014/main" id="{2BD8159C-1F62-CC03-11E5-1ACE5D79AA18}"/>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8" name="Google Shape;8834;p60">
              <a:extLst>
                <a:ext uri="{FF2B5EF4-FFF2-40B4-BE49-F238E27FC236}">
                  <a16:creationId xmlns:a16="http://schemas.microsoft.com/office/drawing/2014/main" id="{3A3753DD-122E-F5B8-7698-1B6B4E6C3B41}"/>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9" name="Google Shape;8835;p60">
              <a:extLst>
                <a:ext uri="{FF2B5EF4-FFF2-40B4-BE49-F238E27FC236}">
                  <a16:creationId xmlns:a16="http://schemas.microsoft.com/office/drawing/2014/main" id="{F002A8B8-6F62-FF07-524A-189F42C97FDC}"/>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0" name="Google Shape;8836;p60">
              <a:extLst>
                <a:ext uri="{FF2B5EF4-FFF2-40B4-BE49-F238E27FC236}">
                  <a16:creationId xmlns:a16="http://schemas.microsoft.com/office/drawing/2014/main" id="{E16F88FC-ABE9-EB56-8CB5-23BEF7FD3932}"/>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1" name="Google Shape;8837;p60">
              <a:extLst>
                <a:ext uri="{FF2B5EF4-FFF2-40B4-BE49-F238E27FC236}">
                  <a16:creationId xmlns:a16="http://schemas.microsoft.com/office/drawing/2014/main" id="{8EF01F70-EAC1-F8C3-AC32-6FBDA43EF136}"/>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2" name="Google Shape;8838;p60">
              <a:extLst>
                <a:ext uri="{FF2B5EF4-FFF2-40B4-BE49-F238E27FC236}">
                  <a16:creationId xmlns:a16="http://schemas.microsoft.com/office/drawing/2014/main" id="{4582BBCC-958F-A062-AF02-A3649E772D9B}"/>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3" name="Google Shape;8839;p60">
              <a:extLst>
                <a:ext uri="{FF2B5EF4-FFF2-40B4-BE49-F238E27FC236}">
                  <a16:creationId xmlns:a16="http://schemas.microsoft.com/office/drawing/2014/main" id="{EACEDD83-0C84-26E6-7EB3-C2F487FDABC1}"/>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4" name="Google Shape;8840;p60">
              <a:extLst>
                <a:ext uri="{FF2B5EF4-FFF2-40B4-BE49-F238E27FC236}">
                  <a16:creationId xmlns:a16="http://schemas.microsoft.com/office/drawing/2014/main" id="{B5AAEE1B-406E-255F-777B-25F95AF427AF}"/>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5" name="Google Shape;8841;p60">
              <a:extLst>
                <a:ext uri="{FF2B5EF4-FFF2-40B4-BE49-F238E27FC236}">
                  <a16:creationId xmlns:a16="http://schemas.microsoft.com/office/drawing/2014/main" id="{D35F66DB-B039-DFA5-AB7B-4A319FEBC0B6}"/>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6" name="Google Shape;8842;p60">
              <a:extLst>
                <a:ext uri="{FF2B5EF4-FFF2-40B4-BE49-F238E27FC236}">
                  <a16:creationId xmlns:a16="http://schemas.microsoft.com/office/drawing/2014/main" id="{C614E790-ECF5-E91D-F265-422D93CD80B9}"/>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7" name="Google Shape;8843;p60">
              <a:extLst>
                <a:ext uri="{FF2B5EF4-FFF2-40B4-BE49-F238E27FC236}">
                  <a16:creationId xmlns:a16="http://schemas.microsoft.com/office/drawing/2014/main" id="{ADA9E826-117E-B181-5EEE-481A3F5AA6B5}"/>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8" name="Google Shape;8844;p60">
              <a:extLst>
                <a:ext uri="{FF2B5EF4-FFF2-40B4-BE49-F238E27FC236}">
                  <a16:creationId xmlns:a16="http://schemas.microsoft.com/office/drawing/2014/main" id="{84F18E44-CBC6-6465-C943-8EAFD2A79314}"/>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9" name="Google Shape;8845;p60">
              <a:extLst>
                <a:ext uri="{FF2B5EF4-FFF2-40B4-BE49-F238E27FC236}">
                  <a16:creationId xmlns:a16="http://schemas.microsoft.com/office/drawing/2014/main" id="{5CBFE396-742E-5995-35A1-0F20FF58E3D4}"/>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0" name="Google Shape;8846;p60">
              <a:extLst>
                <a:ext uri="{FF2B5EF4-FFF2-40B4-BE49-F238E27FC236}">
                  <a16:creationId xmlns:a16="http://schemas.microsoft.com/office/drawing/2014/main" id="{A211990F-54AA-FA26-03CB-8AFF35E92A8E}"/>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1" name="Google Shape;8847;p60">
              <a:extLst>
                <a:ext uri="{FF2B5EF4-FFF2-40B4-BE49-F238E27FC236}">
                  <a16:creationId xmlns:a16="http://schemas.microsoft.com/office/drawing/2014/main" id="{F030AEDF-30E0-4258-8796-EF325625932F}"/>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2" name="Google Shape;8848;p60">
              <a:extLst>
                <a:ext uri="{FF2B5EF4-FFF2-40B4-BE49-F238E27FC236}">
                  <a16:creationId xmlns:a16="http://schemas.microsoft.com/office/drawing/2014/main" id="{5FE2CD82-443E-E756-FF22-C2BC581026B1}"/>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3" name="Google Shape;8849;p60">
              <a:extLst>
                <a:ext uri="{FF2B5EF4-FFF2-40B4-BE49-F238E27FC236}">
                  <a16:creationId xmlns:a16="http://schemas.microsoft.com/office/drawing/2014/main" id="{5E0820CD-4FF1-453E-7F69-3EBC5982F87B}"/>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44" name="TextBox 43">
            <a:extLst>
              <a:ext uri="{FF2B5EF4-FFF2-40B4-BE49-F238E27FC236}">
                <a16:creationId xmlns:a16="http://schemas.microsoft.com/office/drawing/2014/main" id="{7C14F5CB-56DB-69E7-DF96-4C2319EDE539}"/>
              </a:ext>
            </a:extLst>
          </p:cNvPr>
          <p:cNvSpPr txBox="1"/>
          <p:nvPr/>
        </p:nvSpPr>
        <p:spPr>
          <a:xfrm>
            <a:off x="1131206" y="1728571"/>
            <a:ext cx="2273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INDUSTRY</a:t>
            </a:r>
          </a:p>
        </p:txBody>
      </p:sp>
      <p:cxnSp>
        <p:nvCxnSpPr>
          <p:cNvPr id="82" name="Google Shape;2079;p158">
            <a:extLst>
              <a:ext uri="{FF2B5EF4-FFF2-40B4-BE49-F238E27FC236}">
                <a16:creationId xmlns:a16="http://schemas.microsoft.com/office/drawing/2014/main" id="{0E8B86F9-EA41-C52C-371B-DBE4345CB22C}"/>
              </a:ext>
            </a:extLst>
          </p:cNvPr>
          <p:cNvCxnSpPr>
            <a:cxnSpLocks/>
          </p:cNvCxnSpPr>
          <p:nvPr/>
        </p:nvCxnSpPr>
        <p:spPr>
          <a:xfrm>
            <a:off x="4532764" y="2186027"/>
            <a:ext cx="0" cy="4010483"/>
          </a:xfrm>
          <a:prstGeom prst="straightConnector1">
            <a:avLst/>
          </a:prstGeom>
          <a:noFill/>
          <a:ln w="28575" cap="flat" cmpd="sng">
            <a:solidFill>
              <a:schemeClr val="lt1"/>
            </a:solidFill>
            <a:prstDash val="solid"/>
            <a:round/>
            <a:headEnd type="none" w="med" len="med"/>
            <a:tailEnd type="none" w="med" len="med"/>
          </a:ln>
        </p:spPr>
      </p:cxnSp>
      <p:sp>
        <p:nvSpPr>
          <p:cNvPr id="85" name="TextBox 84">
            <a:extLst>
              <a:ext uri="{FF2B5EF4-FFF2-40B4-BE49-F238E27FC236}">
                <a16:creationId xmlns:a16="http://schemas.microsoft.com/office/drawing/2014/main" id="{1ACCF654-83F5-3BB6-920E-BC5AE1617BD8}"/>
              </a:ext>
            </a:extLst>
          </p:cNvPr>
          <p:cNvSpPr txBox="1"/>
          <p:nvPr/>
        </p:nvSpPr>
        <p:spPr>
          <a:xfrm>
            <a:off x="1075237" y="3699555"/>
            <a:ext cx="227309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THE </a:t>
            </a:r>
            <a:r>
              <a:rPr lang="es-ES" b="1">
                <a:solidFill>
                  <a:srgbClr val="0E166B"/>
                </a:solidFill>
                <a:latin typeface="Arial"/>
              </a:rPr>
              <a:t>CHALLENGE</a:t>
            </a:r>
            <a:endParaRPr kumimoji="0" lang="es-ES" sz="1800" b="1" i="0" u="none" strike="noStrike" kern="1200" cap="none" spc="0" normalizeH="0" baseline="0" noProof="0">
              <a:ln>
                <a:noFill/>
              </a:ln>
              <a:solidFill>
                <a:srgbClr val="0E166B"/>
              </a:solidFill>
              <a:effectLst/>
              <a:uLnTx/>
              <a:uFillTx/>
              <a:latin typeface="Arial"/>
              <a:ea typeface="+mn-ea"/>
              <a:cs typeface="+mn-cs"/>
            </a:endParaRPr>
          </a:p>
        </p:txBody>
      </p:sp>
      <p:grpSp>
        <p:nvGrpSpPr>
          <p:cNvPr id="87" name="Google Shape;8505;p60">
            <a:extLst>
              <a:ext uri="{FF2B5EF4-FFF2-40B4-BE49-F238E27FC236}">
                <a16:creationId xmlns:a16="http://schemas.microsoft.com/office/drawing/2014/main" id="{6C7A1C38-7712-D7EE-8D6F-67FE05AECDBC}"/>
              </a:ext>
            </a:extLst>
          </p:cNvPr>
          <p:cNvGrpSpPr/>
          <p:nvPr/>
        </p:nvGrpSpPr>
        <p:grpSpPr>
          <a:xfrm>
            <a:off x="539496" y="3614591"/>
            <a:ext cx="555447" cy="513067"/>
            <a:chOff x="2180884" y="2888719"/>
            <a:chExt cx="376752" cy="374468"/>
          </a:xfrm>
        </p:grpSpPr>
        <p:sp>
          <p:nvSpPr>
            <p:cNvPr id="88" name="Google Shape;8506;p60">
              <a:extLst>
                <a:ext uri="{FF2B5EF4-FFF2-40B4-BE49-F238E27FC236}">
                  <a16:creationId xmlns:a16="http://schemas.microsoft.com/office/drawing/2014/main" id="{D25CA036-0DA5-6A0A-4E7D-537C3331D61A}"/>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89" name="Google Shape;8507;p60">
              <a:extLst>
                <a:ext uri="{FF2B5EF4-FFF2-40B4-BE49-F238E27FC236}">
                  <a16:creationId xmlns:a16="http://schemas.microsoft.com/office/drawing/2014/main" id="{858E31B5-6CF6-9BE3-1DB3-7C71B8834EDE}"/>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0" name="Google Shape;8508;p60">
              <a:extLst>
                <a:ext uri="{FF2B5EF4-FFF2-40B4-BE49-F238E27FC236}">
                  <a16:creationId xmlns:a16="http://schemas.microsoft.com/office/drawing/2014/main" id="{D24BEE40-E191-6ABD-3C7A-568404DCEBEB}"/>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1" name="Google Shape;8509;p60">
              <a:extLst>
                <a:ext uri="{FF2B5EF4-FFF2-40B4-BE49-F238E27FC236}">
                  <a16:creationId xmlns:a16="http://schemas.microsoft.com/office/drawing/2014/main" id="{CB8AC436-FBE3-B873-D659-012C0ADBD47D}"/>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2" name="Google Shape;8510;p60">
              <a:extLst>
                <a:ext uri="{FF2B5EF4-FFF2-40B4-BE49-F238E27FC236}">
                  <a16:creationId xmlns:a16="http://schemas.microsoft.com/office/drawing/2014/main" id="{20013FAA-E6FA-1B5D-BBAD-EF1600C0DCEE}"/>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3" name="Google Shape;8511;p60">
              <a:extLst>
                <a:ext uri="{FF2B5EF4-FFF2-40B4-BE49-F238E27FC236}">
                  <a16:creationId xmlns:a16="http://schemas.microsoft.com/office/drawing/2014/main" id="{F9B44386-7B21-68CB-7BD8-F687608194ED}"/>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4" name="Google Shape;8512;p60">
              <a:extLst>
                <a:ext uri="{FF2B5EF4-FFF2-40B4-BE49-F238E27FC236}">
                  <a16:creationId xmlns:a16="http://schemas.microsoft.com/office/drawing/2014/main" id="{1A2AD129-3A7A-9561-DC0C-7B8D94A8CCE6}"/>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5" name="Google Shape;8513;p60">
              <a:extLst>
                <a:ext uri="{FF2B5EF4-FFF2-40B4-BE49-F238E27FC236}">
                  <a16:creationId xmlns:a16="http://schemas.microsoft.com/office/drawing/2014/main" id="{C077120A-6B23-F92E-516A-D9CB875D4247}"/>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6" name="Google Shape;8514;p60">
              <a:extLst>
                <a:ext uri="{FF2B5EF4-FFF2-40B4-BE49-F238E27FC236}">
                  <a16:creationId xmlns:a16="http://schemas.microsoft.com/office/drawing/2014/main" id="{603A2329-A0FE-A435-8BBA-AB1D70EBC504}"/>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7" name="Google Shape;8515;p60">
              <a:extLst>
                <a:ext uri="{FF2B5EF4-FFF2-40B4-BE49-F238E27FC236}">
                  <a16:creationId xmlns:a16="http://schemas.microsoft.com/office/drawing/2014/main" id="{5E36DFC5-96AB-E38E-8D70-8F4E578D9374}"/>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8" name="Google Shape;8516;p60">
              <a:extLst>
                <a:ext uri="{FF2B5EF4-FFF2-40B4-BE49-F238E27FC236}">
                  <a16:creationId xmlns:a16="http://schemas.microsoft.com/office/drawing/2014/main" id="{33A7DCFC-7895-425E-4F73-A336F9AD85E5}"/>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9" name="Google Shape;8517;p60">
              <a:extLst>
                <a:ext uri="{FF2B5EF4-FFF2-40B4-BE49-F238E27FC236}">
                  <a16:creationId xmlns:a16="http://schemas.microsoft.com/office/drawing/2014/main" id="{9ED34830-E18D-1CC1-5497-C3AD0D63A21F}"/>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0" name="Google Shape;8518;p60">
              <a:extLst>
                <a:ext uri="{FF2B5EF4-FFF2-40B4-BE49-F238E27FC236}">
                  <a16:creationId xmlns:a16="http://schemas.microsoft.com/office/drawing/2014/main" id="{2E78EC5D-2486-2BDB-E9F4-88969C31A00C}"/>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1" name="Google Shape;8519;p60">
              <a:extLst>
                <a:ext uri="{FF2B5EF4-FFF2-40B4-BE49-F238E27FC236}">
                  <a16:creationId xmlns:a16="http://schemas.microsoft.com/office/drawing/2014/main" id="{574655EC-1D87-CF00-E693-28B0B9CA658A}"/>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210" name="TextBox 209">
            <a:extLst>
              <a:ext uri="{FF2B5EF4-FFF2-40B4-BE49-F238E27FC236}">
                <a16:creationId xmlns:a16="http://schemas.microsoft.com/office/drawing/2014/main" id="{9EA856BD-CCD7-3CC4-177D-09F82591C3D6}"/>
              </a:ext>
            </a:extLst>
          </p:cNvPr>
          <p:cNvSpPr txBox="1"/>
          <p:nvPr/>
        </p:nvSpPr>
        <p:spPr>
          <a:xfrm>
            <a:off x="5327649" y="1657010"/>
            <a:ext cx="20805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OUR APPROACH</a:t>
            </a:r>
          </a:p>
        </p:txBody>
      </p:sp>
      <p:grpSp>
        <p:nvGrpSpPr>
          <p:cNvPr id="211" name="Google Shape;12619;p62">
            <a:extLst>
              <a:ext uri="{FF2B5EF4-FFF2-40B4-BE49-F238E27FC236}">
                <a16:creationId xmlns:a16="http://schemas.microsoft.com/office/drawing/2014/main" id="{66D05D7B-C189-9938-D303-DA6C815BC295}"/>
              </a:ext>
            </a:extLst>
          </p:cNvPr>
          <p:cNvGrpSpPr/>
          <p:nvPr/>
        </p:nvGrpSpPr>
        <p:grpSpPr>
          <a:xfrm>
            <a:off x="4710871" y="1578247"/>
            <a:ext cx="514141" cy="461597"/>
            <a:chOff x="3965190" y="3842252"/>
            <a:chExt cx="369801" cy="296813"/>
          </a:xfrm>
        </p:grpSpPr>
        <p:sp>
          <p:nvSpPr>
            <p:cNvPr id="212" name="Google Shape;12620;p62">
              <a:extLst>
                <a:ext uri="{FF2B5EF4-FFF2-40B4-BE49-F238E27FC236}">
                  <a16:creationId xmlns:a16="http://schemas.microsoft.com/office/drawing/2014/main" id="{C728D8C7-E95B-A236-DCF7-4B50FED7B6B4}"/>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3" name="Google Shape;12621;p62">
              <a:extLst>
                <a:ext uri="{FF2B5EF4-FFF2-40B4-BE49-F238E27FC236}">
                  <a16:creationId xmlns:a16="http://schemas.microsoft.com/office/drawing/2014/main" id="{62D05E11-CF90-B58E-8DBA-3C1D6D3B5DD2}"/>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4" name="Google Shape;12622;p62">
              <a:extLst>
                <a:ext uri="{FF2B5EF4-FFF2-40B4-BE49-F238E27FC236}">
                  <a16:creationId xmlns:a16="http://schemas.microsoft.com/office/drawing/2014/main" id="{9BE71460-F1F1-EFB5-7017-C703B3DD4AD5}"/>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5" name="Google Shape;12623;p62">
              <a:extLst>
                <a:ext uri="{FF2B5EF4-FFF2-40B4-BE49-F238E27FC236}">
                  <a16:creationId xmlns:a16="http://schemas.microsoft.com/office/drawing/2014/main" id="{61710566-EE93-8C5E-CBC9-45CA264823D8}"/>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6" name="Google Shape;12624;p62">
              <a:extLst>
                <a:ext uri="{FF2B5EF4-FFF2-40B4-BE49-F238E27FC236}">
                  <a16:creationId xmlns:a16="http://schemas.microsoft.com/office/drawing/2014/main" id="{F94F9960-434A-0BAF-B903-02533CBBAECF}"/>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7" name="Google Shape;12625;p62">
              <a:extLst>
                <a:ext uri="{FF2B5EF4-FFF2-40B4-BE49-F238E27FC236}">
                  <a16:creationId xmlns:a16="http://schemas.microsoft.com/office/drawing/2014/main" id="{569865A7-DEA4-CE0F-4D39-AA3DFCFF847A}"/>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8" name="Google Shape;12626;p62">
              <a:extLst>
                <a:ext uri="{FF2B5EF4-FFF2-40B4-BE49-F238E27FC236}">
                  <a16:creationId xmlns:a16="http://schemas.microsoft.com/office/drawing/2014/main" id="{A7CDBF11-8DF6-D0BB-01CF-33898C6B514D}"/>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9" name="Google Shape;12627;p62">
              <a:extLst>
                <a:ext uri="{FF2B5EF4-FFF2-40B4-BE49-F238E27FC236}">
                  <a16:creationId xmlns:a16="http://schemas.microsoft.com/office/drawing/2014/main" id="{807D5757-DC44-C81C-8DDF-2099DC5AC24D}"/>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0" name="Google Shape;12628;p62">
              <a:extLst>
                <a:ext uri="{FF2B5EF4-FFF2-40B4-BE49-F238E27FC236}">
                  <a16:creationId xmlns:a16="http://schemas.microsoft.com/office/drawing/2014/main" id="{85E57ED2-FA11-E4BC-18E4-3C683E347527}"/>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1" name="Google Shape;12629;p62">
              <a:extLst>
                <a:ext uri="{FF2B5EF4-FFF2-40B4-BE49-F238E27FC236}">
                  <a16:creationId xmlns:a16="http://schemas.microsoft.com/office/drawing/2014/main" id="{B412ADEC-958C-7C97-703A-68F4CA07668E}"/>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2" name="Google Shape;12630;p62">
              <a:extLst>
                <a:ext uri="{FF2B5EF4-FFF2-40B4-BE49-F238E27FC236}">
                  <a16:creationId xmlns:a16="http://schemas.microsoft.com/office/drawing/2014/main" id="{DD989CCE-8BC0-6CC7-2BA3-92C99796C48E}"/>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3" name="Google Shape;12631;p62">
              <a:extLst>
                <a:ext uri="{FF2B5EF4-FFF2-40B4-BE49-F238E27FC236}">
                  <a16:creationId xmlns:a16="http://schemas.microsoft.com/office/drawing/2014/main" id="{E7C509FD-FE4E-0B2B-4030-42F20AFCFBFA}"/>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4" name="Google Shape;12632;p62">
              <a:extLst>
                <a:ext uri="{FF2B5EF4-FFF2-40B4-BE49-F238E27FC236}">
                  <a16:creationId xmlns:a16="http://schemas.microsoft.com/office/drawing/2014/main" id="{9C41E561-07B9-4FFF-8A42-33BD8169201E}"/>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5" name="Google Shape;12633;p62">
              <a:extLst>
                <a:ext uri="{FF2B5EF4-FFF2-40B4-BE49-F238E27FC236}">
                  <a16:creationId xmlns:a16="http://schemas.microsoft.com/office/drawing/2014/main" id="{CED3F288-673B-EB59-DBAF-F684245B358A}"/>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6" name="Google Shape;12634;p62">
              <a:extLst>
                <a:ext uri="{FF2B5EF4-FFF2-40B4-BE49-F238E27FC236}">
                  <a16:creationId xmlns:a16="http://schemas.microsoft.com/office/drawing/2014/main" id="{60AEA84C-5FAE-D532-413D-68036F9FDC1B}"/>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7" name="Google Shape;12635;p62">
              <a:extLst>
                <a:ext uri="{FF2B5EF4-FFF2-40B4-BE49-F238E27FC236}">
                  <a16:creationId xmlns:a16="http://schemas.microsoft.com/office/drawing/2014/main" id="{CD3B2101-4EF4-C3F5-8E87-63A5472046F8}"/>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8" name="Google Shape;12636;p62">
              <a:extLst>
                <a:ext uri="{FF2B5EF4-FFF2-40B4-BE49-F238E27FC236}">
                  <a16:creationId xmlns:a16="http://schemas.microsoft.com/office/drawing/2014/main" id="{64A1B78B-4018-3544-88BA-126B24203994}"/>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9" name="Google Shape;12637;p62">
              <a:extLst>
                <a:ext uri="{FF2B5EF4-FFF2-40B4-BE49-F238E27FC236}">
                  <a16:creationId xmlns:a16="http://schemas.microsoft.com/office/drawing/2014/main" id="{02B1D21E-06D5-A2C7-7EF0-AA7760F6E4E9}"/>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0" name="Google Shape;12638;p62">
              <a:extLst>
                <a:ext uri="{FF2B5EF4-FFF2-40B4-BE49-F238E27FC236}">
                  <a16:creationId xmlns:a16="http://schemas.microsoft.com/office/drawing/2014/main" id="{6C3B6AAC-A824-0B61-5923-75CC7E160373}"/>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1" name="Google Shape;12639;p62">
              <a:extLst>
                <a:ext uri="{FF2B5EF4-FFF2-40B4-BE49-F238E27FC236}">
                  <a16:creationId xmlns:a16="http://schemas.microsoft.com/office/drawing/2014/main" id="{172EA76B-6716-2E3F-CA08-89AA63FD543E}"/>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2" name="Google Shape;12640;p62">
              <a:extLst>
                <a:ext uri="{FF2B5EF4-FFF2-40B4-BE49-F238E27FC236}">
                  <a16:creationId xmlns:a16="http://schemas.microsoft.com/office/drawing/2014/main" id="{979D2A25-E928-C301-1D42-05551CC0FBB9}"/>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grpSp>
      <p:grpSp>
        <p:nvGrpSpPr>
          <p:cNvPr id="47" name="Google Shape;1746;p147">
            <a:extLst>
              <a:ext uri="{FF2B5EF4-FFF2-40B4-BE49-F238E27FC236}">
                <a16:creationId xmlns:a16="http://schemas.microsoft.com/office/drawing/2014/main" id="{86B16B63-FD11-F5F3-ED23-A35DDC7D9890}"/>
              </a:ext>
            </a:extLst>
          </p:cNvPr>
          <p:cNvGrpSpPr/>
          <p:nvPr/>
        </p:nvGrpSpPr>
        <p:grpSpPr>
          <a:xfrm>
            <a:off x="6021531" y="3365511"/>
            <a:ext cx="4604719" cy="1073694"/>
            <a:chOff x="2457787" y="2317237"/>
            <a:chExt cx="4228423" cy="979620"/>
          </a:xfrm>
          <a:solidFill>
            <a:srgbClr val="DDDEEA"/>
          </a:solidFill>
        </p:grpSpPr>
        <p:sp>
          <p:nvSpPr>
            <p:cNvPr id="3" name="Google Shape;1747;p147">
              <a:extLst>
                <a:ext uri="{FF2B5EF4-FFF2-40B4-BE49-F238E27FC236}">
                  <a16:creationId xmlns:a16="http://schemas.microsoft.com/office/drawing/2014/main" id="{6AC6931A-20EA-E9CA-9CE2-321C28D67968}"/>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5" name="Google Shape;1748;p147">
              <a:extLst>
                <a:ext uri="{FF2B5EF4-FFF2-40B4-BE49-F238E27FC236}">
                  <a16:creationId xmlns:a16="http://schemas.microsoft.com/office/drawing/2014/main" id="{D8BF2254-1A65-9200-5984-918A56D30497}"/>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46" name="Google Shape;1749;p147">
              <a:extLst>
                <a:ext uri="{FF2B5EF4-FFF2-40B4-BE49-F238E27FC236}">
                  <a16:creationId xmlns:a16="http://schemas.microsoft.com/office/drawing/2014/main" id="{B75410D6-7175-CE82-97FF-CA998EBA4272}"/>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solidFill>
                <a:srgbClr val="DDDEEA"/>
              </a:solid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cxnSp>
        <p:nvCxnSpPr>
          <p:cNvPr id="49" name="Google Shape;1750;p147">
            <a:extLst>
              <a:ext uri="{FF2B5EF4-FFF2-40B4-BE49-F238E27FC236}">
                <a16:creationId xmlns:a16="http://schemas.microsoft.com/office/drawing/2014/main" id="{BA574C9C-F4E6-FDD3-8D59-6064526AA1E1}"/>
              </a:ext>
            </a:extLst>
          </p:cNvPr>
          <p:cNvCxnSpPr>
            <a:cxnSpLocks/>
          </p:cNvCxnSpPr>
          <p:nvPr/>
        </p:nvCxnSpPr>
        <p:spPr>
          <a:xfrm flipV="1">
            <a:off x="9982167" y="3019327"/>
            <a:ext cx="0" cy="350310"/>
          </a:xfrm>
          <a:prstGeom prst="straightConnector1">
            <a:avLst/>
          </a:prstGeom>
          <a:noFill/>
          <a:ln w="19050" cap="flat" cmpd="sng">
            <a:solidFill>
              <a:srgbClr val="0E166B"/>
            </a:solidFill>
            <a:prstDash val="solid"/>
            <a:round/>
            <a:headEnd type="none" w="med" len="med"/>
            <a:tailEnd type="diamond" w="med" len="med"/>
          </a:ln>
        </p:spPr>
      </p:cxnSp>
      <p:cxnSp>
        <p:nvCxnSpPr>
          <p:cNvPr id="51" name="Google Shape;1751;p147">
            <a:extLst>
              <a:ext uri="{FF2B5EF4-FFF2-40B4-BE49-F238E27FC236}">
                <a16:creationId xmlns:a16="http://schemas.microsoft.com/office/drawing/2014/main" id="{8DDBD913-E63F-53E4-1B42-A35EA5CEE105}"/>
              </a:ext>
            </a:extLst>
          </p:cNvPr>
          <p:cNvCxnSpPr>
            <a:cxnSpLocks/>
          </p:cNvCxnSpPr>
          <p:nvPr/>
        </p:nvCxnSpPr>
        <p:spPr>
          <a:xfrm flipV="1">
            <a:off x="7754748" y="3127117"/>
            <a:ext cx="0" cy="229200"/>
          </a:xfrm>
          <a:prstGeom prst="straightConnector1">
            <a:avLst/>
          </a:prstGeom>
          <a:noFill/>
          <a:ln w="19050" cap="flat" cmpd="sng">
            <a:solidFill>
              <a:srgbClr val="0E166B"/>
            </a:solidFill>
            <a:prstDash val="solid"/>
            <a:round/>
            <a:headEnd type="none" w="med" len="med"/>
            <a:tailEnd type="diamond" w="med" len="med"/>
          </a:ln>
        </p:spPr>
      </p:cxnSp>
      <p:grpSp>
        <p:nvGrpSpPr>
          <p:cNvPr id="70" name="Google Shape;1752;p147">
            <a:extLst>
              <a:ext uri="{FF2B5EF4-FFF2-40B4-BE49-F238E27FC236}">
                <a16:creationId xmlns:a16="http://schemas.microsoft.com/office/drawing/2014/main" id="{02E73D42-AD57-FFF5-FF00-500CEFEFBB54}"/>
              </a:ext>
            </a:extLst>
          </p:cNvPr>
          <p:cNvGrpSpPr/>
          <p:nvPr/>
        </p:nvGrpSpPr>
        <p:grpSpPr>
          <a:xfrm>
            <a:off x="6406056" y="3682594"/>
            <a:ext cx="3840461" cy="439554"/>
            <a:chOff x="2814091" y="2606098"/>
            <a:chExt cx="3511204" cy="401926"/>
          </a:xfrm>
          <a:solidFill>
            <a:srgbClr val="921D86"/>
          </a:solidFill>
        </p:grpSpPr>
        <p:grpSp>
          <p:nvGrpSpPr>
            <p:cNvPr id="53" name="Google Shape;1753;p147">
              <a:extLst>
                <a:ext uri="{FF2B5EF4-FFF2-40B4-BE49-F238E27FC236}">
                  <a16:creationId xmlns:a16="http://schemas.microsoft.com/office/drawing/2014/main" id="{2C04ED1C-9A43-79DF-4171-008789EF14D7}"/>
                </a:ext>
              </a:extLst>
            </p:cNvPr>
            <p:cNvGrpSpPr/>
            <p:nvPr/>
          </p:nvGrpSpPr>
          <p:grpSpPr>
            <a:xfrm>
              <a:off x="2814091" y="2606098"/>
              <a:ext cx="400860" cy="401926"/>
              <a:chOff x="-1700225" y="2768875"/>
              <a:chExt cx="291450" cy="292225"/>
            </a:xfrm>
            <a:grpFill/>
          </p:grpSpPr>
          <p:sp>
            <p:nvSpPr>
              <p:cNvPr id="64" name="Google Shape;1754;p147">
                <a:extLst>
                  <a:ext uri="{FF2B5EF4-FFF2-40B4-BE49-F238E27FC236}">
                    <a16:creationId xmlns:a16="http://schemas.microsoft.com/office/drawing/2014/main" id="{3C003B8C-7A80-CF56-73D0-CC7D920767E8}"/>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5" name="Google Shape;1755;p147">
                <a:extLst>
                  <a:ext uri="{FF2B5EF4-FFF2-40B4-BE49-F238E27FC236}">
                    <a16:creationId xmlns:a16="http://schemas.microsoft.com/office/drawing/2014/main" id="{A70DB2A4-D5CA-3433-02CA-CD4C58628066}"/>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6" name="Google Shape;1756;p147">
                <a:extLst>
                  <a:ext uri="{FF2B5EF4-FFF2-40B4-BE49-F238E27FC236}">
                    <a16:creationId xmlns:a16="http://schemas.microsoft.com/office/drawing/2014/main" id="{FB2B57CE-A273-8792-0C69-245A9CD06C40}"/>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7" name="Google Shape;1757;p147">
                <a:extLst>
                  <a:ext uri="{FF2B5EF4-FFF2-40B4-BE49-F238E27FC236}">
                    <a16:creationId xmlns:a16="http://schemas.microsoft.com/office/drawing/2014/main" id="{7E972F53-50CD-B666-A7B0-3A2911C16109}"/>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8" name="Google Shape;1758;p147">
                <a:extLst>
                  <a:ext uri="{FF2B5EF4-FFF2-40B4-BE49-F238E27FC236}">
                    <a16:creationId xmlns:a16="http://schemas.microsoft.com/office/drawing/2014/main" id="{1F6EBEB8-5596-E26D-2A70-05139DB5464A}"/>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9" name="Google Shape;1759;p147">
                <a:extLst>
                  <a:ext uri="{FF2B5EF4-FFF2-40B4-BE49-F238E27FC236}">
                    <a16:creationId xmlns:a16="http://schemas.microsoft.com/office/drawing/2014/main" id="{9C50A047-0911-92AD-0E89-1EAB3D255A8B}"/>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nvGrpSpPr>
            <p:cNvPr id="54" name="Google Shape;1760;p147">
              <a:extLst>
                <a:ext uri="{FF2B5EF4-FFF2-40B4-BE49-F238E27FC236}">
                  <a16:creationId xmlns:a16="http://schemas.microsoft.com/office/drawing/2014/main" id="{B5F941D4-7596-171B-80CC-E1D2B7A3F198}"/>
                </a:ext>
              </a:extLst>
            </p:cNvPr>
            <p:cNvGrpSpPr/>
            <p:nvPr/>
          </p:nvGrpSpPr>
          <p:grpSpPr>
            <a:xfrm>
              <a:off x="5924435" y="2606144"/>
              <a:ext cx="400860" cy="401789"/>
              <a:chOff x="-3137650" y="2408950"/>
              <a:chExt cx="291450" cy="292125"/>
            </a:xfrm>
            <a:grpFill/>
          </p:grpSpPr>
          <p:sp>
            <p:nvSpPr>
              <p:cNvPr id="59" name="Google Shape;1761;p147">
                <a:extLst>
                  <a:ext uri="{FF2B5EF4-FFF2-40B4-BE49-F238E27FC236}">
                    <a16:creationId xmlns:a16="http://schemas.microsoft.com/office/drawing/2014/main" id="{B5D14ED3-E5EC-67C0-E63A-EF6FE10552A7}"/>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0" name="Google Shape;1762;p147">
                <a:extLst>
                  <a:ext uri="{FF2B5EF4-FFF2-40B4-BE49-F238E27FC236}">
                    <a16:creationId xmlns:a16="http://schemas.microsoft.com/office/drawing/2014/main" id="{82E501FF-CB9E-4DA3-2335-93A28C546653}"/>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1" name="Google Shape;1763;p147">
                <a:extLst>
                  <a:ext uri="{FF2B5EF4-FFF2-40B4-BE49-F238E27FC236}">
                    <a16:creationId xmlns:a16="http://schemas.microsoft.com/office/drawing/2014/main" id="{CE3F164A-B7E7-6B0A-9F74-910FAF8458B3}"/>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2" name="Google Shape;1764;p147">
                <a:extLst>
                  <a:ext uri="{FF2B5EF4-FFF2-40B4-BE49-F238E27FC236}">
                    <a16:creationId xmlns:a16="http://schemas.microsoft.com/office/drawing/2014/main" id="{43D4583F-E2EC-8879-6325-60FF337E6041}"/>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63" name="Google Shape;1765;p147">
                <a:extLst>
                  <a:ext uri="{FF2B5EF4-FFF2-40B4-BE49-F238E27FC236}">
                    <a16:creationId xmlns:a16="http://schemas.microsoft.com/office/drawing/2014/main" id="{70201AE6-8183-DA73-78F1-4A0527BB3444}"/>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sp>
          <p:nvSpPr>
            <p:cNvPr id="55" name="Google Shape;1766;p147">
              <a:extLst>
                <a:ext uri="{FF2B5EF4-FFF2-40B4-BE49-F238E27FC236}">
                  <a16:creationId xmlns:a16="http://schemas.microsoft.com/office/drawing/2014/main" id="{562FDB7B-66EC-FDAA-F370-309488A9D125}"/>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nvGrpSpPr>
            <p:cNvPr id="56" name="Google Shape;1767;p147">
              <a:extLst>
                <a:ext uri="{FF2B5EF4-FFF2-40B4-BE49-F238E27FC236}">
                  <a16:creationId xmlns:a16="http://schemas.microsoft.com/office/drawing/2014/main" id="{3E8BFD8D-29CA-4EA5-06E6-4A68B7D7CA27}"/>
                </a:ext>
              </a:extLst>
            </p:cNvPr>
            <p:cNvGrpSpPr/>
            <p:nvPr/>
          </p:nvGrpSpPr>
          <p:grpSpPr>
            <a:xfrm>
              <a:off x="3882351" y="2632325"/>
              <a:ext cx="342486" cy="349421"/>
              <a:chOff x="-65129950" y="2646800"/>
              <a:chExt cx="311125" cy="317425"/>
            </a:xfrm>
            <a:grpFill/>
          </p:grpSpPr>
          <p:sp>
            <p:nvSpPr>
              <p:cNvPr id="57" name="Google Shape;1768;p147">
                <a:extLst>
                  <a:ext uri="{FF2B5EF4-FFF2-40B4-BE49-F238E27FC236}">
                    <a16:creationId xmlns:a16="http://schemas.microsoft.com/office/drawing/2014/main" id="{1D90F978-C512-C882-D44B-3DFC300CDEB9}"/>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sp>
            <p:nvSpPr>
              <p:cNvPr id="58" name="Google Shape;1769;p147">
                <a:extLst>
                  <a:ext uri="{FF2B5EF4-FFF2-40B4-BE49-F238E27FC236}">
                    <a16:creationId xmlns:a16="http://schemas.microsoft.com/office/drawing/2014/main" id="{41255371-8CFB-016E-96F2-C60FF8AA8662}"/>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E166B"/>
                  </a:solidFill>
                </a:endParaRPr>
              </a:p>
            </p:txBody>
          </p:sp>
        </p:grpSp>
      </p:grpSp>
      <p:cxnSp>
        <p:nvCxnSpPr>
          <p:cNvPr id="72" name="Google Shape;1770;p147">
            <a:extLst>
              <a:ext uri="{FF2B5EF4-FFF2-40B4-BE49-F238E27FC236}">
                <a16:creationId xmlns:a16="http://schemas.microsoft.com/office/drawing/2014/main" id="{4FCACE85-19C8-4D4D-D3A8-2DEFE5884F49}"/>
              </a:ext>
            </a:extLst>
          </p:cNvPr>
          <p:cNvCxnSpPr>
            <a:cxnSpLocks/>
          </p:cNvCxnSpPr>
          <p:nvPr/>
        </p:nvCxnSpPr>
        <p:spPr>
          <a:xfrm>
            <a:off x="6636892" y="4434973"/>
            <a:ext cx="0" cy="353189"/>
          </a:xfrm>
          <a:prstGeom prst="straightConnector1">
            <a:avLst/>
          </a:prstGeom>
          <a:noFill/>
          <a:ln w="19050" cap="flat" cmpd="sng">
            <a:solidFill>
              <a:srgbClr val="0E166B"/>
            </a:solidFill>
            <a:prstDash val="solid"/>
            <a:round/>
            <a:headEnd type="none" w="med" len="med"/>
            <a:tailEnd type="diamond" w="med" len="med"/>
          </a:ln>
        </p:spPr>
      </p:cxnSp>
      <p:cxnSp>
        <p:nvCxnSpPr>
          <p:cNvPr id="74" name="Google Shape;1771;p147">
            <a:extLst>
              <a:ext uri="{FF2B5EF4-FFF2-40B4-BE49-F238E27FC236}">
                <a16:creationId xmlns:a16="http://schemas.microsoft.com/office/drawing/2014/main" id="{B106B34B-8042-79E7-8BA3-C5093246A636}"/>
              </a:ext>
            </a:extLst>
          </p:cNvPr>
          <p:cNvCxnSpPr>
            <a:cxnSpLocks/>
          </p:cNvCxnSpPr>
          <p:nvPr/>
        </p:nvCxnSpPr>
        <p:spPr>
          <a:xfrm>
            <a:off x="8863525" y="4434973"/>
            <a:ext cx="0" cy="229200"/>
          </a:xfrm>
          <a:prstGeom prst="straightConnector1">
            <a:avLst/>
          </a:prstGeom>
          <a:noFill/>
          <a:ln w="19050" cap="flat" cmpd="sng">
            <a:solidFill>
              <a:srgbClr val="0E166B"/>
            </a:solidFill>
            <a:prstDash val="solid"/>
            <a:round/>
            <a:headEnd type="none" w="med" len="med"/>
            <a:tailEnd type="diamond" w="med" len="med"/>
          </a:ln>
        </p:spPr>
      </p:cxnSp>
      <p:sp>
        <p:nvSpPr>
          <p:cNvPr id="76" name="TextBox 75">
            <a:extLst>
              <a:ext uri="{FF2B5EF4-FFF2-40B4-BE49-F238E27FC236}">
                <a16:creationId xmlns:a16="http://schemas.microsoft.com/office/drawing/2014/main" id="{0EE7B3E2-A265-2D0C-2594-2E1A85A61F6D}"/>
              </a:ext>
            </a:extLst>
          </p:cNvPr>
          <p:cNvSpPr txBox="1"/>
          <p:nvPr/>
        </p:nvSpPr>
        <p:spPr>
          <a:xfrm>
            <a:off x="5511765" y="4883938"/>
            <a:ext cx="2235201" cy="946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Real-Time Inventory Management</a:t>
            </a:r>
            <a:br>
              <a:rPr lang="en-US" sz="1200" b="1" dirty="0">
                <a:solidFill>
                  <a:srgbClr val="0E166B"/>
                </a:solidFill>
                <a:latin typeface="Segoe UI Light"/>
                <a:ea typeface="+mn-lt"/>
                <a:cs typeface="+mn-lt"/>
              </a:rPr>
            </a:br>
            <a:r>
              <a:rPr lang="en-US" sz="1050" dirty="0">
                <a:solidFill>
                  <a:srgbClr val="0E166B"/>
                </a:solidFill>
                <a:latin typeface="Segoe UI Light"/>
                <a:ea typeface="+mn-lt"/>
                <a:cs typeface="+mn-lt"/>
              </a:rPr>
              <a:t>Track stock levels, movement, and availability in real time across all warehouse locations.</a:t>
            </a:r>
            <a:endParaRPr lang="en-US" dirty="0">
              <a:solidFill>
                <a:srgbClr val="0E166B"/>
              </a:solidFill>
              <a:latin typeface="Segoe UI Light"/>
            </a:endParaRPr>
          </a:p>
        </p:txBody>
      </p:sp>
      <p:sp>
        <p:nvSpPr>
          <p:cNvPr id="78" name="TextBox 77">
            <a:extLst>
              <a:ext uri="{FF2B5EF4-FFF2-40B4-BE49-F238E27FC236}">
                <a16:creationId xmlns:a16="http://schemas.microsoft.com/office/drawing/2014/main" id="{8DAA25BC-ED5F-982A-BB22-E2E1FC1B276A}"/>
              </a:ext>
            </a:extLst>
          </p:cNvPr>
          <p:cNvSpPr txBox="1"/>
          <p:nvPr/>
        </p:nvSpPr>
        <p:spPr>
          <a:xfrm>
            <a:off x="6723732" y="2250525"/>
            <a:ext cx="2080584"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Efficient Order Fulfillment</a:t>
            </a:r>
            <a:br>
              <a:rPr lang="en-US" sz="1050" b="1" dirty="0">
                <a:solidFill>
                  <a:srgbClr val="0E166B"/>
                </a:solidFill>
                <a:ea typeface="+mn-lt"/>
                <a:cs typeface="+mn-lt"/>
              </a:rPr>
            </a:br>
            <a:r>
              <a:rPr lang="en-US" sz="1050" dirty="0">
                <a:solidFill>
                  <a:srgbClr val="0E166B"/>
                </a:solidFill>
                <a:latin typeface="Segoe UI Light"/>
                <a:ea typeface="+mn-lt"/>
                <a:cs typeface="+mn-lt"/>
              </a:rPr>
              <a:t>Automated picking and packing processes streamline order fulfillment and reduce errors.</a:t>
            </a:r>
            <a:endParaRPr lang="en-US" sz="1050" dirty="0">
              <a:solidFill>
                <a:srgbClr val="0E166B"/>
              </a:solidFill>
              <a:latin typeface="Segoe UI Light"/>
              <a:cs typeface="Arial"/>
            </a:endParaRPr>
          </a:p>
        </p:txBody>
      </p:sp>
      <p:sp>
        <p:nvSpPr>
          <p:cNvPr id="80" name="TextBox 79">
            <a:extLst>
              <a:ext uri="{FF2B5EF4-FFF2-40B4-BE49-F238E27FC236}">
                <a16:creationId xmlns:a16="http://schemas.microsoft.com/office/drawing/2014/main" id="{352BB18E-6A33-E38B-94E4-6867E420621D}"/>
              </a:ext>
            </a:extLst>
          </p:cNvPr>
          <p:cNvSpPr txBox="1"/>
          <p:nvPr/>
        </p:nvSpPr>
        <p:spPr>
          <a:xfrm>
            <a:off x="7764025" y="4816725"/>
            <a:ext cx="2018894" cy="946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Advanced Stock Adjustments</a:t>
            </a:r>
            <a:br>
              <a:rPr lang="en-US" sz="1200" b="1" dirty="0">
                <a:solidFill>
                  <a:srgbClr val="0E166B"/>
                </a:solidFill>
                <a:latin typeface="Segoe UI Light"/>
                <a:ea typeface="+mn-lt"/>
                <a:cs typeface="+mn-lt"/>
              </a:rPr>
            </a:br>
            <a:r>
              <a:rPr lang="en-US" sz="1050" dirty="0">
                <a:solidFill>
                  <a:srgbClr val="0E166B"/>
                </a:solidFill>
                <a:latin typeface="Segoe UI Light"/>
                <a:ea typeface="+mn-lt"/>
                <a:cs typeface="+mn-lt"/>
              </a:rPr>
              <a:t>Easy tracking and adjustments for stock discrepancies during inspections or restocks.</a:t>
            </a:r>
            <a:endParaRPr lang="en-US" dirty="0">
              <a:solidFill>
                <a:srgbClr val="0E166B"/>
              </a:solidFill>
              <a:latin typeface="Segoe UI Light"/>
              <a:ea typeface="+mn-lt"/>
              <a:cs typeface="+mn-lt"/>
            </a:endParaRPr>
          </a:p>
        </p:txBody>
      </p:sp>
      <p:sp>
        <p:nvSpPr>
          <p:cNvPr id="83" name="TextBox 82">
            <a:extLst>
              <a:ext uri="{FF2B5EF4-FFF2-40B4-BE49-F238E27FC236}">
                <a16:creationId xmlns:a16="http://schemas.microsoft.com/office/drawing/2014/main" id="{F11FB4A3-454C-0F79-D3CB-237CD88FE5AD}"/>
              </a:ext>
            </a:extLst>
          </p:cNvPr>
          <p:cNvSpPr txBox="1"/>
          <p:nvPr/>
        </p:nvSpPr>
        <p:spPr>
          <a:xfrm>
            <a:off x="8804316" y="2037790"/>
            <a:ext cx="235570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0E166B"/>
                </a:solidFill>
                <a:latin typeface="Segoe UI Light"/>
                <a:ea typeface="+mn-lt"/>
                <a:cs typeface="+mn-lt"/>
              </a:rPr>
              <a:t>Detailed Reporting and Analytics</a:t>
            </a:r>
            <a:br>
              <a:rPr lang="en-US" sz="1200" b="1" dirty="0">
                <a:solidFill>
                  <a:srgbClr val="0E166B"/>
                </a:solidFill>
                <a:latin typeface="Segoe UI Light"/>
                <a:ea typeface="+mn-lt"/>
                <a:cs typeface="+mn-lt"/>
              </a:rPr>
            </a:br>
            <a:r>
              <a:rPr lang="en-US" sz="1050" dirty="0">
                <a:solidFill>
                  <a:srgbClr val="0E166B"/>
                </a:solidFill>
                <a:latin typeface="Segoe UI Light"/>
                <a:ea typeface="+mn-lt"/>
                <a:cs typeface="+mn-lt"/>
              </a:rPr>
              <a:t>Customizable reports provide deep insights into inventory movement, utilization, and warehouse performance.</a:t>
            </a:r>
          </a:p>
        </p:txBody>
      </p:sp>
      <p:cxnSp>
        <p:nvCxnSpPr>
          <p:cNvPr id="71" name="Google Shape;2079;p158">
            <a:extLst>
              <a:ext uri="{FF2B5EF4-FFF2-40B4-BE49-F238E27FC236}">
                <a16:creationId xmlns:a16="http://schemas.microsoft.com/office/drawing/2014/main" id="{F2561EF4-5BA8-36CD-2BF4-2BAF4486184F}"/>
              </a:ext>
            </a:extLst>
          </p:cNvPr>
          <p:cNvCxnSpPr>
            <a:cxnSpLocks/>
          </p:cNvCxnSpPr>
          <p:nvPr/>
        </p:nvCxnSpPr>
        <p:spPr>
          <a:xfrm>
            <a:off x="4532765" y="2195482"/>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1798065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3E87A6-2793-9109-6EBF-D207F3AA5B45}"/>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F0F76358-C3F8-5CF7-50F0-C5B1CB3F41A7}"/>
              </a:ext>
            </a:extLst>
          </p:cNvPr>
          <p:cNvSpPr txBox="1">
            <a:spLocks/>
          </p:cNvSpPr>
          <p:nvPr/>
        </p:nvSpPr>
        <p:spPr>
          <a:xfrm>
            <a:off x="1" y="150704"/>
            <a:ext cx="10113094"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defRPr/>
            </a:pPr>
            <a:r>
              <a:rPr lang="en-GB" sz="3200" b="1" kern="0" dirty="0">
                <a:solidFill>
                  <a:srgbClr val="FFFFFF"/>
                </a:solidFill>
                <a:ea typeface="+mj-ea"/>
                <a:cs typeface="+mj-cs"/>
              </a:rPr>
              <a:t>Warehousing Tool </a:t>
            </a:r>
          </a:p>
        </p:txBody>
      </p:sp>
      <p:grpSp>
        <p:nvGrpSpPr>
          <p:cNvPr id="3" name="Google Shape;1907;p152">
            <a:extLst>
              <a:ext uri="{FF2B5EF4-FFF2-40B4-BE49-F238E27FC236}">
                <a16:creationId xmlns:a16="http://schemas.microsoft.com/office/drawing/2014/main" id="{3CF434FC-0ED9-1630-9E28-4DA14279036A}"/>
              </a:ext>
            </a:extLst>
          </p:cNvPr>
          <p:cNvGrpSpPr/>
          <p:nvPr/>
        </p:nvGrpSpPr>
        <p:grpSpPr>
          <a:xfrm>
            <a:off x="6869167" y="2127379"/>
            <a:ext cx="4362832" cy="4730621"/>
            <a:chOff x="3899425" y="1624475"/>
            <a:chExt cx="2994015" cy="3526669"/>
          </a:xfrm>
        </p:grpSpPr>
        <p:sp>
          <p:nvSpPr>
            <p:cNvPr id="45" name="Google Shape;1908;p152">
              <a:extLst>
                <a:ext uri="{FF2B5EF4-FFF2-40B4-BE49-F238E27FC236}">
                  <a16:creationId xmlns:a16="http://schemas.microsoft.com/office/drawing/2014/main" id="{DFE09DA8-8F9B-5A22-708D-AE2DE11EE78C}"/>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46" name="Google Shape;1909;p152">
              <a:extLst>
                <a:ext uri="{FF2B5EF4-FFF2-40B4-BE49-F238E27FC236}">
                  <a16:creationId xmlns:a16="http://schemas.microsoft.com/office/drawing/2014/main" id="{259BF50E-6F2E-CED9-7DCA-31122B3F3ACB}"/>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47" name="Google Shape;1911;p152">
              <a:extLst>
                <a:ext uri="{FF2B5EF4-FFF2-40B4-BE49-F238E27FC236}">
                  <a16:creationId xmlns:a16="http://schemas.microsoft.com/office/drawing/2014/main" id="{22EEF962-AA46-518D-D241-69CB1C085645}"/>
                </a:ext>
              </a:extLst>
            </p:cNvPr>
            <p:cNvGrpSpPr/>
            <p:nvPr/>
          </p:nvGrpSpPr>
          <p:grpSpPr>
            <a:xfrm>
              <a:off x="6416311" y="1851230"/>
              <a:ext cx="332587" cy="329962"/>
              <a:chOff x="2508825" y="2318350"/>
              <a:chExt cx="297750" cy="295400"/>
            </a:xfrm>
          </p:grpSpPr>
          <p:sp>
            <p:nvSpPr>
              <p:cNvPr id="48" name="Google Shape;1912;p152">
                <a:extLst>
                  <a:ext uri="{FF2B5EF4-FFF2-40B4-BE49-F238E27FC236}">
                    <a16:creationId xmlns:a16="http://schemas.microsoft.com/office/drawing/2014/main" id="{B6CDF07D-1AC2-4D6E-ADC3-C5A155CEECE8}"/>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9" name="Google Shape;1913;p152">
                <a:extLst>
                  <a:ext uri="{FF2B5EF4-FFF2-40B4-BE49-F238E27FC236}">
                    <a16:creationId xmlns:a16="http://schemas.microsoft.com/office/drawing/2014/main" id="{01FBEAA6-1C10-6FA9-B67E-F03B99C4851D}"/>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0" name="Google Shape;1914;p152">
            <a:extLst>
              <a:ext uri="{FF2B5EF4-FFF2-40B4-BE49-F238E27FC236}">
                <a16:creationId xmlns:a16="http://schemas.microsoft.com/office/drawing/2014/main" id="{1498592B-9C8C-E692-A02A-9F293CE7CE7C}"/>
              </a:ext>
            </a:extLst>
          </p:cNvPr>
          <p:cNvGrpSpPr/>
          <p:nvPr/>
        </p:nvGrpSpPr>
        <p:grpSpPr>
          <a:xfrm>
            <a:off x="6869166" y="3115030"/>
            <a:ext cx="3910445" cy="3736043"/>
            <a:chOff x="3899425" y="2359004"/>
            <a:chExt cx="2683562" cy="2785213"/>
          </a:xfrm>
        </p:grpSpPr>
        <p:sp>
          <p:nvSpPr>
            <p:cNvPr id="51" name="Google Shape;1915;p152">
              <a:extLst>
                <a:ext uri="{FF2B5EF4-FFF2-40B4-BE49-F238E27FC236}">
                  <a16:creationId xmlns:a16="http://schemas.microsoft.com/office/drawing/2014/main" id="{45698223-C49E-5FEE-A598-25137FC44CAB}"/>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2" name="Google Shape;1916;p152">
              <a:extLst>
                <a:ext uri="{FF2B5EF4-FFF2-40B4-BE49-F238E27FC236}">
                  <a16:creationId xmlns:a16="http://schemas.microsoft.com/office/drawing/2014/main" id="{1F6DE7EA-D2B2-F890-4C5F-DEAD11B9A007}"/>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3" name="Google Shape;1918;p152">
              <a:extLst>
                <a:ext uri="{FF2B5EF4-FFF2-40B4-BE49-F238E27FC236}">
                  <a16:creationId xmlns:a16="http://schemas.microsoft.com/office/drawing/2014/main" id="{A4DB9E4E-60D1-0189-B0A7-934A6EE9A7FD}"/>
                </a:ext>
              </a:extLst>
            </p:cNvPr>
            <p:cNvGrpSpPr/>
            <p:nvPr/>
          </p:nvGrpSpPr>
          <p:grpSpPr>
            <a:xfrm>
              <a:off x="6106713" y="2585336"/>
              <a:ext cx="330827" cy="329934"/>
              <a:chOff x="3962775" y="2683025"/>
              <a:chExt cx="296175" cy="295375"/>
            </a:xfrm>
          </p:grpSpPr>
          <p:sp>
            <p:nvSpPr>
              <p:cNvPr id="54" name="Google Shape;1919;p152">
                <a:extLst>
                  <a:ext uri="{FF2B5EF4-FFF2-40B4-BE49-F238E27FC236}">
                    <a16:creationId xmlns:a16="http://schemas.microsoft.com/office/drawing/2014/main" id="{6E0559A2-172C-14ED-E7D3-6C36192E9925}"/>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5" name="Google Shape;1920;p152">
                <a:extLst>
                  <a:ext uri="{FF2B5EF4-FFF2-40B4-BE49-F238E27FC236}">
                    <a16:creationId xmlns:a16="http://schemas.microsoft.com/office/drawing/2014/main" id="{82BABA12-8C2E-D64D-FE3F-0F64F3E506F7}"/>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6" name="Google Shape;1921;p152">
                <a:extLst>
                  <a:ext uri="{FF2B5EF4-FFF2-40B4-BE49-F238E27FC236}">
                    <a16:creationId xmlns:a16="http://schemas.microsoft.com/office/drawing/2014/main" id="{35D42EEC-AB92-E796-E42B-0CB8806C9DBA}"/>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7" name="Google Shape;1922;p152">
            <a:extLst>
              <a:ext uri="{FF2B5EF4-FFF2-40B4-BE49-F238E27FC236}">
                <a16:creationId xmlns:a16="http://schemas.microsoft.com/office/drawing/2014/main" id="{FBCF5D11-3EC1-3630-4707-47C28358B158}"/>
              </a:ext>
            </a:extLst>
          </p:cNvPr>
          <p:cNvGrpSpPr/>
          <p:nvPr/>
        </p:nvGrpSpPr>
        <p:grpSpPr>
          <a:xfrm>
            <a:off x="6869166" y="4101982"/>
            <a:ext cx="3458043" cy="2756018"/>
            <a:chOff x="3899425" y="3094874"/>
            <a:chExt cx="2373100" cy="2054606"/>
          </a:xfrm>
        </p:grpSpPr>
        <p:sp>
          <p:nvSpPr>
            <p:cNvPr id="58" name="Google Shape;1923;p152">
              <a:extLst>
                <a:ext uri="{FF2B5EF4-FFF2-40B4-BE49-F238E27FC236}">
                  <a16:creationId xmlns:a16="http://schemas.microsoft.com/office/drawing/2014/main" id="{C0AA7DE3-232A-73F7-0BCF-4519887C4341}"/>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9" name="Google Shape;1924;p152">
              <a:extLst>
                <a:ext uri="{FF2B5EF4-FFF2-40B4-BE49-F238E27FC236}">
                  <a16:creationId xmlns:a16="http://schemas.microsoft.com/office/drawing/2014/main" id="{9FCECE36-1766-F784-3871-D1A4758FC9E6}"/>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0" name="Google Shape;1926;p152">
              <a:extLst>
                <a:ext uri="{FF2B5EF4-FFF2-40B4-BE49-F238E27FC236}">
                  <a16:creationId xmlns:a16="http://schemas.microsoft.com/office/drawing/2014/main" id="{71155A2C-34EC-2D9F-1285-4FDFA115D719}"/>
                </a:ext>
              </a:extLst>
            </p:cNvPr>
            <p:cNvGrpSpPr/>
            <p:nvPr/>
          </p:nvGrpSpPr>
          <p:grpSpPr>
            <a:xfrm>
              <a:off x="5797765" y="3319416"/>
              <a:ext cx="327823" cy="328695"/>
              <a:chOff x="-1333200" y="2770450"/>
              <a:chExt cx="291450" cy="292225"/>
            </a:xfrm>
          </p:grpSpPr>
          <p:sp>
            <p:nvSpPr>
              <p:cNvPr id="61" name="Google Shape;1927;p152">
                <a:extLst>
                  <a:ext uri="{FF2B5EF4-FFF2-40B4-BE49-F238E27FC236}">
                    <a16:creationId xmlns:a16="http://schemas.microsoft.com/office/drawing/2014/main" id="{B4FD2219-6EB4-5941-8DFB-450BEB1308D1}"/>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2" name="Google Shape;1928;p152">
                <a:extLst>
                  <a:ext uri="{FF2B5EF4-FFF2-40B4-BE49-F238E27FC236}">
                    <a16:creationId xmlns:a16="http://schemas.microsoft.com/office/drawing/2014/main" id="{B673BB40-E3E7-C659-CF4B-80632987F768}"/>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3" name="Google Shape;1929;p152">
            <a:extLst>
              <a:ext uri="{FF2B5EF4-FFF2-40B4-BE49-F238E27FC236}">
                <a16:creationId xmlns:a16="http://schemas.microsoft.com/office/drawing/2014/main" id="{C50DBD68-8E76-BB44-B12A-38AB18ABBDE3}"/>
              </a:ext>
            </a:extLst>
          </p:cNvPr>
          <p:cNvGrpSpPr/>
          <p:nvPr/>
        </p:nvGrpSpPr>
        <p:grpSpPr>
          <a:xfrm>
            <a:off x="6869166" y="5001602"/>
            <a:ext cx="3005647" cy="1848925"/>
            <a:chOff x="3899425" y="3765300"/>
            <a:chExt cx="2062640" cy="1378370"/>
          </a:xfrm>
        </p:grpSpPr>
        <p:cxnSp>
          <p:nvCxnSpPr>
            <p:cNvPr id="64" name="Google Shape;1930;p152">
              <a:extLst>
                <a:ext uri="{FF2B5EF4-FFF2-40B4-BE49-F238E27FC236}">
                  <a16:creationId xmlns:a16="http://schemas.microsoft.com/office/drawing/2014/main" id="{6A28B37C-A008-7A0E-41EE-332BC6FA2C78}"/>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65" name="Google Shape;1932;p152">
              <a:extLst>
                <a:ext uri="{FF2B5EF4-FFF2-40B4-BE49-F238E27FC236}">
                  <a16:creationId xmlns:a16="http://schemas.microsoft.com/office/drawing/2014/main" id="{9B0B0C96-3DAE-9CD3-8196-5A8772574B9C}"/>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nvGrpSpPr>
            <p:cNvPr id="66" name="Google Shape;1933;p152">
              <a:extLst>
                <a:ext uri="{FF2B5EF4-FFF2-40B4-BE49-F238E27FC236}">
                  <a16:creationId xmlns:a16="http://schemas.microsoft.com/office/drawing/2014/main" id="{D4FB17B1-FC9E-6C46-CF24-A137595E9B66}"/>
                </a:ext>
              </a:extLst>
            </p:cNvPr>
            <p:cNvGrpSpPr/>
            <p:nvPr/>
          </p:nvGrpSpPr>
          <p:grpSpPr>
            <a:xfrm>
              <a:off x="5485800" y="3999322"/>
              <a:ext cx="330827" cy="330827"/>
              <a:chOff x="3963575" y="2317575"/>
              <a:chExt cx="296175" cy="296175"/>
            </a:xfrm>
          </p:grpSpPr>
          <p:sp>
            <p:nvSpPr>
              <p:cNvPr id="67" name="Google Shape;1934;p152">
                <a:extLst>
                  <a:ext uri="{FF2B5EF4-FFF2-40B4-BE49-F238E27FC236}">
                    <a16:creationId xmlns:a16="http://schemas.microsoft.com/office/drawing/2014/main" id="{A285A4A3-344D-71B8-5D85-5D757ACCA1F9}"/>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8" name="Google Shape;1935;p152">
                <a:extLst>
                  <a:ext uri="{FF2B5EF4-FFF2-40B4-BE49-F238E27FC236}">
                    <a16:creationId xmlns:a16="http://schemas.microsoft.com/office/drawing/2014/main" id="{7914207F-A52E-37E1-E178-AF9A1C90FF2C}"/>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9" name="Google Shape;1936;p152">
                <a:extLst>
                  <a:ext uri="{FF2B5EF4-FFF2-40B4-BE49-F238E27FC236}">
                    <a16:creationId xmlns:a16="http://schemas.microsoft.com/office/drawing/2014/main" id="{78B60EF6-872C-8E42-97C3-C5CE63815B4C}"/>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0" name="Google Shape;1937;p152">
                <a:extLst>
                  <a:ext uri="{FF2B5EF4-FFF2-40B4-BE49-F238E27FC236}">
                    <a16:creationId xmlns:a16="http://schemas.microsoft.com/office/drawing/2014/main" id="{C4BEE314-1DAA-9358-4B24-BC445E19B0F1}"/>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1" name="Google Shape;1938;p152">
                <a:extLst>
                  <a:ext uri="{FF2B5EF4-FFF2-40B4-BE49-F238E27FC236}">
                    <a16:creationId xmlns:a16="http://schemas.microsoft.com/office/drawing/2014/main" id="{3D39AC01-1EFC-E40D-DFE4-05FF90BD3FBD}"/>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2" name="Google Shape;1939;p152">
                <a:extLst>
                  <a:ext uri="{FF2B5EF4-FFF2-40B4-BE49-F238E27FC236}">
                    <a16:creationId xmlns:a16="http://schemas.microsoft.com/office/drawing/2014/main" id="{DC67D4DA-4D73-8693-A71C-C3156CD719A7}"/>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3" name="Google Shape;1940;p152">
                <a:extLst>
                  <a:ext uri="{FF2B5EF4-FFF2-40B4-BE49-F238E27FC236}">
                    <a16:creationId xmlns:a16="http://schemas.microsoft.com/office/drawing/2014/main" id="{06B527A8-5287-C8C5-CAB5-AA8163A00613}"/>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4" name="Google Shape;1941;p152">
                <a:extLst>
                  <a:ext uri="{FF2B5EF4-FFF2-40B4-BE49-F238E27FC236}">
                    <a16:creationId xmlns:a16="http://schemas.microsoft.com/office/drawing/2014/main" id="{D69846A7-D992-4C48-70EB-56D2AFD6AC19}"/>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5" name="Google Shape;1942;p152">
                <a:extLst>
                  <a:ext uri="{FF2B5EF4-FFF2-40B4-BE49-F238E27FC236}">
                    <a16:creationId xmlns:a16="http://schemas.microsoft.com/office/drawing/2014/main" id="{CE48A5DB-5401-C538-E189-1A1464F6FA8B}"/>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6" name="Google Shape;1943;p152">
                <a:extLst>
                  <a:ext uri="{FF2B5EF4-FFF2-40B4-BE49-F238E27FC236}">
                    <a16:creationId xmlns:a16="http://schemas.microsoft.com/office/drawing/2014/main" id="{9442676D-AE18-A0C7-6208-EBD35E4CA238}"/>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7" name="Google Shape;1944;p152">
                <a:extLst>
                  <a:ext uri="{FF2B5EF4-FFF2-40B4-BE49-F238E27FC236}">
                    <a16:creationId xmlns:a16="http://schemas.microsoft.com/office/drawing/2014/main" id="{8AF8F7DE-8B17-B099-9474-5E5FB9DFF649}"/>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8" name="Google Shape;1945;p152">
                <a:extLst>
                  <a:ext uri="{FF2B5EF4-FFF2-40B4-BE49-F238E27FC236}">
                    <a16:creationId xmlns:a16="http://schemas.microsoft.com/office/drawing/2014/main" id="{D4761623-8135-12BF-44DC-C69C2A874328}"/>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9" name="Google Shape;1946;p152">
                <a:extLst>
                  <a:ext uri="{FF2B5EF4-FFF2-40B4-BE49-F238E27FC236}">
                    <a16:creationId xmlns:a16="http://schemas.microsoft.com/office/drawing/2014/main" id="{4B633F5F-D5D0-9423-8AAE-97D547DCED3E}"/>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0" name="Google Shape;1947;p152">
                <a:extLst>
                  <a:ext uri="{FF2B5EF4-FFF2-40B4-BE49-F238E27FC236}">
                    <a16:creationId xmlns:a16="http://schemas.microsoft.com/office/drawing/2014/main" id="{2CCFE0A2-3587-0A50-417D-F39AD6F1AE60}"/>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1" name="Google Shape;1948;p152">
                <a:extLst>
                  <a:ext uri="{FF2B5EF4-FFF2-40B4-BE49-F238E27FC236}">
                    <a16:creationId xmlns:a16="http://schemas.microsoft.com/office/drawing/2014/main" id="{AF310B96-9515-2989-DDD4-E3B8E864A58A}"/>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3" name="Google Shape;1949;p152">
                <a:extLst>
                  <a:ext uri="{FF2B5EF4-FFF2-40B4-BE49-F238E27FC236}">
                    <a16:creationId xmlns:a16="http://schemas.microsoft.com/office/drawing/2014/main" id="{D9C727A2-07C1-3B49-C536-2A010D3C204D}"/>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sp>
        <p:nvSpPr>
          <p:cNvPr id="86" name="TextBox 85">
            <a:extLst>
              <a:ext uri="{FF2B5EF4-FFF2-40B4-BE49-F238E27FC236}">
                <a16:creationId xmlns:a16="http://schemas.microsoft.com/office/drawing/2014/main" id="{9CDE05D9-5A8A-57FE-C9B8-851A3862B9E4}"/>
              </a:ext>
            </a:extLst>
          </p:cNvPr>
          <p:cNvSpPr txBox="1"/>
          <p:nvPr/>
        </p:nvSpPr>
        <p:spPr>
          <a:xfrm>
            <a:off x="7245163" y="1724533"/>
            <a:ext cx="367420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0E166B"/>
                </a:solidFill>
                <a:effectLst/>
                <a:uLnTx/>
                <a:uFillTx/>
                <a:latin typeface="Arial"/>
                <a:ea typeface="+mn-ea"/>
                <a:cs typeface="+mn-cs"/>
              </a:rPr>
              <a:t>RESULTS &amp; VALUE CREATED</a:t>
            </a:r>
          </a:p>
        </p:txBody>
      </p:sp>
      <p:grpSp>
        <p:nvGrpSpPr>
          <p:cNvPr id="102" name="Google Shape;12544;p62">
            <a:extLst>
              <a:ext uri="{FF2B5EF4-FFF2-40B4-BE49-F238E27FC236}">
                <a16:creationId xmlns:a16="http://schemas.microsoft.com/office/drawing/2014/main" id="{3E7C070F-EDC6-8319-92B6-EA0E3EA1AE4A}"/>
              </a:ext>
            </a:extLst>
          </p:cNvPr>
          <p:cNvGrpSpPr/>
          <p:nvPr/>
        </p:nvGrpSpPr>
        <p:grpSpPr>
          <a:xfrm>
            <a:off x="6869166" y="1490170"/>
            <a:ext cx="618592" cy="646330"/>
            <a:chOff x="1764389" y="3348218"/>
            <a:chExt cx="310114" cy="366665"/>
          </a:xfrm>
        </p:grpSpPr>
        <p:sp>
          <p:nvSpPr>
            <p:cNvPr id="103" name="Google Shape;12545;p62">
              <a:extLst>
                <a:ext uri="{FF2B5EF4-FFF2-40B4-BE49-F238E27FC236}">
                  <a16:creationId xmlns:a16="http://schemas.microsoft.com/office/drawing/2014/main" id="{B659D649-0926-EA4B-4141-9CE6F8608B8A}"/>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4" name="Google Shape;12546;p62">
              <a:extLst>
                <a:ext uri="{FF2B5EF4-FFF2-40B4-BE49-F238E27FC236}">
                  <a16:creationId xmlns:a16="http://schemas.microsoft.com/office/drawing/2014/main" id="{6F9A05B8-DC20-21CA-C064-F30CBEA18A91}"/>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5" name="Google Shape;12547;p62">
              <a:extLst>
                <a:ext uri="{FF2B5EF4-FFF2-40B4-BE49-F238E27FC236}">
                  <a16:creationId xmlns:a16="http://schemas.microsoft.com/office/drawing/2014/main" id="{1F990511-491C-DC3B-F7AA-02F33E60FCB0}"/>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6" name="Google Shape;12548;p62">
              <a:extLst>
                <a:ext uri="{FF2B5EF4-FFF2-40B4-BE49-F238E27FC236}">
                  <a16:creationId xmlns:a16="http://schemas.microsoft.com/office/drawing/2014/main" id="{801469E8-8721-AFCE-F9F0-F7DE6E1CB7C1}"/>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7" name="Google Shape;12549;p62">
              <a:extLst>
                <a:ext uri="{FF2B5EF4-FFF2-40B4-BE49-F238E27FC236}">
                  <a16:creationId xmlns:a16="http://schemas.microsoft.com/office/drawing/2014/main" id="{A78A1916-57FA-B3E9-5D5D-A324C238BAFC}"/>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8" name="Google Shape;12550;p62">
              <a:extLst>
                <a:ext uri="{FF2B5EF4-FFF2-40B4-BE49-F238E27FC236}">
                  <a16:creationId xmlns:a16="http://schemas.microsoft.com/office/drawing/2014/main" id="{28D478BB-28DC-028D-ED60-2CB0A122F18E}"/>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9" name="Google Shape;12551;p62">
              <a:extLst>
                <a:ext uri="{FF2B5EF4-FFF2-40B4-BE49-F238E27FC236}">
                  <a16:creationId xmlns:a16="http://schemas.microsoft.com/office/drawing/2014/main" id="{D339C59D-F5E0-30EF-7DC2-1B0A21960355}"/>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0" name="Google Shape;12552;p62">
              <a:extLst>
                <a:ext uri="{FF2B5EF4-FFF2-40B4-BE49-F238E27FC236}">
                  <a16:creationId xmlns:a16="http://schemas.microsoft.com/office/drawing/2014/main" id="{568D7A43-0827-31EA-1966-EA1099A74DBE}"/>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1" name="Google Shape;12553;p62">
              <a:extLst>
                <a:ext uri="{FF2B5EF4-FFF2-40B4-BE49-F238E27FC236}">
                  <a16:creationId xmlns:a16="http://schemas.microsoft.com/office/drawing/2014/main" id="{0A9DD6DC-6108-1AFA-4BFA-56296EDBEBB1}"/>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2" name="Google Shape;12554;p62">
              <a:extLst>
                <a:ext uri="{FF2B5EF4-FFF2-40B4-BE49-F238E27FC236}">
                  <a16:creationId xmlns:a16="http://schemas.microsoft.com/office/drawing/2014/main" id="{5234E53F-5F89-A9BC-D5DA-F5D63637B903}"/>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3" name="Google Shape;12555;p62">
              <a:extLst>
                <a:ext uri="{FF2B5EF4-FFF2-40B4-BE49-F238E27FC236}">
                  <a16:creationId xmlns:a16="http://schemas.microsoft.com/office/drawing/2014/main" id="{D7028E8D-1BB5-A3AE-72C3-8355F8874E50}"/>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4" name="Google Shape;12556;p62">
              <a:extLst>
                <a:ext uri="{FF2B5EF4-FFF2-40B4-BE49-F238E27FC236}">
                  <a16:creationId xmlns:a16="http://schemas.microsoft.com/office/drawing/2014/main" id="{2F3B9AF2-4C0F-9A2E-8D00-387C67777B70}"/>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5" name="Google Shape;12557;p62">
              <a:extLst>
                <a:ext uri="{FF2B5EF4-FFF2-40B4-BE49-F238E27FC236}">
                  <a16:creationId xmlns:a16="http://schemas.microsoft.com/office/drawing/2014/main" id="{C27A2D23-56C2-D65A-8F39-FA91728064C8}"/>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6" name="Google Shape;12558;p62">
              <a:extLst>
                <a:ext uri="{FF2B5EF4-FFF2-40B4-BE49-F238E27FC236}">
                  <a16:creationId xmlns:a16="http://schemas.microsoft.com/office/drawing/2014/main" id="{6A54FE54-9D24-BCA0-4A10-2C602D364520}"/>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7" name="Google Shape;12559;p62">
              <a:extLst>
                <a:ext uri="{FF2B5EF4-FFF2-40B4-BE49-F238E27FC236}">
                  <a16:creationId xmlns:a16="http://schemas.microsoft.com/office/drawing/2014/main" id="{FA61CCDB-EFF2-E0FB-7A64-193D77E915AF}"/>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8" name="Google Shape;12560;p62">
              <a:extLst>
                <a:ext uri="{FF2B5EF4-FFF2-40B4-BE49-F238E27FC236}">
                  <a16:creationId xmlns:a16="http://schemas.microsoft.com/office/drawing/2014/main" id="{957A144E-2B42-E407-931F-F7A50127B4B7}"/>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9" name="Google Shape;12561;p62">
              <a:extLst>
                <a:ext uri="{FF2B5EF4-FFF2-40B4-BE49-F238E27FC236}">
                  <a16:creationId xmlns:a16="http://schemas.microsoft.com/office/drawing/2014/main" id="{645B1EF7-3FC2-7886-CE4A-E3F9BB431176}"/>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0" name="Google Shape;12562;p62">
              <a:extLst>
                <a:ext uri="{FF2B5EF4-FFF2-40B4-BE49-F238E27FC236}">
                  <a16:creationId xmlns:a16="http://schemas.microsoft.com/office/drawing/2014/main" id="{87592831-B1CF-0B52-4A65-41DDA5B968B7}"/>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1" name="Google Shape;12563;p62">
              <a:extLst>
                <a:ext uri="{FF2B5EF4-FFF2-40B4-BE49-F238E27FC236}">
                  <a16:creationId xmlns:a16="http://schemas.microsoft.com/office/drawing/2014/main" id="{8D1A1D7F-3EEF-9787-1A37-73930068CB8D}"/>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2" name="Google Shape;12564;p62">
              <a:extLst>
                <a:ext uri="{FF2B5EF4-FFF2-40B4-BE49-F238E27FC236}">
                  <a16:creationId xmlns:a16="http://schemas.microsoft.com/office/drawing/2014/main" id="{56A95524-1237-6C34-2D16-A78CB60AC1BA}"/>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pic>
        <p:nvPicPr>
          <p:cNvPr id="2" name="Picture 1" descr="A screenshot of a computer&#10;&#10;AI-generated content may be incorrect.">
            <a:extLst>
              <a:ext uri="{FF2B5EF4-FFF2-40B4-BE49-F238E27FC236}">
                <a16:creationId xmlns:a16="http://schemas.microsoft.com/office/drawing/2014/main" id="{373808F0-CF48-E800-265D-146D29486678}"/>
              </a:ext>
            </a:extLst>
          </p:cNvPr>
          <p:cNvPicPr>
            <a:picLocks noChangeAspect="1"/>
          </p:cNvPicPr>
          <p:nvPr/>
        </p:nvPicPr>
        <p:blipFill>
          <a:blip r:embed="rId2"/>
          <a:stretch>
            <a:fillRect/>
          </a:stretch>
        </p:blipFill>
        <p:spPr>
          <a:xfrm>
            <a:off x="144933" y="5205295"/>
            <a:ext cx="5459207" cy="1423941"/>
          </a:xfrm>
          <a:prstGeom prst="rect">
            <a:avLst/>
          </a:prstGeom>
        </p:spPr>
      </p:pic>
      <p:pic>
        <p:nvPicPr>
          <p:cNvPr id="7" name="Picture 6" descr="A screenshot of a logistic&#10;&#10;AI-generated content may be incorrect.">
            <a:extLst>
              <a:ext uri="{FF2B5EF4-FFF2-40B4-BE49-F238E27FC236}">
                <a16:creationId xmlns:a16="http://schemas.microsoft.com/office/drawing/2014/main" id="{9DE0BC1C-C088-73CB-6088-5C63DE17BCC7}"/>
              </a:ext>
            </a:extLst>
          </p:cNvPr>
          <p:cNvPicPr>
            <a:picLocks noChangeAspect="1"/>
          </p:cNvPicPr>
          <p:nvPr/>
        </p:nvPicPr>
        <p:blipFill>
          <a:blip r:embed="rId3"/>
          <a:stretch>
            <a:fillRect/>
          </a:stretch>
        </p:blipFill>
        <p:spPr>
          <a:xfrm>
            <a:off x="569770" y="1560351"/>
            <a:ext cx="5758119" cy="1489208"/>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977147E7-FA4E-F55A-DF52-1B0A76F17EDC}"/>
              </a:ext>
            </a:extLst>
          </p:cNvPr>
          <p:cNvPicPr>
            <a:picLocks noChangeAspect="1"/>
          </p:cNvPicPr>
          <p:nvPr/>
        </p:nvPicPr>
        <p:blipFill>
          <a:blip r:embed="rId4"/>
          <a:stretch>
            <a:fillRect/>
          </a:stretch>
        </p:blipFill>
        <p:spPr>
          <a:xfrm>
            <a:off x="239008" y="2026238"/>
            <a:ext cx="3653371" cy="245749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006331F-8426-5B05-D2C1-6206CB204B6E}"/>
              </a:ext>
            </a:extLst>
          </p:cNvPr>
          <p:cNvPicPr>
            <a:picLocks noChangeAspect="1"/>
          </p:cNvPicPr>
          <p:nvPr/>
        </p:nvPicPr>
        <p:blipFill>
          <a:blip r:embed="rId5"/>
          <a:stretch>
            <a:fillRect/>
          </a:stretch>
        </p:blipFill>
        <p:spPr>
          <a:xfrm>
            <a:off x="338666" y="4097550"/>
            <a:ext cx="5604969" cy="1438105"/>
          </a:xfrm>
          <a:prstGeom prst="rect">
            <a:avLst/>
          </a:prstGeom>
        </p:spPr>
      </p:pic>
      <p:sp>
        <p:nvSpPr>
          <p:cNvPr id="9" name="TextBox 8">
            <a:extLst>
              <a:ext uri="{FF2B5EF4-FFF2-40B4-BE49-F238E27FC236}">
                <a16:creationId xmlns:a16="http://schemas.microsoft.com/office/drawing/2014/main" id="{E1619C8D-86D2-4A38-9C31-971E6869CA20}"/>
              </a:ext>
            </a:extLst>
          </p:cNvPr>
          <p:cNvSpPr txBox="1"/>
          <p:nvPr/>
        </p:nvSpPr>
        <p:spPr>
          <a:xfrm>
            <a:off x="6394904" y="3461155"/>
            <a:ext cx="3464494"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Operational Efficiency</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Streamlines warehouse operations with real-time inventory tracking, automated order fulfillment, and efficient stock adjustments.</a:t>
            </a:r>
          </a:p>
        </p:txBody>
      </p:sp>
      <p:sp>
        <p:nvSpPr>
          <p:cNvPr id="10" name="TextBox 9">
            <a:extLst>
              <a:ext uri="{FF2B5EF4-FFF2-40B4-BE49-F238E27FC236}">
                <a16:creationId xmlns:a16="http://schemas.microsoft.com/office/drawing/2014/main" id="{0F9F8E1A-FB00-5395-1FDB-164731B2E74E}"/>
              </a:ext>
            </a:extLst>
          </p:cNvPr>
          <p:cNvSpPr txBox="1"/>
          <p:nvPr/>
        </p:nvSpPr>
        <p:spPr>
          <a:xfrm>
            <a:off x="6905652" y="2510314"/>
            <a:ext cx="3300185"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Cost Savings</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Reduces operational costs by optimizing warehouse space, resources, and inventory turnover, leading to lower overhead and better cost management.</a:t>
            </a:r>
          </a:p>
        </p:txBody>
      </p:sp>
      <p:sp>
        <p:nvSpPr>
          <p:cNvPr id="11" name="TextBox 10">
            <a:extLst>
              <a:ext uri="{FF2B5EF4-FFF2-40B4-BE49-F238E27FC236}">
                <a16:creationId xmlns:a16="http://schemas.microsoft.com/office/drawing/2014/main" id="{45414566-7F9C-C3DB-354A-76C011134095}"/>
              </a:ext>
            </a:extLst>
          </p:cNvPr>
          <p:cNvSpPr txBox="1"/>
          <p:nvPr/>
        </p:nvSpPr>
        <p:spPr>
          <a:xfrm>
            <a:off x="6040523" y="4444233"/>
            <a:ext cx="3255021"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Inventory Optimization</a:t>
            </a:r>
            <a:br>
              <a:rPr lang="en-US" dirty="0">
                <a:solidFill>
                  <a:srgbClr val="0E166B"/>
                </a:solidFill>
                <a:latin typeface="Segoe UI Light"/>
              </a:rPr>
            </a:br>
            <a:r>
              <a:rPr lang="en-US" sz="1050" dirty="0">
                <a:solidFill>
                  <a:srgbClr val="0E166B"/>
                </a:solidFill>
                <a:latin typeface="Segoe UI Light"/>
                <a:cs typeface="Segoe UI Light"/>
              </a:rPr>
              <a:t>Provides real-time visibility into stock levels, minimizing overstocking and understocking, while optimizing inventory based on demand trends.</a:t>
            </a:r>
            <a:endParaRPr lang="en-US" sz="1050" b="1" dirty="0">
              <a:solidFill>
                <a:srgbClr val="0E166B"/>
              </a:solidFill>
              <a:latin typeface="Segoe UI Light"/>
              <a:cs typeface="Segoe UI Light"/>
            </a:endParaRPr>
          </a:p>
        </p:txBody>
      </p:sp>
      <p:sp>
        <p:nvSpPr>
          <p:cNvPr id="12" name="TextBox 11">
            <a:extLst>
              <a:ext uri="{FF2B5EF4-FFF2-40B4-BE49-F238E27FC236}">
                <a16:creationId xmlns:a16="http://schemas.microsoft.com/office/drawing/2014/main" id="{BF581DFD-9C75-509C-B1A8-5D28FC509BBD}"/>
              </a:ext>
            </a:extLst>
          </p:cNvPr>
          <p:cNvSpPr txBox="1"/>
          <p:nvPr/>
        </p:nvSpPr>
        <p:spPr>
          <a:xfrm>
            <a:off x="5819772" y="5421115"/>
            <a:ext cx="3100680"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a:solidFill>
                  <a:srgbClr val="0E166B"/>
                </a:solidFill>
                <a:latin typeface="Segoe UI Light"/>
                <a:cs typeface="Segoe UI Light"/>
              </a:rPr>
              <a:t>Enhanced Service Delivery</a:t>
            </a:r>
            <a:endParaRPr lang="en-US" sz="1400">
              <a:solidFill>
                <a:srgbClr val="0E166B"/>
              </a:solidFill>
              <a:latin typeface="Segoe UI Light"/>
              <a:cs typeface="Segoe UI Light"/>
            </a:endParaRPr>
          </a:p>
          <a:p>
            <a:pPr algn="r"/>
            <a:r>
              <a:rPr lang="en-US" sz="1050">
                <a:solidFill>
                  <a:srgbClr val="0E166B"/>
                </a:solidFill>
                <a:latin typeface="Segoe UI Light"/>
                <a:cs typeface="Segoe UI Light"/>
              </a:rPr>
              <a:t>Faster processing and precise inventory management lead to quicker order fulfillment, boosting overall performance and customer trust.</a:t>
            </a:r>
          </a:p>
        </p:txBody>
      </p:sp>
    </p:spTree>
    <p:extLst>
      <p:ext uri="{BB962C8B-B14F-4D97-AF65-F5344CB8AC3E}">
        <p14:creationId xmlns:p14="http://schemas.microsoft.com/office/powerpoint/2010/main" val="11745023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714B71-1EDC-336C-1503-3E0666487343}"/>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9AE5FDD0-FA92-2660-9442-5DDDB94F5DF0}"/>
              </a:ext>
            </a:extLst>
          </p:cNvPr>
          <p:cNvSpPr txBox="1">
            <a:spLocks/>
          </p:cNvSpPr>
          <p:nvPr/>
        </p:nvSpPr>
        <p:spPr>
          <a:xfrm>
            <a:off x="0" y="205516"/>
            <a:ext cx="10176867"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lvl="0" indent="0" algn="l" fontAlgn="auto">
              <a:tabLst/>
              <a:defRPr/>
            </a:pPr>
            <a:r>
              <a:rPr lang="en-GB" sz="3200" b="1" kern="0" dirty="0">
                <a:solidFill>
                  <a:srgbClr val="FFFFFF"/>
                </a:solidFill>
                <a:ea typeface="+mj-ea"/>
                <a:cs typeface="+mj-cs"/>
              </a:rPr>
              <a:t>Data &amp; Reporting Current State Assessment</a:t>
            </a:r>
          </a:p>
        </p:txBody>
      </p:sp>
      <p:sp>
        <p:nvSpPr>
          <p:cNvPr id="6" name="Google Shape;1460;p137">
            <a:extLst>
              <a:ext uri="{FF2B5EF4-FFF2-40B4-BE49-F238E27FC236}">
                <a16:creationId xmlns:a16="http://schemas.microsoft.com/office/drawing/2014/main" id="{64D8BCF3-4048-CB6B-C9E7-D50AED7959A9}"/>
              </a:ext>
            </a:extLst>
          </p:cNvPr>
          <p:cNvSpPr/>
          <p:nvPr/>
        </p:nvSpPr>
        <p:spPr>
          <a:xfrm>
            <a:off x="600981" y="2195172"/>
            <a:ext cx="3576699" cy="1270324"/>
          </a:xfrm>
          <a:prstGeom prst="rect">
            <a:avLst/>
          </a:prstGeom>
          <a:solidFill>
            <a:srgbClr val="EAECFC"/>
          </a:solidFill>
        </p:spPr>
        <p:txBody>
          <a:bodyPr wrap="square">
            <a:spAutoFit/>
          </a:bodyPr>
          <a:lstStyle/>
          <a:p>
            <a:pPr>
              <a:lnSpc>
                <a:spcPct val="150000"/>
              </a:lnSpc>
            </a:pPr>
            <a:r>
              <a:rPr lang="en-US" sz="1400" dirty="0">
                <a:solidFill>
                  <a:srgbClr val="0E166B"/>
                </a:solidFill>
                <a:latin typeface="Segoe UI Light" panose="020B0502040204020203" pitchFamily="34" charset="0"/>
                <a:cs typeface="Segoe UI Light" panose="020B0502040204020203" pitchFamily="34" charset="0"/>
              </a:rPr>
              <a:t>Industry: Private Equity</a:t>
            </a:r>
          </a:p>
          <a:p>
            <a:pPr>
              <a:lnSpc>
                <a:spcPct val="150000"/>
              </a:lnSpc>
            </a:pPr>
            <a:r>
              <a:rPr lang="en-US" sz="1400" dirty="0">
                <a:solidFill>
                  <a:srgbClr val="0E166B"/>
                </a:solidFill>
                <a:latin typeface="Segoe UI Light" panose="020B0502040204020203" pitchFamily="34" charset="0"/>
                <a:cs typeface="Segoe UI Light" panose="020B0502040204020203" pitchFamily="34" charset="0"/>
              </a:rPr>
              <a:t>Sector: Investment Management</a:t>
            </a:r>
          </a:p>
          <a:p>
            <a:pPr>
              <a:lnSpc>
                <a:spcPct val="150000"/>
              </a:lnSpc>
            </a:pPr>
            <a:r>
              <a:rPr lang="en-US" sz="1400" dirty="0">
                <a:solidFill>
                  <a:srgbClr val="0E166B"/>
                </a:solidFill>
                <a:latin typeface="Segoe UI Light" panose="020B0502040204020203" pitchFamily="34" charset="0"/>
                <a:cs typeface="Segoe UI Light" panose="020B0502040204020203" pitchFamily="34" charset="0"/>
              </a:rPr>
              <a:t>Size: Small (10-50 employees)</a:t>
            </a:r>
            <a:r>
              <a:rPr lang="es-ES" sz="1400" dirty="0">
                <a:solidFill>
                  <a:srgbClr val="0E166B"/>
                </a:solidFill>
                <a:latin typeface="Segoe UI Light" panose="020B0502040204020203" pitchFamily="34" charset="0"/>
                <a:cs typeface="Segoe UI Light" panose="020B0502040204020203" pitchFamily="34" charset="0"/>
              </a:rPr>
              <a:t> </a:t>
            </a:r>
          </a:p>
        </p:txBody>
      </p:sp>
      <p:sp>
        <p:nvSpPr>
          <p:cNvPr id="7" name="Google Shape;1460;p137">
            <a:extLst>
              <a:ext uri="{FF2B5EF4-FFF2-40B4-BE49-F238E27FC236}">
                <a16:creationId xmlns:a16="http://schemas.microsoft.com/office/drawing/2014/main" id="{058E90A9-DC11-B7CE-6CD9-C0B7123F23DF}"/>
              </a:ext>
            </a:extLst>
          </p:cNvPr>
          <p:cNvSpPr/>
          <p:nvPr/>
        </p:nvSpPr>
        <p:spPr>
          <a:xfrm>
            <a:off x="621975" y="4199051"/>
            <a:ext cx="3601607" cy="1815882"/>
          </a:xfrm>
          <a:prstGeom prst="rect">
            <a:avLst/>
          </a:prstGeom>
          <a:solidFill>
            <a:srgbClr val="EAECFC"/>
          </a:solidFill>
        </p:spPr>
        <p:txBody>
          <a:bodyPr wrap="square">
            <a:spAutoFit/>
          </a:bodyPr>
          <a:lstStyle/>
          <a:p>
            <a:r>
              <a:rPr lang="en-AU" sz="1400" noProof="1">
                <a:solidFill>
                  <a:srgbClr val="0E166B"/>
                </a:solidFill>
                <a:latin typeface="Segoe UI Light" panose="020B0502040204020203" pitchFamily="34" charset="0"/>
                <a:cs typeface="Segoe UI Light" panose="020B0502040204020203" pitchFamily="34" charset="0"/>
              </a:rPr>
              <a:t>Conduct a comprehensive analysis of the company´s complex web of existing data and reporting processes, identifying interconnections between processes and critical gaps and inefficiencies, to map a clear path forward towards their “To Be” vision of streamlined, automated and consolidated data and reporting management.</a:t>
            </a:r>
          </a:p>
        </p:txBody>
      </p:sp>
      <p:grpSp>
        <p:nvGrpSpPr>
          <p:cNvPr id="8" name="Google Shape;8814;p60">
            <a:extLst>
              <a:ext uri="{FF2B5EF4-FFF2-40B4-BE49-F238E27FC236}">
                <a16:creationId xmlns:a16="http://schemas.microsoft.com/office/drawing/2014/main" id="{99A5F1CE-D13B-5286-961B-E7E21B5671AB}"/>
              </a:ext>
            </a:extLst>
          </p:cNvPr>
          <p:cNvGrpSpPr/>
          <p:nvPr/>
        </p:nvGrpSpPr>
        <p:grpSpPr>
          <a:xfrm>
            <a:off x="599899" y="1562932"/>
            <a:ext cx="481575" cy="501997"/>
            <a:chOff x="2650597" y="3381777"/>
            <a:chExt cx="341511" cy="324994"/>
          </a:xfrm>
        </p:grpSpPr>
        <p:sp>
          <p:nvSpPr>
            <p:cNvPr id="9" name="Google Shape;8815;p60">
              <a:extLst>
                <a:ext uri="{FF2B5EF4-FFF2-40B4-BE49-F238E27FC236}">
                  <a16:creationId xmlns:a16="http://schemas.microsoft.com/office/drawing/2014/main" id="{C2B41F08-8B24-2F98-D119-C95F58568C7C}"/>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 name="Google Shape;8816;p60">
              <a:extLst>
                <a:ext uri="{FF2B5EF4-FFF2-40B4-BE49-F238E27FC236}">
                  <a16:creationId xmlns:a16="http://schemas.microsoft.com/office/drawing/2014/main" id="{3E2B83F7-43CD-D1BC-7295-3585B812EAE3}"/>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 name="Google Shape;8817;p60">
              <a:extLst>
                <a:ext uri="{FF2B5EF4-FFF2-40B4-BE49-F238E27FC236}">
                  <a16:creationId xmlns:a16="http://schemas.microsoft.com/office/drawing/2014/main" id="{B656B714-504D-AA34-2120-79E873179422}"/>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 name="Google Shape;8818;p60">
              <a:extLst>
                <a:ext uri="{FF2B5EF4-FFF2-40B4-BE49-F238E27FC236}">
                  <a16:creationId xmlns:a16="http://schemas.microsoft.com/office/drawing/2014/main" id="{D151404A-5D5B-87A9-CA60-AE544F145634}"/>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3" name="Google Shape;8819;p60">
              <a:extLst>
                <a:ext uri="{FF2B5EF4-FFF2-40B4-BE49-F238E27FC236}">
                  <a16:creationId xmlns:a16="http://schemas.microsoft.com/office/drawing/2014/main" id="{F9EFA899-059E-83C5-59F6-BCAF30B9E6C6}"/>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4" name="Google Shape;8820;p60">
              <a:extLst>
                <a:ext uri="{FF2B5EF4-FFF2-40B4-BE49-F238E27FC236}">
                  <a16:creationId xmlns:a16="http://schemas.microsoft.com/office/drawing/2014/main" id="{BF0DC6A2-413E-B692-CDDD-A73BD2611BEF}"/>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5" name="Google Shape;8821;p60">
              <a:extLst>
                <a:ext uri="{FF2B5EF4-FFF2-40B4-BE49-F238E27FC236}">
                  <a16:creationId xmlns:a16="http://schemas.microsoft.com/office/drawing/2014/main" id="{4E7A7C04-8CA0-9190-289B-EC4B70461E99}"/>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6" name="Google Shape;8822;p60">
              <a:extLst>
                <a:ext uri="{FF2B5EF4-FFF2-40B4-BE49-F238E27FC236}">
                  <a16:creationId xmlns:a16="http://schemas.microsoft.com/office/drawing/2014/main" id="{B45FA3BE-1A7B-5631-2F2E-4D066D9F6AA5}"/>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7" name="Google Shape;8823;p60">
              <a:extLst>
                <a:ext uri="{FF2B5EF4-FFF2-40B4-BE49-F238E27FC236}">
                  <a16:creationId xmlns:a16="http://schemas.microsoft.com/office/drawing/2014/main" id="{AF76E47D-1C9F-42ED-B5AF-CFD2D58A45C1}"/>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 name="Google Shape;8824;p60">
              <a:extLst>
                <a:ext uri="{FF2B5EF4-FFF2-40B4-BE49-F238E27FC236}">
                  <a16:creationId xmlns:a16="http://schemas.microsoft.com/office/drawing/2014/main" id="{F7B08A86-4AF6-1DA5-4F22-564F608DA25D}"/>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 name="Google Shape;8825;p60">
              <a:extLst>
                <a:ext uri="{FF2B5EF4-FFF2-40B4-BE49-F238E27FC236}">
                  <a16:creationId xmlns:a16="http://schemas.microsoft.com/office/drawing/2014/main" id="{AF6E9184-2130-E8C7-4474-0EBDF76E7645}"/>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 name="Google Shape;8826;p60">
              <a:extLst>
                <a:ext uri="{FF2B5EF4-FFF2-40B4-BE49-F238E27FC236}">
                  <a16:creationId xmlns:a16="http://schemas.microsoft.com/office/drawing/2014/main" id="{EBB5B7C8-8189-D7DA-C058-660B545EDEC6}"/>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1" name="Google Shape;8827;p60">
              <a:extLst>
                <a:ext uri="{FF2B5EF4-FFF2-40B4-BE49-F238E27FC236}">
                  <a16:creationId xmlns:a16="http://schemas.microsoft.com/office/drawing/2014/main" id="{4D1EFCD0-D91F-0D8C-ED3A-56ED8458C760}"/>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2" name="Google Shape;8828;p60">
              <a:extLst>
                <a:ext uri="{FF2B5EF4-FFF2-40B4-BE49-F238E27FC236}">
                  <a16:creationId xmlns:a16="http://schemas.microsoft.com/office/drawing/2014/main" id="{4A5A108D-B2E3-87C6-3A55-E0087F72DF25}"/>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 name="Google Shape;8829;p60">
              <a:extLst>
                <a:ext uri="{FF2B5EF4-FFF2-40B4-BE49-F238E27FC236}">
                  <a16:creationId xmlns:a16="http://schemas.microsoft.com/office/drawing/2014/main" id="{7EA09CC2-7C07-E395-5C0D-2CDB4598200A}"/>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 name="Google Shape;8830;p60">
              <a:extLst>
                <a:ext uri="{FF2B5EF4-FFF2-40B4-BE49-F238E27FC236}">
                  <a16:creationId xmlns:a16="http://schemas.microsoft.com/office/drawing/2014/main" id="{93107B25-B602-10B7-E978-7538A87AE2FA}"/>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 name="Google Shape;8831;p60">
              <a:extLst>
                <a:ext uri="{FF2B5EF4-FFF2-40B4-BE49-F238E27FC236}">
                  <a16:creationId xmlns:a16="http://schemas.microsoft.com/office/drawing/2014/main" id="{81D1E639-383C-7CC5-543A-6855171CE568}"/>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6" name="Google Shape;8832;p60">
              <a:extLst>
                <a:ext uri="{FF2B5EF4-FFF2-40B4-BE49-F238E27FC236}">
                  <a16:creationId xmlns:a16="http://schemas.microsoft.com/office/drawing/2014/main" id="{43975E0D-6F82-9548-1316-4751E1483E76}"/>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7" name="Google Shape;8833;p60">
              <a:extLst>
                <a:ext uri="{FF2B5EF4-FFF2-40B4-BE49-F238E27FC236}">
                  <a16:creationId xmlns:a16="http://schemas.microsoft.com/office/drawing/2014/main" id="{A26BDC32-16A0-58EB-5B59-93CD06A91218}"/>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8" name="Google Shape;8834;p60">
              <a:extLst>
                <a:ext uri="{FF2B5EF4-FFF2-40B4-BE49-F238E27FC236}">
                  <a16:creationId xmlns:a16="http://schemas.microsoft.com/office/drawing/2014/main" id="{D0C6FF07-F21D-E076-0117-717109450E39}"/>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9" name="Google Shape;8835;p60">
              <a:extLst>
                <a:ext uri="{FF2B5EF4-FFF2-40B4-BE49-F238E27FC236}">
                  <a16:creationId xmlns:a16="http://schemas.microsoft.com/office/drawing/2014/main" id="{41AA3D74-5FD0-B69D-58E3-F38277448960}"/>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0" name="Google Shape;8836;p60">
              <a:extLst>
                <a:ext uri="{FF2B5EF4-FFF2-40B4-BE49-F238E27FC236}">
                  <a16:creationId xmlns:a16="http://schemas.microsoft.com/office/drawing/2014/main" id="{ED3D3C39-D633-ECB4-7EBE-08F7B4E2F72E}"/>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1" name="Google Shape;8837;p60">
              <a:extLst>
                <a:ext uri="{FF2B5EF4-FFF2-40B4-BE49-F238E27FC236}">
                  <a16:creationId xmlns:a16="http://schemas.microsoft.com/office/drawing/2014/main" id="{409A3070-7F4B-C959-0F92-A45638CA9879}"/>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2" name="Google Shape;8838;p60">
              <a:extLst>
                <a:ext uri="{FF2B5EF4-FFF2-40B4-BE49-F238E27FC236}">
                  <a16:creationId xmlns:a16="http://schemas.microsoft.com/office/drawing/2014/main" id="{2C8D646C-DBAD-DDC3-DA53-BC47C16BF3B4}"/>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3" name="Google Shape;8839;p60">
              <a:extLst>
                <a:ext uri="{FF2B5EF4-FFF2-40B4-BE49-F238E27FC236}">
                  <a16:creationId xmlns:a16="http://schemas.microsoft.com/office/drawing/2014/main" id="{25522AF6-FC21-B31B-CD1D-07F47C659479}"/>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4" name="Google Shape;8840;p60">
              <a:extLst>
                <a:ext uri="{FF2B5EF4-FFF2-40B4-BE49-F238E27FC236}">
                  <a16:creationId xmlns:a16="http://schemas.microsoft.com/office/drawing/2014/main" id="{2490D4F5-07E6-5D2E-B3E2-DCF19693074D}"/>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5" name="Google Shape;8841;p60">
              <a:extLst>
                <a:ext uri="{FF2B5EF4-FFF2-40B4-BE49-F238E27FC236}">
                  <a16:creationId xmlns:a16="http://schemas.microsoft.com/office/drawing/2014/main" id="{F833B794-3352-B894-7893-EE65A8D87E52}"/>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6" name="Google Shape;8842;p60">
              <a:extLst>
                <a:ext uri="{FF2B5EF4-FFF2-40B4-BE49-F238E27FC236}">
                  <a16:creationId xmlns:a16="http://schemas.microsoft.com/office/drawing/2014/main" id="{35F55AF3-7644-4A10-23AA-BC6E9719F8B4}"/>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7" name="Google Shape;8843;p60">
              <a:extLst>
                <a:ext uri="{FF2B5EF4-FFF2-40B4-BE49-F238E27FC236}">
                  <a16:creationId xmlns:a16="http://schemas.microsoft.com/office/drawing/2014/main" id="{778E1604-5FF2-ADEE-0D6C-1F3CC42CCF76}"/>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8" name="Google Shape;8844;p60">
              <a:extLst>
                <a:ext uri="{FF2B5EF4-FFF2-40B4-BE49-F238E27FC236}">
                  <a16:creationId xmlns:a16="http://schemas.microsoft.com/office/drawing/2014/main" id="{6299FA46-0F8B-DF2A-DFC7-1DA190DA8EBD}"/>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9" name="Google Shape;8845;p60">
              <a:extLst>
                <a:ext uri="{FF2B5EF4-FFF2-40B4-BE49-F238E27FC236}">
                  <a16:creationId xmlns:a16="http://schemas.microsoft.com/office/drawing/2014/main" id="{2D2AA58A-E899-7136-8C7C-80D981DF2137}"/>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0" name="Google Shape;8846;p60">
              <a:extLst>
                <a:ext uri="{FF2B5EF4-FFF2-40B4-BE49-F238E27FC236}">
                  <a16:creationId xmlns:a16="http://schemas.microsoft.com/office/drawing/2014/main" id="{3CEC64A8-D282-D951-FF2D-70814B57D91D}"/>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1" name="Google Shape;8847;p60">
              <a:extLst>
                <a:ext uri="{FF2B5EF4-FFF2-40B4-BE49-F238E27FC236}">
                  <a16:creationId xmlns:a16="http://schemas.microsoft.com/office/drawing/2014/main" id="{2497D3DF-944E-B237-EC28-F10850777801}"/>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2" name="Google Shape;8848;p60">
              <a:extLst>
                <a:ext uri="{FF2B5EF4-FFF2-40B4-BE49-F238E27FC236}">
                  <a16:creationId xmlns:a16="http://schemas.microsoft.com/office/drawing/2014/main" id="{79E4CB5F-A104-2FAF-069F-B89B3EF56F02}"/>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3" name="Google Shape;8849;p60">
              <a:extLst>
                <a:ext uri="{FF2B5EF4-FFF2-40B4-BE49-F238E27FC236}">
                  <a16:creationId xmlns:a16="http://schemas.microsoft.com/office/drawing/2014/main" id="{9B6A84C3-90C8-7B45-EF3D-A0DC990BC573}"/>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44" name="TextBox 43">
            <a:extLst>
              <a:ext uri="{FF2B5EF4-FFF2-40B4-BE49-F238E27FC236}">
                <a16:creationId xmlns:a16="http://schemas.microsoft.com/office/drawing/2014/main" id="{78C66043-6DEA-9C7A-3BB3-02A1EBBB5A59}"/>
              </a:ext>
            </a:extLst>
          </p:cNvPr>
          <p:cNvSpPr txBox="1"/>
          <p:nvPr/>
        </p:nvSpPr>
        <p:spPr>
          <a:xfrm>
            <a:off x="1167782" y="1737715"/>
            <a:ext cx="2273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INDUSTRY</a:t>
            </a:r>
          </a:p>
        </p:txBody>
      </p:sp>
      <p:cxnSp>
        <p:nvCxnSpPr>
          <p:cNvPr id="82" name="Google Shape;2079;p158">
            <a:extLst>
              <a:ext uri="{FF2B5EF4-FFF2-40B4-BE49-F238E27FC236}">
                <a16:creationId xmlns:a16="http://schemas.microsoft.com/office/drawing/2014/main" id="{87404E9E-1233-66A1-801C-55F9E8B7D60E}"/>
              </a:ext>
            </a:extLst>
          </p:cNvPr>
          <p:cNvCxnSpPr>
            <a:cxnSpLocks/>
          </p:cNvCxnSpPr>
          <p:nvPr/>
        </p:nvCxnSpPr>
        <p:spPr>
          <a:xfrm>
            <a:off x="4569340" y="2195171"/>
            <a:ext cx="0" cy="4010483"/>
          </a:xfrm>
          <a:prstGeom prst="straightConnector1">
            <a:avLst/>
          </a:prstGeom>
          <a:noFill/>
          <a:ln w="28575" cap="flat" cmpd="sng">
            <a:solidFill>
              <a:schemeClr val="lt1"/>
            </a:solidFill>
            <a:prstDash val="solid"/>
            <a:round/>
            <a:headEnd type="none" w="med" len="med"/>
            <a:tailEnd type="none" w="med" len="med"/>
          </a:ln>
        </p:spPr>
      </p:cxnSp>
      <p:sp>
        <p:nvSpPr>
          <p:cNvPr id="85" name="TextBox 84">
            <a:extLst>
              <a:ext uri="{FF2B5EF4-FFF2-40B4-BE49-F238E27FC236}">
                <a16:creationId xmlns:a16="http://schemas.microsoft.com/office/drawing/2014/main" id="{759A8F75-BFC3-75A2-068E-A72D3E4189D1}"/>
              </a:ext>
            </a:extLst>
          </p:cNvPr>
          <p:cNvSpPr txBox="1"/>
          <p:nvPr/>
        </p:nvSpPr>
        <p:spPr>
          <a:xfrm>
            <a:off x="1111813" y="3708699"/>
            <a:ext cx="227309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THE </a:t>
            </a:r>
            <a:r>
              <a:rPr lang="es-ES" b="1">
                <a:solidFill>
                  <a:srgbClr val="0E166B"/>
                </a:solidFill>
                <a:latin typeface="Arial"/>
              </a:rPr>
              <a:t>CHALLENGE</a:t>
            </a:r>
            <a:endParaRPr kumimoji="0" lang="es-ES" sz="1800" b="1" i="0" u="none" strike="noStrike" kern="1200" cap="none" spc="0" normalizeH="0" baseline="0" noProof="0">
              <a:ln>
                <a:noFill/>
              </a:ln>
              <a:solidFill>
                <a:srgbClr val="0E166B"/>
              </a:solidFill>
              <a:effectLst/>
              <a:uLnTx/>
              <a:uFillTx/>
              <a:latin typeface="Arial"/>
              <a:ea typeface="+mn-ea"/>
              <a:cs typeface="+mn-cs"/>
            </a:endParaRPr>
          </a:p>
        </p:txBody>
      </p:sp>
      <p:grpSp>
        <p:nvGrpSpPr>
          <p:cNvPr id="87" name="Google Shape;8505;p60">
            <a:extLst>
              <a:ext uri="{FF2B5EF4-FFF2-40B4-BE49-F238E27FC236}">
                <a16:creationId xmlns:a16="http://schemas.microsoft.com/office/drawing/2014/main" id="{5362E6E1-9886-1AD3-BC3B-8B624AAA8E37}"/>
              </a:ext>
            </a:extLst>
          </p:cNvPr>
          <p:cNvGrpSpPr/>
          <p:nvPr/>
        </p:nvGrpSpPr>
        <p:grpSpPr>
          <a:xfrm>
            <a:off x="576072" y="3623735"/>
            <a:ext cx="555447" cy="513067"/>
            <a:chOff x="2180884" y="2888719"/>
            <a:chExt cx="376752" cy="374468"/>
          </a:xfrm>
        </p:grpSpPr>
        <p:sp>
          <p:nvSpPr>
            <p:cNvPr id="88" name="Google Shape;8506;p60">
              <a:extLst>
                <a:ext uri="{FF2B5EF4-FFF2-40B4-BE49-F238E27FC236}">
                  <a16:creationId xmlns:a16="http://schemas.microsoft.com/office/drawing/2014/main" id="{7BF9B11F-6590-6545-C3A0-3C270F41D03D}"/>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89" name="Google Shape;8507;p60">
              <a:extLst>
                <a:ext uri="{FF2B5EF4-FFF2-40B4-BE49-F238E27FC236}">
                  <a16:creationId xmlns:a16="http://schemas.microsoft.com/office/drawing/2014/main" id="{F2FC52B2-5688-748C-0FC3-D04C1DB1A0F5}"/>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0" name="Google Shape;8508;p60">
              <a:extLst>
                <a:ext uri="{FF2B5EF4-FFF2-40B4-BE49-F238E27FC236}">
                  <a16:creationId xmlns:a16="http://schemas.microsoft.com/office/drawing/2014/main" id="{49002D25-A413-C798-1962-6ECC0F1B44F3}"/>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1" name="Google Shape;8509;p60">
              <a:extLst>
                <a:ext uri="{FF2B5EF4-FFF2-40B4-BE49-F238E27FC236}">
                  <a16:creationId xmlns:a16="http://schemas.microsoft.com/office/drawing/2014/main" id="{8172091F-1C84-A9C8-209E-1D41543C8546}"/>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2" name="Google Shape;8510;p60">
              <a:extLst>
                <a:ext uri="{FF2B5EF4-FFF2-40B4-BE49-F238E27FC236}">
                  <a16:creationId xmlns:a16="http://schemas.microsoft.com/office/drawing/2014/main" id="{21D4ED8B-C073-781B-27FF-EA4E6738F552}"/>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3" name="Google Shape;8511;p60">
              <a:extLst>
                <a:ext uri="{FF2B5EF4-FFF2-40B4-BE49-F238E27FC236}">
                  <a16:creationId xmlns:a16="http://schemas.microsoft.com/office/drawing/2014/main" id="{FA26F10A-4077-5D94-25CA-9B165FD92DBB}"/>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4" name="Google Shape;8512;p60">
              <a:extLst>
                <a:ext uri="{FF2B5EF4-FFF2-40B4-BE49-F238E27FC236}">
                  <a16:creationId xmlns:a16="http://schemas.microsoft.com/office/drawing/2014/main" id="{488B9BE9-0E54-BA29-91CA-8F205C15F1EB}"/>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5" name="Google Shape;8513;p60">
              <a:extLst>
                <a:ext uri="{FF2B5EF4-FFF2-40B4-BE49-F238E27FC236}">
                  <a16:creationId xmlns:a16="http://schemas.microsoft.com/office/drawing/2014/main" id="{21BDB382-236E-E8A0-C7D5-AFFD6AED64C0}"/>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6" name="Google Shape;8514;p60">
              <a:extLst>
                <a:ext uri="{FF2B5EF4-FFF2-40B4-BE49-F238E27FC236}">
                  <a16:creationId xmlns:a16="http://schemas.microsoft.com/office/drawing/2014/main" id="{37C612D7-52D4-F002-D450-4012555F61FF}"/>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7" name="Google Shape;8515;p60">
              <a:extLst>
                <a:ext uri="{FF2B5EF4-FFF2-40B4-BE49-F238E27FC236}">
                  <a16:creationId xmlns:a16="http://schemas.microsoft.com/office/drawing/2014/main" id="{F8A6EEDF-A42D-779C-8107-FB51D5B8B27B}"/>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8" name="Google Shape;8516;p60">
              <a:extLst>
                <a:ext uri="{FF2B5EF4-FFF2-40B4-BE49-F238E27FC236}">
                  <a16:creationId xmlns:a16="http://schemas.microsoft.com/office/drawing/2014/main" id="{BE90F82F-4B15-C57E-20C0-D495CB49447C}"/>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9" name="Google Shape;8517;p60">
              <a:extLst>
                <a:ext uri="{FF2B5EF4-FFF2-40B4-BE49-F238E27FC236}">
                  <a16:creationId xmlns:a16="http://schemas.microsoft.com/office/drawing/2014/main" id="{8C456DEE-DF87-C451-2269-133407D9E28D}"/>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0" name="Google Shape;8518;p60">
              <a:extLst>
                <a:ext uri="{FF2B5EF4-FFF2-40B4-BE49-F238E27FC236}">
                  <a16:creationId xmlns:a16="http://schemas.microsoft.com/office/drawing/2014/main" id="{92CDEF96-D14C-C621-F442-9130E21C6978}"/>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1" name="Google Shape;8519;p60">
              <a:extLst>
                <a:ext uri="{FF2B5EF4-FFF2-40B4-BE49-F238E27FC236}">
                  <a16:creationId xmlns:a16="http://schemas.microsoft.com/office/drawing/2014/main" id="{A3875F15-067A-C328-652B-59FA63124AF1}"/>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184" name="Google Shape;1746;p147">
            <a:extLst>
              <a:ext uri="{FF2B5EF4-FFF2-40B4-BE49-F238E27FC236}">
                <a16:creationId xmlns:a16="http://schemas.microsoft.com/office/drawing/2014/main" id="{3C47E464-370F-803F-BD4B-E9072B1A8FEF}"/>
              </a:ext>
            </a:extLst>
          </p:cNvPr>
          <p:cNvGrpSpPr/>
          <p:nvPr/>
        </p:nvGrpSpPr>
        <p:grpSpPr>
          <a:xfrm>
            <a:off x="5982924" y="3330209"/>
            <a:ext cx="4228423" cy="979620"/>
            <a:chOff x="2457787" y="2317237"/>
            <a:chExt cx="4228423" cy="979620"/>
          </a:xfrm>
          <a:solidFill>
            <a:srgbClr val="DDDEEA"/>
          </a:solidFill>
        </p:grpSpPr>
        <p:sp>
          <p:nvSpPr>
            <p:cNvPr id="185" name="Google Shape;1747;p147">
              <a:extLst>
                <a:ext uri="{FF2B5EF4-FFF2-40B4-BE49-F238E27FC236}">
                  <a16:creationId xmlns:a16="http://schemas.microsoft.com/office/drawing/2014/main" id="{3A19F1BC-BE8A-F3B7-73CA-86A00AC3360C}"/>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solidFill>
                <a:srgbClr val="DDDEEA"/>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6" name="Google Shape;1748;p147">
              <a:extLst>
                <a:ext uri="{FF2B5EF4-FFF2-40B4-BE49-F238E27FC236}">
                  <a16:creationId xmlns:a16="http://schemas.microsoft.com/office/drawing/2014/main" id="{5871ED4E-234F-9151-A4DA-E30205219026}"/>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solidFill>
                <a:srgbClr val="DDDEEA"/>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7" name="Google Shape;1749;p147">
              <a:extLst>
                <a:ext uri="{FF2B5EF4-FFF2-40B4-BE49-F238E27FC236}">
                  <a16:creationId xmlns:a16="http://schemas.microsoft.com/office/drawing/2014/main" id="{9BE7A7DE-34B1-8437-E55F-D5249D750119}"/>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solidFill>
                <a:srgbClr val="DDDEEA"/>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cxnSp>
        <p:nvCxnSpPr>
          <p:cNvPr id="188" name="Google Shape;1750;p147">
            <a:extLst>
              <a:ext uri="{FF2B5EF4-FFF2-40B4-BE49-F238E27FC236}">
                <a16:creationId xmlns:a16="http://schemas.microsoft.com/office/drawing/2014/main" id="{790BF69D-D465-6EB8-AFAF-EFADD7BB979E}"/>
              </a:ext>
            </a:extLst>
          </p:cNvPr>
          <p:cNvCxnSpPr/>
          <p:nvPr/>
        </p:nvCxnSpPr>
        <p:spPr>
          <a:xfrm rot="10800000">
            <a:off x="9650162" y="3101072"/>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189" name="Google Shape;1751;p147">
            <a:extLst>
              <a:ext uri="{FF2B5EF4-FFF2-40B4-BE49-F238E27FC236}">
                <a16:creationId xmlns:a16="http://schemas.microsoft.com/office/drawing/2014/main" id="{C9756BA0-962B-6745-806F-6EF5D6E7FE58}"/>
              </a:ext>
            </a:extLst>
          </p:cNvPr>
          <p:cNvCxnSpPr/>
          <p:nvPr/>
        </p:nvCxnSpPr>
        <p:spPr>
          <a:xfrm rot="10800000">
            <a:off x="7584437" y="3101222"/>
            <a:ext cx="0" cy="229200"/>
          </a:xfrm>
          <a:prstGeom prst="straightConnector1">
            <a:avLst/>
          </a:prstGeom>
          <a:noFill/>
          <a:ln w="19050" cap="flat" cmpd="sng">
            <a:solidFill>
              <a:srgbClr val="0E166B"/>
            </a:solidFill>
            <a:prstDash val="solid"/>
            <a:round/>
            <a:headEnd type="none" w="med" len="med"/>
            <a:tailEnd type="diamond" w="med" len="med"/>
          </a:ln>
        </p:spPr>
      </p:cxnSp>
      <p:cxnSp>
        <p:nvCxnSpPr>
          <p:cNvPr id="208" name="Google Shape;1770;p147">
            <a:extLst>
              <a:ext uri="{FF2B5EF4-FFF2-40B4-BE49-F238E27FC236}">
                <a16:creationId xmlns:a16="http://schemas.microsoft.com/office/drawing/2014/main" id="{5FAAC797-2A64-B36F-8585-3AE0EAB7BF05}"/>
              </a:ext>
            </a:extLst>
          </p:cNvPr>
          <p:cNvCxnSpPr/>
          <p:nvPr/>
        </p:nvCxnSpPr>
        <p:spPr>
          <a:xfrm>
            <a:off x="6533415" y="4315013"/>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209" name="Google Shape;1771;p147">
            <a:extLst>
              <a:ext uri="{FF2B5EF4-FFF2-40B4-BE49-F238E27FC236}">
                <a16:creationId xmlns:a16="http://schemas.microsoft.com/office/drawing/2014/main" id="{6781E110-D5E9-637C-4DE1-0360ECAAD9F9}"/>
              </a:ext>
            </a:extLst>
          </p:cNvPr>
          <p:cNvCxnSpPr/>
          <p:nvPr/>
        </p:nvCxnSpPr>
        <p:spPr>
          <a:xfrm>
            <a:off x="8599140" y="4315004"/>
            <a:ext cx="0" cy="229200"/>
          </a:xfrm>
          <a:prstGeom prst="straightConnector1">
            <a:avLst/>
          </a:prstGeom>
          <a:noFill/>
          <a:ln w="19050" cap="flat" cmpd="sng">
            <a:solidFill>
              <a:srgbClr val="0E166B"/>
            </a:solidFill>
            <a:prstDash val="solid"/>
            <a:round/>
            <a:headEnd type="none" w="med" len="med"/>
            <a:tailEnd type="diamond" w="med" len="med"/>
          </a:ln>
        </p:spPr>
      </p:cxnSp>
      <p:sp>
        <p:nvSpPr>
          <p:cNvPr id="210" name="TextBox 209">
            <a:extLst>
              <a:ext uri="{FF2B5EF4-FFF2-40B4-BE49-F238E27FC236}">
                <a16:creationId xmlns:a16="http://schemas.microsoft.com/office/drawing/2014/main" id="{C7499121-2E1F-3F8A-7B80-3260C56E4F51}"/>
              </a:ext>
            </a:extLst>
          </p:cNvPr>
          <p:cNvSpPr txBox="1"/>
          <p:nvPr/>
        </p:nvSpPr>
        <p:spPr>
          <a:xfrm>
            <a:off x="5364225" y="1666154"/>
            <a:ext cx="20805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OUR APPROACH</a:t>
            </a:r>
          </a:p>
        </p:txBody>
      </p:sp>
      <p:grpSp>
        <p:nvGrpSpPr>
          <p:cNvPr id="211" name="Google Shape;12619;p62">
            <a:extLst>
              <a:ext uri="{FF2B5EF4-FFF2-40B4-BE49-F238E27FC236}">
                <a16:creationId xmlns:a16="http://schemas.microsoft.com/office/drawing/2014/main" id="{BD765017-546C-3C7A-1141-7A772C7CC886}"/>
              </a:ext>
            </a:extLst>
          </p:cNvPr>
          <p:cNvGrpSpPr/>
          <p:nvPr/>
        </p:nvGrpSpPr>
        <p:grpSpPr>
          <a:xfrm>
            <a:off x="4747447" y="1587391"/>
            <a:ext cx="514141" cy="461597"/>
            <a:chOff x="3965190" y="3842252"/>
            <a:chExt cx="369801" cy="296813"/>
          </a:xfrm>
        </p:grpSpPr>
        <p:sp>
          <p:nvSpPr>
            <p:cNvPr id="212" name="Google Shape;12620;p62">
              <a:extLst>
                <a:ext uri="{FF2B5EF4-FFF2-40B4-BE49-F238E27FC236}">
                  <a16:creationId xmlns:a16="http://schemas.microsoft.com/office/drawing/2014/main" id="{4D458708-A327-4939-D251-9A8B7A9439EB}"/>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3" name="Google Shape;12621;p62">
              <a:extLst>
                <a:ext uri="{FF2B5EF4-FFF2-40B4-BE49-F238E27FC236}">
                  <a16:creationId xmlns:a16="http://schemas.microsoft.com/office/drawing/2014/main" id="{A7880F5D-1763-1956-3101-3514F9BB1F34}"/>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4" name="Google Shape;12622;p62">
              <a:extLst>
                <a:ext uri="{FF2B5EF4-FFF2-40B4-BE49-F238E27FC236}">
                  <a16:creationId xmlns:a16="http://schemas.microsoft.com/office/drawing/2014/main" id="{D399DEE3-ACA0-3557-4EE4-4C5A4EFF3591}"/>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5" name="Google Shape;12623;p62">
              <a:extLst>
                <a:ext uri="{FF2B5EF4-FFF2-40B4-BE49-F238E27FC236}">
                  <a16:creationId xmlns:a16="http://schemas.microsoft.com/office/drawing/2014/main" id="{D79E8F9B-86CA-4443-C5ED-CB812D0A925F}"/>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6" name="Google Shape;12624;p62">
              <a:extLst>
                <a:ext uri="{FF2B5EF4-FFF2-40B4-BE49-F238E27FC236}">
                  <a16:creationId xmlns:a16="http://schemas.microsoft.com/office/drawing/2014/main" id="{98060054-3DDF-7E4F-15DF-D4945B9D793E}"/>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7" name="Google Shape;12625;p62">
              <a:extLst>
                <a:ext uri="{FF2B5EF4-FFF2-40B4-BE49-F238E27FC236}">
                  <a16:creationId xmlns:a16="http://schemas.microsoft.com/office/drawing/2014/main" id="{71419BDF-4DA9-F8F9-1849-37063028AA7A}"/>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8" name="Google Shape;12626;p62">
              <a:extLst>
                <a:ext uri="{FF2B5EF4-FFF2-40B4-BE49-F238E27FC236}">
                  <a16:creationId xmlns:a16="http://schemas.microsoft.com/office/drawing/2014/main" id="{A16CB6A4-94AE-6EA4-142D-C6020AAAB0BD}"/>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9" name="Google Shape;12627;p62">
              <a:extLst>
                <a:ext uri="{FF2B5EF4-FFF2-40B4-BE49-F238E27FC236}">
                  <a16:creationId xmlns:a16="http://schemas.microsoft.com/office/drawing/2014/main" id="{89918A51-8739-986E-7284-9712DE36FA4A}"/>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0" name="Google Shape;12628;p62">
              <a:extLst>
                <a:ext uri="{FF2B5EF4-FFF2-40B4-BE49-F238E27FC236}">
                  <a16:creationId xmlns:a16="http://schemas.microsoft.com/office/drawing/2014/main" id="{EBC864F5-2C32-5420-09E8-793A3865B4FC}"/>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1" name="Google Shape;12629;p62">
              <a:extLst>
                <a:ext uri="{FF2B5EF4-FFF2-40B4-BE49-F238E27FC236}">
                  <a16:creationId xmlns:a16="http://schemas.microsoft.com/office/drawing/2014/main" id="{E58D4141-B9D8-77EA-8ACB-9FB9C3251678}"/>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2" name="Google Shape;12630;p62">
              <a:extLst>
                <a:ext uri="{FF2B5EF4-FFF2-40B4-BE49-F238E27FC236}">
                  <a16:creationId xmlns:a16="http://schemas.microsoft.com/office/drawing/2014/main" id="{F3794732-84FC-23EF-95D9-41ABBF858A14}"/>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3" name="Google Shape;12631;p62">
              <a:extLst>
                <a:ext uri="{FF2B5EF4-FFF2-40B4-BE49-F238E27FC236}">
                  <a16:creationId xmlns:a16="http://schemas.microsoft.com/office/drawing/2014/main" id="{568C2A62-3EFC-6AAE-8077-026CEBCC3820}"/>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4" name="Google Shape;12632;p62">
              <a:extLst>
                <a:ext uri="{FF2B5EF4-FFF2-40B4-BE49-F238E27FC236}">
                  <a16:creationId xmlns:a16="http://schemas.microsoft.com/office/drawing/2014/main" id="{D249C4D4-E9E4-B197-EF44-E8B13434F2F8}"/>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5" name="Google Shape;12633;p62">
              <a:extLst>
                <a:ext uri="{FF2B5EF4-FFF2-40B4-BE49-F238E27FC236}">
                  <a16:creationId xmlns:a16="http://schemas.microsoft.com/office/drawing/2014/main" id="{4A69D629-3F21-6E4F-BD5E-2355A538FED2}"/>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6" name="Google Shape;12634;p62">
              <a:extLst>
                <a:ext uri="{FF2B5EF4-FFF2-40B4-BE49-F238E27FC236}">
                  <a16:creationId xmlns:a16="http://schemas.microsoft.com/office/drawing/2014/main" id="{6795BCDC-0228-B868-2CBD-3286468B83BB}"/>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7" name="Google Shape;12635;p62">
              <a:extLst>
                <a:ext uri="{FF2B5EF4-FFF2-40B4-BE49-F238E27FC236}">
                  <a16:creationId xmlns:a16="http://schemas.microsoft.com/office/drawing/2014/main" id="{813E2196-C80A-C57F-0107-0AE074AF3CE8}"/>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8" name="Google Shape;12636;p62">
              <a:extLst>
                <a:ext uri="{FF2B5EF4-FFF2-40B4-BE49-F238E27FC236}">
                  <a16:creationId xmlns:a16="http://schemas.microsoft.com/office/drawing/2014/main" id="{C54F5D5C-B285-CEDC-9AE6-C2AF36B50B4A}"/>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9" name="Google Shape;12637;p62">
              <a:extLst>
                <a:ext uri="{FF2B5EF4-FFF2-40B4-BE49-F238E27FC236}">
                  <a16:creationId xmlns:a16="http://schemas.microsoft.com/office/drawing/2014/main" id="{997B9252-17BB-2B32-7304-737C8150C2B0}"/>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0" name="Google Shape;12638;p62">
              <a:extLst>
                <a:ext uri="{FF2B5EF4-FFF2-40B4-BE49-F238E27FC236}">
                  <a16:creationId xmlns:a16="http://schemas.microsoft.com/office/drawing/2014/main" id="{3F49626B-F963-FE80-D002-22102CBF689B}"/>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1" name="Google Shape;12639;p62">
              <a:extLst>
                <a:ext uri="{FF2B5EF4-FFF2-40B4-BE49-F238E27FC236}">
                  <a16:creationId xmlns:a16="http://schemas.microsoft.com/office/drawing/2014/main" id="{A34C5C2D-3ACC-C09B-1E68-8E8CC19A383F}"/>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2" name="Google Shape;12640;p62">
              <a:extLst>
                <a:ext uri="{FF2B5EF4-FFF2-40B4-BE49-F238E27FC236}">
                  <a16:creationId xmlns:a16="http://schemas.microsoft.com/office/drawing/2014/main" id="{DFC5A306-6E1E-D163-E9D0-38E02ABC4538}"/>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grpSp>
      <p:sp>
        <p:nvSpPr>
          <p:cNvPr id="45" name="TextBox 44">
            <a:extLst>
              <a:ext uri="{FF2B5EF4-FFF2-40B4-BE49-F238E27FC236}">
                <a16:creationId xmlns:a16="http://schemas.microsoft.com/office/drawing/2014/main" id="{E716E0A8-758D-551A-FCF5-34A880C97FF4}"/>
              </a:ext>
            </a:extLst>
          </p:cNvPr>
          <p:cNvSpPr txBox="1"/>
          <p:nvPr/>
        </p:nvSpPr>
        <p:spPr>
          <a:xfrm>
            <a:off x="5143800" y="4575827"/>
            <a:ext cx="2342627" cy="984885"/>
          </a:xfrm>
          <a:prstGeom prst="rect">
            <a:avLst/>
          </a:prstGeom>
          <a:noFill/>
        </p:spPr>
        <p:txBody>
          <a:bodyPr wrap="square">
            <a:spAutoFit/>
          </a:bodyPr>
          <a:lstStyle/>
          <a:p>
            <a:pPr algn="ctr"/>
            <a:r>
              <a:rPr lang="en-US" sz="1400" b="1">
                <a:solidFill>
                  <a:srgbClr val="0E166B"/>
                </a:solidFill>
                <a:latin typeface="Segoe UI Light" panose="020B0502040204020203" pitchFamily="34" charset="0"/>
                <a:cs typeface="Segoe UI Light" panose="020B0502040204020203" pitchFamily="34" charset="0"/>
              </a:rPr>
              <a:t>Data Collection</a:t>
            </a:r>
          </a:p>
          <a:p>
            <a:pPr algn="ctr"/>
            <a:r>
              <a:rPr lang="en-US" sz="1100">
                <a:solidFill>
                  <a:srgbClr val="0E166B"/>
                </a:solidFill>
                <a:latin typeface="Segoe UI Light" panose="020B0502040204020203" pitchFamily="34" charset="0"/>
                <a:cs typeface="Segoe UI Light" panose="020B0502040204020203" pitchFamily="34" charset="0"/>
              </a:rPr>
              <a:t>Conduct extensive discovery sessions and walkthrough meetings per department to understand data flow and dependencies</a:t>
            </a:r>
            <a:endParaRPr lang="bg-BG" sz="1100">
              <a:solidFill>
                <a:srgbClr val="0E166B"/>
              </a:solidFill>
              <a:latin typeface="Segoe UI Light" panose="020B0502040204020203" pitchFamily="34" charset="0"/>
              <a:cs typeface="Segoe UI Light" panose="020B0502040204020203" pitchFamily="34" charset="0"/>
            </a:endParaRPr>
          </a:p>
        </p:txBody>
      </p:sp>
      <p:sp>
        <p:nvSpPr>
          <p:cNvPr id="46" name="TextBox 45">
            <a:extLst>
              <a:ext uri="{FF2B5EF4-FFF2-40B4-BE49-F238E27FC236}">
                <a16:creationId xmlns:a16="http://schemas.microsoft.com/office/drawing/2014/main" id="{1F30B2EB-B145-9C9B-4952-22B35FA81EC6}"/>
              </a:ext>
            </a:extLst>
          </p:cNvPr>
          <p:cNvSpPr txBox="1"/>
          <p:nvPr/>
        </p:nvSpPr>
        <p:spPr>
          <a:xfrm>
            <a:off x="6046224" y="2117420"/>
            <a:ext cx="2562248" cy="984885"/>
          </a:xfrm>
          <a:prstGeom prst="rect">
            <a:avLst/>
          </a:prstGeom>
          <a:noFill/>
        </p:spPr>
        <p:txBody>
          <a:bodyPr wrap="square">
            <a:spAutoFit/>
          </a:bodyPr>
          <a:lstStyle/>
          <a:p>
            <a:pPr algn="ctr"/>
            <a:r>
              <a:rPr lang="en-US" sz="1400" b="1">
                <a:solidFill>
                  <a:srgbClr val="0E166B"/>
                </a:solidFill>
                <a:latin typeface="Segoe UI Light" panose="020B0502040204020203" pitchFamily="34" charset="0"/>
                <a:cs typeface="Segoe UI Light" panose="020B0502040204020203" pitchFamily="34" charset="0"/>
              </a:rPr>
              <a:t>Analysis</a:t>
            </a:r>
          </a:p>
          <a:p>
            <a:pPr algn="ctr"/>
            <a:r>
              <a:rPr lang="en-US" sz="1100">
                <a:solidFill>
                  <a:srgbClr val="0E166B"/>
                </a:solidFill>
                <a:latin typeface="Segoe UI Light" panose="020B0502040204020203" pitchFamily="34" charset="0"/>
                <a:cs typeface="Segoe UI Light" panose="020B0502040204020203" pitchFamily="34" charset="0"/>
              </a:rPr>
              <a:t>Analyze key reports and core systems </a:t>
            </a:r>
            <a:r>
              <a:rPr lang="en-US" sz="1100" i="1">
                <a:solidFill>
                  <a:srgbClr val="0E166B"/>
                </a:solidFill>
                <a:latin typeface="Segoe UI Light" panose="020B0502040204020203" pitchFamily="34" charset="0"/>
                <a:cs typeface="Segoe UI Light" panose="020B0502040204020203" pitchFamily="34" charset="0"/>
              </a:rPr>
              <a:t>(</a:t>
            </a:r>
            <a:r>
              <a:rPr lang="en-US" sz="1100" i="1" err="1">
                <a:solidFill>
                  <a:srgbClr val="0E166B"/>
                </a:solidFill>
                <a:latin typeface="Segoe UI Light" panose="020B0502040204020203" pitchFamily="34" charset="0"/>
                <a:cs typeface="Segoe UI Light" panose="020B0502040204020203" pitchFamily="34" charset="0"/>
              </a:rPr>
              <a:t>e.g</a:t>
            </a:r>
            <a:r>
              <a:rPr lang="en-US" sz="1100" i="1">
                <a:solidFill>
                  <a:srgbClr val="0E166B"/>
                </a:solidFill>
                <a:latin typeface="Segoe UI Light" panose="020B0502040204020203" pitchFamily="34" charset="0"/>
                <a:cs typeface="Segoe UI Light" panose="020B0502040204020203" pitchFamily="34" charset="0"/>
              </a:rPr>
              <a:t> Deal Cloud, 4Degrees, LP360…) </a:t>
            </a:r>
            <a:r>
              <a:rPr lang="en-US" sz="1100">
                <a:solidFill>
                  <a:srgbClr val="0E166B"/>
                </a:solidFill>
                <a:latin typeface="Segoe UI Light" panose="020B0502040204020203" pitchFamily="34" charset="0"/>
                <a:cs typeface="Segoe UI Light" panose="020B0502040204020203" pitchFamily="34" charset="0"/>
              </a:rPr>
              <a:t>identifying data and reporting gaps and data quality issues </a:t>
            </a:r>
            <a:r>
              <a:rPr lang="en-US" sz="1100" i="1">
                <a:solidFill>
                  <a:srgbClr val="0E166B"/>
                </a:solidFill>
                <a:latin typeface="Segoe UI Light" panose="020B0502040204020203" pitchFamily="34" charset="0"/>
                <a:cs typeface="Segoe UI Light" panose="020B0502040204020203" pitchFamily="34" charset="0"/>
              </a:rPr>
              <a:t> </a:t>
            </a:r>
            <a:endParaRPr lang="bg-BG" sz="1100" i="1">
              <a:solidFill>
                <a:srgbClr val="0E166B"/>
              </a:solidFill>
              <a:latin typeface="Segoe UI Light" panose="020B0502040204020203" pitchFamily="34" charset="0"/>
              <a:cs typeface="Segoe UI Light" panose="020B0502040204020203" pitchFamily="34" charset="0"/>
            </a:endParaRPr>
          </a:p>
        </p:txBody>
      </p:sp>
      <p:sp>
        <p:nvSpPr>
          <p:cNvPr id="47" name="TextBox 46">
            <a:extLst>
              <a:ext uri="{FF2B5EF4-FFF2-40B4-BE49-F238E27FC236}">
                <a16:creationId xmlns:a16="http://schemas.microsoft.com/office/drawing/2014/main" id="{F2428E5E-04FC-14A6-32A5-DE8609EFD513}"/>
              </a:ext>
            </a:extLst>
          </p:cNvPr>
          <p:cNvSpPr txBox="1"/>
          <p:nvPr/>
        </p:nvSpPr>
        <p:spPr>
          <a:xfrm>
            <a:off x="7486428" y="4600350"/>
            <a:ext cx="3168253" cy="984885"/>
          </a:xfrm>
          <a:prstGeom prst="rect">
            <a:avLst/>
          </a:prstGeom>
          <a:noFill/>
        </p:spPr>
        <p:txBody>
          <a:bodyPr wrap="square">
            <a:spAutoFit/>
          </a:bodyPr>
          <a:lstStyle/>
          <a:p>
            <a:pPr algn="ctr"/>
            <a:r>
              <a:rPr lang="en-US" sz="1400" b="1">
                <a:solidFill>
                  <a:srgbClr val="0E166B"/>
                </a:solidFill>
                <a:latin typeface="Segoe UI Light" panose="020B0502040204020203" pitchFamily="34" charset="0"/>
                <a:cs typeface="Segoe UI Light" panose="020B0502040204020203" pitchFamily="34" charset="0"/>
              </a:rPr>
              <a:t>Recommendations and Roadmap</a:t>
            </a:r>
          </a:p>
          <a:p>
            <a:pPr algn="ctr"/>
            <a:r>
              <a:rPr lang="en-US" sz="1100">
                <a:solidFill>
                  <a:srgbClr val="0E166B"/>
                </a:solidFill>
                <a:latin typeface="Segoe UI Light" panose="020B0502040204020203" pitchFamily="34" charset="0"/>
                <a:cs typeface="Segoe UI Light" panose="020B0502040204020203" pitchFamily="34" charset="0"/>
              </a:rPr>
              <a:t>Provide strategic recommendations per department and cross departmental regarding infrastructure, architecture, reporting and governance processes mapped in a roadmap</a:t>
            </a:r>
            <a:endParaRPr lang="bg-BG" sz="1100">
              <a:solidFill>
                <a:srgbClr val="0E166B"/>
              </a:solidFill>
              <a:latin typeface="Segoe UI Light" panose="020B0502040204020203" pitchFamily="34" charset="0"/>
              <a:cs typeface="Segoe UI Light" panose="020B0502040204020203" pitchFamily="34" charset="0"/>
            </a:endParaRPr>
          </a:p>
        </p:txBody>
      </p:sp>
      <p:sp>
        <p:nvSpPr>
          <p:cNvPr id="48" name="TextBox 47">
            <a:extLst>
              <a:ext uri="{FF2B5EF4-FFF2-40B4-BE49-F238E27FC236}">
                <a16:creationId xmlns:a16="http://schemas.microsoft.com/office/drawing/2014/main" id="{85CDB6C4-C6DF-2083-8436-5F1A9138AB88}"/>
              </a:ext>
            </a:extLst>
          </p:cNvPr>
          <p:cNvSpPr txBox="1"/>
          <p:nvPr/>
        </p:nvSpPr>
        <p:spPr>
          <a:xfrm>
            <a:off x="8577625" y="2117420"/>
            <a:ext cx="2562248" cy="984885"/>
          </a:xfrm>
          <a:prstGeom prst="rect">
            <a:avLst/>
          </a:prstGeom>
          <a:noFill/>
        </p:spPr>
        <p:txBody>
          <a:bodyPr wrap="square">
            <a:spAutoFit/>
          </a:bodyPr>
          <a:lstStyle/>
          <a:p>
            <a:pPr algn="ctr"/>
            <a:r>
              <a:rPr lang="en-US" sz="1400" b="1">
                <a:solidFill>
                  <a:srgbClr val="0E166B"/>
                </a:solidFill>
                <a:latin typeface="Segoe UI Light" panose="020B0502040204020203" pitchFamily="34" charset="0"/>
                <a:cs typeface="Segoe UI Light" panose="020B0502040204020203" pitchFamily="34" charset="0"/>
              </a:rPr>
              <a:t>Quick Wins</a:t>
            </a:r>
          </a:p>
          <a:p>
            <a:pPr algn="ctr"/>
            <a:r>
              <a:rPr lang="en-US" sz="1100">
                <a:solidFill>
                  <a:srgbClr val="0E166B"/>
                </a:solidFill>
                <a:latin typeface="Segoe UI Light" panose="020B0502040204020203" pitchFamily="34" charset="0"/>
                <a:cs typeface="Segoe UI Light" panose="020B0502040204020203" pitchFamily="34" charset="0"/>
              </a:rPr>
              <a:t>Identify quick wins early in the process so that the company can already experience immediate benefits </a:t>
            </a:r>
            <a:r>
              <a:rPr lang="en-US" sz="1100" i="1">
                <a:solidFill>
                  <a:srgbClr val="0E166B"/>
                </a:solidFill>
                <a:latin typeface="Segoe UI Light" panose="020B0502040204020203" pitchFamily="34" charset="0"/>
                <a:cs typeface="Segoe UI Light" panose="020B0502040204020203" pitchFamily="34" charset="0"/>
              </a:rPr>
              <a:t>(</a:t>
            </a:r>
            <a:r>
              <a:rPr lang="en-US" sz="1100" i="1" err="1">
                <a:solidFill>
                  <a:srgbClr val="0E166B"/>
                </a:solidFill>
                <a:latin typeface="Segoe UI Light" panose="020B0502040204020203" pitchFamily="34" charset="0"/>
                <a:cs typeface="Segoe UI Light" panose="020B0502040204020203" pitchFamily="34" charset="0"/>
              </a:rPr>
              <a:t>e.g</a:t>
            </a:r>
            <a:r>
              <a:rPr lang="en-US" sz="1100" i="1">
                <a:solidFill>
                  <a:srgbClr val="0E166B"/>
                </a:solidFill>
                <a:latin typeface="Segoe UI Light" panose="020B0502040204020203" pitchFamily="34" charset="0"/>
                <a:cs typeface="Segoe UI Light" panose="020B0502040204020203" pitchFamily="34" charset="0"/>
              </a:rPr>
              <a:t> Deal Cloud usage optimization)</a:t>
            </a:r>
            <a:endParaRPr lang="bg-BG" sz="1100" i="1">
              <a:solidFill>
                <a:srgbClr val="0E166B"/>
              </a:solidFill>
              <a:latin typeface="Segoe UI Light" panose="020B0502040204020203" pitchFamily="34" charset="0"/>
              <a:cs typeface="Segoe UI Light" panose="020B0502040204020203" pitchFamily="34" charset="0"/>
            </a:endParaRPr>
          </a:p>
        </p:txBody>
      </p:sp>
      <p:sp>
        <p:nvSpPr>
          <p:cNvPr id="49" name="TextBox 48">
            <a:extLst>
              <a:ext uri="{FF2B5EF4-FFF2-40B4-BE49-F238E27FC236}">
                <a16:creationId xmlns:a16="http://schemas.microsoft.com/office/drawing/2014/main" id="{2CA4D8B4-DA45-33EF-B98C-AAFFBBF6A8A4}"/>
              </a:ext>
            </a:extLst>
          </p:cNvPr>
          <p:cNvSpPr txBox="1"/>
          <p:nvPr/>
        </p:nvSpPr>
        <p:spPr>
          <a:xfrm>
            <a:off x="4916355" y="5772668"/>
            <a:ext cx="6587411" cy="338554"/>
          </a:xfrm>
          <a:prstGeom prst="rect">
            <a:avLst/>
          </a:prstGeom>
          <a:noFill/>
        </p:spPr>
        <p:txBody>
          <a:bodyPr wrap="square" rtlCol="0">
            <a:spAutoFit/>
          </a:bodyPr>
          <a:lstStyle/>
          <a:p>
            <a:pPr algn="ctr"/>
            <a:r>
              <a:rPr lang="en-AU" sz="1600" b="1" noProof="0">
                <a:solidFill>
                  <a:srgbClr val="0E166B"/>
                </a:solidFill>
                <a:latin typeface="Segoe UI Light" panose="020B0502040204020203" pitchFamily="34" charset="0"/>
                <a:cs typeface="Segoe UI Light" panose="020B0502040204020203" pitchFamily="34" charset="0"/>
              </a:rPr>
              <a:t>Results delivered as a document package and in an interactive Web Portal</a:t>
            </a:r>
          </a:p>
        </p:txBody>
      </p:sp>
      <p:grpSp>
        <p:nvGrpSpPr>
          <p:cNvPr id="50" name="Google Shape;9891;p179">
            <a:extLst>
              <a:ext uri="{FF2B5EF4-FFF2-40B4-BE49-F238E27FC236}">
                <a16:creationId xmlns:a16="http://schemas.microsoft.com/office/drawing/2014/main" id="{DF253683-D05A-7DDC-7F73-3BCCC0F719B6}"/>
              </a:ext>
            </a:extLst>
          </p:cNvPr>
          <p:cNvGrpSpPr/>
          <p:nvPr/>
        </p:nvGrpSpPr>
        <p:grpSpPr>
          <a:xfrm>
            <a:off x="6404517" y="3640965"/>
            <a:ext cx="327823" cy="329566"/>
            <a:chOff x="-3852025" y="2764950"/>
            <a:chExt cx="291450" cy="293000"/>
          </a:xfrm>
          <a:solidFill>
            <a:srgbClr val="921D86"/>
          </a:solidFill>
        </p:grpSpPr>
        <p:sp>
          <p:nvSpPr>
            <p:cNvPr id="51" name="Google Shape;9892;p179">
              <a:extLst>
                <a:ext uri="{FF2B5EF4-FFF2-40B4-BE49-F238E27FC236}">
                  <a16:creationId xmlns:a16="http://schemas.microsoft.com/office/drawing/2014/main" id="{56B9BD32-ABF8-553B-6C05-1DDFE65A9E22}"/>
                </a:ext>
              </a:extLst>
            </p:cNvPr>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52" name="Google Shape;9893;p179">
              <a:extLst>
                <a:ext uri="{FF2B5EF4-FFF2-40B4-BE49-F238E27FC236}">
                  <a16:creationId xmlns:a16="http://schemas.microsoft.com/office/drawing/2014/main" id="{03B49FA9-8987-C335-2CA1-60CB5199F750}"/>
                </a:ext>
              </a:extLst>
            </p:cNvPr>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grpSp>
      <p:grpSp>
        <p:nvGrpSpPr>
          <p:cNvPr id="53" name="Google Shape;9885;p179">
            <a:extLst>
              <a:ext uri="{FF2B5EF4-FFF2-40B4-BE49-F238E27FC236}">
                <a16:creationId xmlns:a16="http://schemas.microsoft.com/office/drawing/2014/main" id="{B72C4FEB-F54C-FC34-277C-B360C66C2DD9}"/>
              </a:ext>
            </a:extLst>
          </p:cNvPr>
          <p:cNvGrpSpPr/>
          <p:nvPr/>
        </p:nvGrpSpPr>
        <p:grpSpPr>
          <a:xfrm>
            <a:off x="7333851" y="3509008"/>
            <a:ext cx="501172" cy="477992"/>
            <a:chOff x="-3854375" y="2046625"/>
            <a:chExt cx="293025" cy="291450"/>
          </a:xfrm>
          <a:solidFill>
            <a:srgbClr val="921D86"/>
          </a:solidFill>
        </p:grpSpPr>
        <p:sp>
          <p:nvSpPr>
            <p:cNvPr id="54" name="Google Shape;9886;p179">
              <a:extLst>
                <a:ext uri="{FF2B5EF4-FFF2-40B4-BE49-F238E27FC236}">
                  <a16:creationId xmlns:a16="http://schemas.microsoft.com/office/drawing/2014/main" id="{A7B053B1-F1E8-3046-6230-C5FF645424BD}"/>
                </a:ext>
              </a:extLst>
            </p:cNvPr>
            <p:cNvSpPr/>
            <p:nvPr/>
          </p:nvSpPr>
          <p:spPr>
            <a:xfrm>
              <a:off x="-3854375" y="2046625"/>
              <a:ext cx="293025" cy="291450"/>
            </a:xfrm>
            <a:custGeom>
              <a:avLst/>
              <a:gdLst/>
              <a:ahLst/>
              <a:cxnLst/>
              <a:rect l="l" t="t" r="r" b="b"/>
              <a:pathLst>
                <a:path w="11721" h="11658" extrusionOk="0">
                  <a:moveTo>
                    <a:pt x="7624" y="694"/>
                  </a:moveTo>
                  <a:cubicBezTo>
                    <a:pt x="9515" y="694"/>
                    <a:pt x="11058" y="2206"/>
                    <a:pt x="11058" y="4096"/>
                  </a:cubicBezTo>
                  <a:cubicBezTo>
                    <a:pt x="11058" y="5987"/>
                    <a:pt x="9515" y="7530"/>
                    <a:pt x="7624" y="7530"/>
                  </a:cubicBezTo>
                  <a:cubicBezTo>
                    <a:pt x="5734" y="7530"/>
                    <a:pt x="4190" y="5987"/>
                    <a:pt x="4190" y="4096"/>
                  </a:cubicBezTo>
                  <a:cubicBezTo>
                    <a:pt x="4190" y="2206"/>
                    <a:pt x="5734" y="694"/>
                    <a:pt x="7624" y="694"/>
                  </a:cubicBezTo>
                  <a:close/>
                  <a:moveTo>
                    <a:pt x="3336" y="8066"/>
                  </a:moveTo>
                  <a:cubicBezTo>
                    <a:pt x="3426" y="8066"/>
                    <a:pt x="3513" y="8098"/>
                    <a:pt x="3560" y="8161"/>
                  </a:cubicBezTo>
                  <a:cubicBezTo>
                    <a:pt x="3686" y="8287"/>
                    <a:pt x="3686" y="8507"/>
                    <a:pt x="3560" y="8633"/>
                  </a:cubicBezTo>
                  <a:lnTo>
                    <a:pt x="1323" y="10870"/>
                  </a:lnTo>
                  <a:cubicBezTo>
                    <a:pt x="1260" y="10933"/>
                    <a:pt x="1174" y="10964"/>
                    <a:pt x="1087" y="10964"/>
                  </a:cubicBezTo>
                  <a:cubicBezTo>
                    <a:pt x="1001" y="10964"/>
                    <a:pt x="914" y="10933"/>
                    <a:pt x="851" y="10870"/>
                  </a:cubicBezTo>
                  <a:cubicBezTo>
                    <a:pt x="725" y="10744"/>
                    <a:pt x="725" y="10523"/>
                    <a:pt x="851" y="10397"/>
                  </a:cubicBezTo>
                  <a:lnTo>
                    <a:pt x="3088" y="8161"/>
                  </a:lnTo>
                  <a:cubicBezTo>
                    <a:pt x="3151" y="8098"/>
                    <a:pt x="3245" y="8066"/>
                    <a:pt x="3336" y="8066"/>
                  </a:cubicBezTo>
                  <a:close/>
                  <a:moveTo>
                    <a:pt x="7624" y="1"/>
                  </a:moveTo>
                  <a:cubicBezTo>
                    <a:pt x="5356" y="1"/>
                    <a:pt x="3529" y="1860"/>
                    <a:pt x="3529" y="4096"/>
                  </a:cubicBezTo>
                  <a:cubicBezTo>
                    <a:pt x="3529" y="5136"/>
                    <a:pt x="3875" y="6050"/>
                    <a:pt x="4505" y="6743"/>
                  </a:cubicBezTo>
                  <a:lnTo>
                    <a:pt x="3812" y="7467"/>
                  </a:lnTo>
                  <a:cubicBezTo>
                    <a:pt x="3661" y="7386"/>
                    <a:pt x="3500" y="7347"/>
                    <a:pt x="3342" y="7347"/>
                  </a:cubicBezTo>
                  <a:cubicBezTo>
                    <a:pt x="3074" y="7347"/>
                    <a:pt x="2813" y="7458"/>
                    <a:pt x="2615" y="7656"/>
                  </a:cubicBezTo>
                  <a:lnTo>
                    <a:pt x="378" y="9893"/>
                  </a:lnTo>
                  <a:cubicBezTo>
                    <a:pt x="0" y="10271"/>
                    <a:pt x="0" y="10964"/>
                    <a:pt x="378" y="11343"/>
                  </a:cubicBezTo>
                  <a:cubicBezTo>
                    <a:pt x="567" y="11532"/>
                    <a:pt x="851" y="11658"/>
                    <a:pt x="1103" y="11658"/>
                  </a:cubicBezTo>
                  <a:cubicBezTo>
                    <a:pt x="1355" y="11658"/>
                    <a:pt x="1607" y="11532"/>
                    <a:pt x="1796" y="11343"/>
                  </a:cubicBezTo>
                  <a:lnTo>
                    <a:pt x="4033" y="9106"/>
                  </a:lnTo>
                  <a:cubicBezTo>
                    <a:pt x="4348" y="8791"/>
                    <a:pt x="4442" y="8318"/>
                    <a:pt x="4253" y="7909"/>
                  </a:cubicBezTo>
                  <a:lnTo>
                    <a:pt x="4947" y="7215"/>
                  </a:lnTo>
                  <a:cubicBezTo>
                    <a:pt x="5671" y="7814"/>
                    <a:pt x="6616" y="8192"/>
                    <a:pt x="7593" y="8192"/>
                  </a:cubicBezTo>
                  <a:cubicBezTo>
                    <a:pt x="9861" y="8192"/>
                    <a:pt x="11689" y="6333"/>
                    <a:pt x="11689" y="4096"/>
                  </a:cubicBezTo>
                  <a:cubicBezTo>
                    <a:pt x="11720" y="1828"/>
                    <a:pt x="9861" y="1"/>
                    <a:pt x="7624"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55" name="Google Shape;9887;p179">
              <a:extLst>
                <a:ext uri="{FF2B5EF4-FFF2-40B4-BE49-F238E27FC236}">
                  <a16:creationId xmlns:a16="http://schemas.microsoft.com/office/drawing/2014/main" id="{C8291D07-37D0-0042-8ACD-6AD221EAA837}"/>
                </a:ext>
              </a:extLst>
            </p:cNvPr>
            <p:cNvSpPr/>
            <p:nvPr/>
          </p:nvSpPr>
          <p:spPr>
            <a:xfrm>
              <a:off x="-3714975" y="2080500"/>
              <a:ext cx="103200" cy="119750"/>
            </a:xfrm>
            <a:custGeom>
              <a:avLst/>
              <a:gdLst/>
              <a:ahLst/>
              <a:cxnLst/>
              <a:rect l="l" t="t" r="r" b="b"/>
              <a:pathLst>
                <a:path w="4128" h="4790" extrusionOk="0">
                  <a:moveTo>
                    <a:pt x="2048" y="694"/>
                  </a:moveTo>
                  <a:cubicBezTo>
                    <a:pt x="2458" y="694"/>
                    <a:pt x="2710" y="1009"/>
                    <a:pt x="2710" y="1387"/>
                  </a:cubicBezTo>
                  <a:cubicBezTo>
                    <a:pt x="2710" y="1765"/>
                    <a:pt x="2395" y="2048"/>
                    <a:pt x="2048" y="2048"/>
                  </a:cubicBezTo>
                  <a:cubicBezTo>
                    <a:pt x="1702" y="2048"/>
                    <a:pt x="1387" y="1733"/>
                    <a:pt x="1387" y="1387"/>
                  </a:cubicBezTo>
                  <a:cubicBezTo>
                    <a:pt x="1355" y="1009"/>
                    <a:pt x="1670" y="694"/>
                    <a:pt x="2048" y="694"/>
                  </a:cubicBezTo>
                  <a:close/>
                  <a:moveTo>
                    <a:pt x="2363" y="2741"/>
                  </a:moveTo>
                  <a:cubicBezTo>
                    <a:pt x="2931" y="2741"/>
                    <a:pt x="3403" y="3214"/>
                    <a:pt x="3403" y="3781"/>
                  </a:cubicBezTo>
                  <a:lnTo>
                    <a:pt x="3403" y="4128"/>
                  </a:lnTo>
                  <a:lnTo>
                    <a:pt x="662" y="4128"/>
                  </a:lnTo>
                  <a:lnTo>
                    <a:pt x="662" y="3781"/>
                  </a:lnTo>
                  <a:cubicBezTo>
                    <a:pt x="662" y="3214"/>
                    <a:pt x="1135" y="2741"/>
                    <a:pt x="1702" y="2741"/>
                  </a:cubicBezTo>
                  <a:close/>
                  <a:moveTo>
                    <a:pt x="2048" y="1"/>
                  </a:moveTo>
                  <a:cubicBezTo>
                    <a:pt x="1292" y="1"/>
                    <a:pt x="662" y="631"/>
                    <a:pt x="662" y="1387"/>
                  </a:cubicBezTo>
                  <a:cubicBezTo>
                    <a:pt x="662" y="1702"/>
                    <a:pt x="788" y="2017"/>
                    <a:pt x="977" y="2237"/>
                  </a:cubicBezTo>
                  <a:cubicBezTo>
                    <a:pt x="410" y="2521"/>
                    <a:pt x="1" y="3119"/>
                    <a:pt x="1" y="3781"/>
                  </a:cubicBezTo>
                  <a:lnTo>
                    <a:pt x="1" y="4443"/>
                  </a:lnTo>
                  <a:cubicBezTo>
                    <a:pt x="1" y="4632"/>
                    <a:pt x="158" y="4789"/>
                    <a:pt x="347" y="4789"/>
                  </a:cubicBezTo>
                  <a:lnTo>
                    <a:pt x="3781" y="4789"/>
                  </a:lnTo>
                  <a:cubicBezTo>
                    <a:pt x="3970" y="4789"/>
                    <a:pt x="4128" y="4632"/>
                    <a:pt x="4128" y="4443"/>
                  </a:cubicBezTo>
                  <a:lnTo>
                    <a:pt x="4128" y="3781"/>
                  </a:lnTo>
                  <a:cubicBezTo>
                    <a:pt x="4096" y="3119"/>
                    <a:pt x="3718" y="2521"/>
                    <a:pt x="3120" y="2237"/>
                  </a:cubicBezTo>
                  <a:cubicBezTo>
                    <a:pt x="3309" y="2017"/>
                    <a:pt x="3435" y="1733"/>
                    <a:pt x="3435" y="1387"/>
                  </a:cubicBezTo>
                  <a:cubicBezTo>
                    <a:pt x="3435" y="631"/>
                    <a:pt x="2805" y="1"/>
                    <a:pt x="204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grpSp>
      <p:pic>
        <p:nvPicPr>
          <p:cNvPr id="57" name="Graphic 56" descr="Train Tracks outline">
            <a:extLst>
              <a:ext uri="{FF2B5EF4-FFF2-40B4-BE49-F238E27FC236}">
                <a16:creationId xmlns:a16="http://schemas.microsoft.com/office/drawing/2014/main" id="{A94E4478-F963-3CE9-7798-E4765C9C9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60905" y="3441572"/>
            <a:ext cx="695131" cy="695131"/>
          </a:xfrm>
          <a:prstGeom prst="rect">
            <a:avLst/>
          </a:prstGeom>
        </p:spPr>
      </p:pic>
      <p:grpSp>
        <p:nvGrpSpPr>
          <p:cNvPr id="58" name="Google Shape;9831;p179">
            <a:extLst>
              <a:ext uri="{FF2B5EF4-FFF2-40B4-BE49-F238E27FC236}">
                <a16:creationId xmlns:a16="http://schemas.microsoft.com/office/drawing/2014/main" id="{9B4958FD-88A0-5E57-47F5-2A3F57D619D5}"/>
              </a:ext>
            </a:extLst>
          </p:cNvPr>
          <p:cNvGrpSpPr/>
          <p:nvPr/>
        </p:nvGrpSpPr>
        <p:grpSpPr>
          <a:xfrm>
            <a:off x="9420994" y="3565952"/>
            <a:ext cx="481183" cy="496680"/>
            <a:chOff x="-1333975" y="2365850"/>
            <a:chExt cx="292225" cy="293575"/>
          </a:xfrm>
          <a:solidFill>
            <a:srgbClr val="921D86"/>
          </a:solidFill>
        </p:grpSpPr>
        <p:sp>
          <p:nvSpPr>
            <p:cNvPr id="59" name="Google Shape;9832;p179">
              <a:extLst>
                <a:ext uri="{FF2B5EF4-FFF2-40B4-BE49-F238E27FC236}">
                  <a16:creationId xmlns:a16="http://schemas.microsoft.com/office/drawing/2014/main" id="{807FF774-C00B-BAD3-AB3E-724EECD814C0}"/>
                </a:ext>
              </a:extLst>
            </p:cNvPr>
            <p:cNvSpPr/>
            <p:nvPr/>
          </p:nvSpPr>
          <p:spPr>
            <a:xfrm>
              <a:off x="-1285150" y="2365850"/>
              <a:ext cx="191225" cy="293575"/>
            </a:xfrm>
            <a:custGeom>
              <a:avLst/>
              <a:gdLst/>
              <a:ahLst/>
              <a:cxnLst/>
              <a:rect l="l" t="t" r="r" b="b"/>
              <a:pathLst>
                <a:path w="7649" h="11743" extrusionOk="0">
                  <a:moveTo>
                    <a:pt x="3813" y="684"/>
                  </a:moveTo>
                  <a:cubicBezTo>
                    <a:pt x="5545" y="684"/>
                    <a:pt x="6900" y="2039"/>
                    <a:pt x="6900" y="3740"/>
                  </a:cubicBezTo>
                  <a:cubicBezTo>
                    <a:pt x="6931" y="4780"/>
                    <a:pt x="6553" y="5347"/>
                    <a:pt x="6270" y="5788"/>
                  </a:cubicBezTo>
                  <a:cubicBezTo>
                    <a:pt x="5797" y="6544"/>
                    <a:pt x="5608" y="6922"/>
                    <a:pt x="5608" y="7930"/>
                  </a:cubicBezTo>
                  <a:cubicBezTo>
                    <a:pt x="5608" y="8119"/>
                    <a:pt x="5451" y="8277"/>
                    <a:pt x="5230" y="8277"/>
                  </a:cubicBezTo>
                  <a:lnTo>
                    <a:pt x="2489" y="8277"/>
                  </a:lnTo>
                  <a:cubicBezTo>
                    <a:pt x="2300" y="8277"/>
                    <a:pt x="2143" y="8119"/>
                    <a:pt x="2143" y="7930"/>
                  </a:cubicBezTo>
                  <a:cubicBezTo>
                    <a:pt x="2143" y="6922"/>
                    <a:pt x="1922" y="6576"/>
                    <a:pt x="1450" y="5820"/>
                  </a:cubicBezTo>
                  <a:cubicBezTo>
                    <a:pt x="1198" y="5347"/>
                    <a:pt x="567" y="4528"/>
                    <a:pt x="788" y="3205"/>
                  </a:cubicBezTo>
                  <a:cubicBezTo>
                    <a:pt x="1040" y="1819"/>
                    <a:pt x="2237" y="684"/>
                    <a:pt x="3813" y="684"/>
                  </a:cubicBezTo>
                  <a:close/>
                  <a:moveTo>
                    <a:pt x="4852" y="8907"/>
                  </a:moveTo>
                  <a:lnTo>
                    <a:pt x="4852" y="9569"/>
                  </a:lnTo>
                  <a:lnTo>
                    <a:pt x="4506" y="9569"/>
                  </a:lnTo>
                  <a:cubicBezTo>
                    <a:pt x="4285" y="9569"/>
                    <a:pt x="4128" y="9726"/>
                    <a:pt x="4128" y="9915"/>
                  </a:cubicBezTo>
                  <a:cubicBezTo>
                    <a:pt x="4128" y="10136"/>
                    <a:pt x="4285" y="10293"/>
                    <a:pt x="4506" y="10293"/>
                  </a:cubicBezTo>
                  <a:lnTo>
                    <a:pt x="4852" y="10293"/>
                  </a:lnTo>
                  <a:lnTo>
                    <a:pt x="4852" y="10640"/>
                  </a:lnTo>
                  <a:cubicBezTo>
                    <a:pt x="4884" y="10829"/>
                    <a:pt x="4726" y="10986"/>
                    <a:pt x="4537" y="10986"/>
                  </a:cubicBezTo>
                  <a:lnTo>
                    <a:pt x="3151" y="10986"/>
                  </a:lnTo>
                  <a:cubicBezTo>
                    <a:pt x="2962" y="10986"/>
                    <a:pt x="2804" y="10829"/>
                    <a:pt x="2804" y="10640"/>
                  </a:cubicBezTo>
                  <a:lnTo>
                    <a:pt x="2804" y="10293"/>
                  </a:lnTo>
                  <a:lnTo>
                    <a:pt x="3151" y="10293"/>
                  </a:lnTo>
                  <a:cubicBezTo>
                    <a:pt x="3371" y="10293"/>
                    <a:pt x="3529" y="10136"/>
                    <a:pt x="3529" y="9915"/>
                  </a:cubicBezTo>
                  <a:cubicBezTo>
                    <a:pt x="3529" y="9726"/>
                    <a:pt x="3371" y="9569"/>
                    <a:pt x="3151" y="9569"/>
                  </a:cubicBezTo>
                  <a:lnTo>
                    <a:pt x="2804" y="9569"/>
                  </a:lnTo>
                  <a:lnTo>
                    <a:pt x="2804" y="8907"/>
                  </a:lnTo>
                  <a:close/>
                  <a:moveTo>
                    <a:pt x="3897" y="1"/>
                  </a:moveTo>
                  <a:cubicBezTo>
                    <a:pt x="3632" y="1"/>
                    <a:pt x="3361" y="28"/>
                    <a:pt x="3088" y="86"/>
                  </a:cubicBezTo>
                  <a:cubicBezTo>
                    <a:pt x="1607" y="401"/>
                    <a:pt x="441" y="1566"/>
                    <a:pt x="158" y="3079"/>
                  </a:cubicBezTo>
                  <a:cubicBezTo>
                    <a:pt x="0" y="3992"/>
                    <a:pt x="158" y="4969"/>
                    <a:pt x="631" y="5757"/>
                  </a:cubicBezTo>
                  <a:cubicBezTo>
                    <a:pt x="757" y="5914"/>
                    <a:pt x="820" y="6072"/>
                    <a:pt x="914" y="6229"/>
                  </a:cubicBezTo>
                  <a:cubicBezTo>
                    <a:pt x="1355" y="6891"/>
                    <a:pt x="1450" y="7143"/>
                    <a:pt x="1450" y="7962"/>
                  </a:cubicBezTo>
                  <a:cubicBezTo>
                    <a:pt x="1450" y="8403"/>
                    <a:pt x="1733" y="8781"/>
                    <a:pt x="2143" y="8939"/>
                  </a:cubicBezTo>
                  <a:lnTo>
                    <a:pt x="2143" y="10703"/>
                  </a:lnTo>
                  <a:cubicBezTo>
                    <a:pt x="2143" y="11270"/>
                    <a:pt x="2615" y="11743"/>
                    <a:pt x="3151" y="11743"/>
                  </a:cubicBezTo>
                  <a:lnTo>
                    <a:pt x="4537" y="11743"/>
                  </a:lnTo>
                  <a:cubicBezTo>
                    <a:pt x="5073" y="11743"/>
                    <a:pt x="5545" y="11270"/>
                    <a:pt x="5545" y="10703"/>
                  </a:cubicBezTo>
                  <a:lnTo>
                    <a:pt x="5545" y="8939"/>
                  </a:lnTo>
                  <a:cubicBezTo>
                    <a:pt x="5955" y="8781"/>
                    <a:pt x="6238" y="8435"/>
                    <a:pt x="6238" y="7962"/>
                  </a:cubicBezTo>
                  <a:lnTo>
                    <a:pt x="6238" y="7930"/>
                  </a:lnTo>
                  <a:cubicBezTo>
                    <a:pt x="6238" y="7143"/>
                    <a:pt x="6427" y="6828"/>
                    <a:pt x="6805" y="6229"/>
                  </a:cubicBezTo>
                  <a:cubicBezTo>
                    <a:pt x="7089" y="5788"/>
                    <a:pt x="7593" y="5032"/>
                    <a:pt x="7593" y="3835"/>
                  </a:cubicBezTo>
                  <a:cubicBezTo>
                    <a:pt x="7649" y="1658"/>
                    <a:pt x="5950" y="1"/>
                    <a:pt x="3897"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0" name="Google Shape;9833;p179">
              <a:extLst>
                <a:ext uri="{FF2B5EF4-FFF2-40B4-BE49-F238E27FC236}">
                  <a16:creationId xmlns:a16="http://schemas.microsoft.com/office/drawing/2014/main" id="{CBA9509D-2F5B-C290-FE19-BEB9F27E52BA}"/>
                </a:ext>
              </a:extLst>
            </p:cNvPr>
            <p:cNvSpPr/>
            <p:nvPr/>
          </p:nvSpPr>
          <p:spPr>
            <a:xfrm>
              <a:off x="-107642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40" y="725"/>
                  </a:lnTo>
                  <a:cubicBezTo>
                    <a:pt x="1229" y="725"/>
                    <a:pt x="1386" y="568"/>
                    <a:pt x="1386" y="379"/>
                  </a:cubicBezTo>
                  <a:cubicBezTo>
                    <a:pt x="1386" y="158"/>
                    <a:pt x="1229" y="1"/>
                    <a:pt x="1040"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1" name="Google Shape;9834;p179">
              <a:extLst>
                <a:ext uri="{FF2B5EF4-FFF2-40B4-BE49-F238E27FC236}">
                  <a16:creationId xmlns:a16="http://schemas.microsoft.com/office/drawing/2014/main" id="{250213AE-430C-2117-C886-15D55EAA4229}"/>
                </a:ext>
              </a:extLst>
            </p:cNvPr>
            <p:cNvSpPr/>
            <p:nvPr/>
          </p:nvSpPr>
          <p:spPr>
            <a:xfrm>
              <a:off x="-1333975" y="2452250"/>
              <a:ext cx="34675" cy="18150"/>
            </a:xfrm>
            <a:custGeom>
              <a:avLst/>
              <a:gdLst/>
              <a:ahLst/>
              <a:cxnLst/>
              <a:rect l="l" t="t" r="r" b="b"/>
              <a:pathLst>
                <a:path w="1387" h="726" extrusionOk="0">
                  <a:moveTo>
                    <a:pt x="347" y="1"/>
                  </a:moveTo>
                  <a:cubicBezTo>
                    <a:pt x="158" y="1"/>
                    <a:pt x="0" y="158"/>
                    <a:pt x="0" y="379"/>
                  </a:cubicBezTo>
                  <a:cubicBezTo>
                    <a:pt x="0" y="568"/>
                    <a:pt x="158" y="725"/>
                    <a:pt x="347" y="725"/>
                  </a:cubicBezTo>
                  <a:lnTo>
                    <a:pt x="1008" y="725"/>
                  </a:lnTo>
                  <a:cubicBezTo>
                    <a:pt x="1197" y="694"/>
                    <a:pt x="1386" y="536"/>
                    <a:pt x="1386" y="379"/>
                  </a:cubicBezTo>
                  <a:cubicBezTo>
                    <a:pt x="1386" y="158"/>
                    <a:pt x="1197" y="1"/>
                    <a:pt x="100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2" name="Google Shape;9835;p179">
              <a:extLst>
                <a:ext uri="{FF2B5EF4-FFF2-40B4-BE49-F238E27FC236}">
                  <a16:creationId xmlns:a16="http://schemas.microsoft.com/office/drawing/2014/main" id="{54098D57-2956-A0CB-441C-C909E9334EB2}"/>
                </a:ext>
              </a:extLst>
            </p:cNvPr>
            <p:cNvSpPr/>
            <p:nvPr/>
          </p:nvSpPr>
          <p:spPr>
            <a:xfrm>
              <a:off x="-1093750" y="2383050"/>
              <a:ext cx="35450" cy="26575"/>
            </a:xfrm>
            <a:custGeom>
              <a:avLst/>
              <a:gdLst/>
              <a:ahLst/>
              <a:cxnLst/>
              <a:rect l="l" t="t" r="r" b="b"/>
              <a:pathLst>
                <a:path w="1418" h="1063" extrusionOk="0">
                  <a:moveTo>
                    <a:pt x="992" y="1"/>
                  </a:moveTo>
                  <a:cubicBezTo>
                    <a:pt x="931" y="1"/>
                    <a:pt x="870" y="19"/>
                    <a:pt x="819" y="59"/>
                  </a:cubicBezTo>
                  <a:lnTo>
                    <a:pt x="221" y="406"/>
                  </a:lnTo>
                  <a:cubicBezTo>
                    <a:pt x="63" y="500"/>
                    <a:pt x="0" y="721"/>
                    <a:pt x="95" y="878"/>
                  </a:cubicBezTo>
                  <a:cubicBezTo>
                    <a:pt x="159" y="985"/>
                    <a:pt x="295" y="1063"/>
                    <a:pt x="415" y="1063"/>
                  </a:cubicBezTo>
                  <a:cubicBezTo>
                    <a:pt x="473" y="1063"/>
                    <a:pt x="527" y="1045"/>
                    <a:pt x="567" y="1005"/>
                  </a:cubicBezTo>
                  <a:lnTo>
                    <a:pt x="1166" y="658"/>
                  </a:lnTo>
                  <a:cubicBezTo>
                    <a:pt x="1323" y="563"/>
                    <a:pt x="1418" y="343"/>
                    <a:pt x="1292" y="185"/>
                  </a:cubicBezTo>
                  <a:cubicBezTo>
                    <a:pt x="1249" y="79"/>
                    <a:pt x="1120" y="1"/>
                    <a:pt x="992"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3" name="Google Shape;9836;p179">
              <a:extLst>
                <a:ext uri="{FF2B5EF4-FFF2-40B4-BE49-F238E27FC236}">
                  <a16:creationId xmlns:a16="http://schemas.microsoft.com/office/drawing/2014/main" id="{A874200F-8423-9E69-A852-C5B0EE9F4D12}"/>
                </a:ext>
              </a:extLst>
            </p:cNvPr>
            <p:cNvSpPr/>
            <p:nvPr/>
          </p:nvSpPr>
          <p:spPr>
            <a:xfrm>
              <a:off x="-1317450" y="2512575"/>
              <a:ext cx="35475" cy="26225"/>
            </a:xfrm>
            <a:custGeom>
              <a:avLst/>
              <a:gdLst/>
              <a:ahLst/>
              <a:cxnLst/>
              <a:rect l="l" t="t" r="r" b="b"/>
              <a:pathLst>
                <a:path w="1419" h="1049" extrusionOk="0">
                  <a:moveTo>
                    <a:pt x="1005" y="1"/>
                  </a:moveTo>
                  <a:cubicBezTo>
                    <a:pt x="944" y="1"/>
                    <a:pt x="880" y="15"/>
                    <a:pt x="820" y="45"/>
                  </a:cubicBezTo>
                  <a:lnTo>
                    <a:pt x="221" y="392"/>
                  </a:lnTo>
                  <a:cubicBezTo>
                    <a:pt x="64" y="486"/>
                    <a:pt x="1" y="707"/>
                    <a:pt x="127" y="864"/>
                  </a:cubicBezTo>
                  <a:cubicBezTo>
                    <a:pt x="169" y="971"/>
                    <a:pt x="299" y="1049"/>
                    <a:pt x="427" y="1049"/>
                  </a:cubicBezTo>
                  <a:cubicBezTo>
                    <a:pt x="488" y="1049"/>
                    <a:pt x="548" y="1031"/>
                    <a:pt x="599" y="990"/>
                  </a:cubicBezTo>
                  <a:lnTo>
                    <a:pt x="1166" y="644"/>
                  </a:lnTo>
                  <a:cubicBezTo>
                    <a:pt x="1324" y="549"/>
                    <a:pt x="1418" y="329"/>
                    <a:pt x="1292" y="171"/>
                  </a:cubicBezTo>
                  <a:cubicBezTo>
                    <a:pt x="1250" y="64"/>
                    <a:pt x="1134" y="1"/>
                    <a:pt x="100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4" name="Google Shape;9837;p179">
              <a:extLst>
                <a:ext uri="{FF2B5EF4-FFF2-40B4-BE49-F238E27FC236}">
                  <a16:creationId xmlns:a16="http://schemas.microsoft.com/office/drawing/2014/main" id="{CA4CFFA2-DCB9-FEA4-2411-2C53B0DA686D}"/>
                </a:ext>
              </a:extLst>
            </p:cNvPr>
            <p:cNvSpPr/>
            <p:nvPr/>
          </p:nvSpPr>
          <p:spPr>
            <a:xfrm>
              <a:off x="-1092975" y="2512575"/>
              <a:ext cx="34675" cy="25525"/>
            </a:xfrm>
            <a:custGeom>
              <a:avLst/>
              <a:gdLst/>
              <a:ahLst/>
              <a:cxnLst/>
              <a:rect l="l" t="t" r="r" b="b"/>
              <a:pathLst>
                <a:path w="1387" h="1021" extrusionOk="0">
                  <a:moveTo>
                    <a:pt x="378" y="1"/>
                  </a:moveTo>
                  <a:cubicBezTo>
                    <a:pt x="264" y="1"/>
                    <a:pt x="149" y="64"/>
                    <a:pt x="64" y="171"/>
                  </a:cubicBezTo>
                  <a:cubicBezTo>
                    <a:pt x="1" y="329"/>
                    <a:pt x="32" y="518"/>
                    <a:pt x="190" y="644"/>
                  </a:cubicBezTo>
                  <a:lnTo>
                    <a:pt x="788" y="990"/>
                  </a:lnTo>
                  <a:cubicBezTo>
                    <a:pt x="838" y="1010"/>
                    <a:pt x="891" y="1021"/>
                    <a:pt x="944" y="1021"/>
                  </a:cubicBezTo>
                  <a:cubicBezTo>
                    <a:pt x="1059" y="1021"/>
                    <a:pt x="1175" y="972"/>
                    <a:pt x="1261" y="864"/>
                  </a:cubicBezTo>
                  <a:cubicBezTo>
                    <a:pt x="1387" y="675"/>
                    <a:pt x="1292" y="486"/>
                    <a:pt x="1135" y="392"/>
                  </a:cubicBezTo>
                  <a:lnTo>
                    <a:pt x="536" y="45"/>
                  </a:lnTo>
                  <a:cubicBezTo>
                    <a:pt x="486" y="15"/>
                    <a:pt x="432" y="1"/>
                    <a:pt x="378"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5" name="Google Shape;9838;p179">
              <a:extLst>
                <a:ext uri="{FF2B5EF4-FFF2-40B4-BE49-F238E27FC236}">
                  <a16:creationId xmlns:a16="http://schemas.microsoft.com/office/drawing/2014/main" id="{B31C5673-2042-02BA-489D-E541E1C7136F}"/>
                </a:ext>
              </a:extLst>
            </p:cNvPr>
            <p:cNvSpPr/>
            <p:nvPr/>
          </p:nvSpPr>
          <p:spPr>
            <a:xfrm>
              <a:off x="-1316650" y="2383750"/>
              <a:ext cx="34675" cy="25525"/>
            </a:xfrm>
            <a:custGeom>
              <a:avLst/>
              <a:gdLst/>
              <a:ahLst/>
              <a:cxnLst/>
              <a:rect l="l" t="t" r="r" b="b"/>
              <a:pathLst>
                <a:path w="1387" h="1021" extrusionOk="0">
                  <a:moveTo>
                    <a:pt x="405" y="1"/>
                  </a:moveTo>
                  <a:cubicBezTo>
                    <a:pt x="283" y="1"/>
                    <a:pt x="159" y="50"/>
                    <a:pt x="95" y="157"/>
                  </a:cubicBezTo>
                  <a:cubicBezTo>
                    <a:pt x="0" y="315"/>
                    <a:pt x="63" y="504"/>
                    <a:pt x="221" y="630"/>
                  </a:cubicBezTo>
                  <a:lnTo>
                    <a:pt x="788" y="977"/>
                  </a:lnTo>
                  <a:cubicBezTo>
                    <a:pt x="838" y="1007"/>
                    <a:pt x="895" y="1021"/>
                    <a:pt x="953" y="1021"/>
                  </a:cubicBezTo>
                  <a:cubicBezTo>
                    <a:pt x="1074" y="1021"/>
                    <a:pt x="1196" y="958"/>
                    <a:pt x="1260" y="850"/>
                  </a:cubicBezTo>
                  <a:cubicBezTo>
                    <a:pt x="1386" y="693"/>
                    <a:pt x="1292" y="504"/>
                    <a:pt x="1134" y="378"/>
                  </a:cubicBezTo>
                  <a:lnTo>
                    <a:pt x="567" y="31"/>
                  </a:lnTo>
                  <a:cubicBezTo>
                    <a:pt x="517" y="11"/>
                    <a:pt x="461" y="1"/>
                    <a:pt x="405" y="1"/>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sp>
          <p:nvSpPr>
            <p:cNvPr id="66" name="Google Shape;9839;p179">
              <a:extLst>
                <a:ext uri="{FF2B5EF4-FFF2-40B4-BE49-F238E27FC236}">
                  <a16:creationId xmlns:a16="http://schemas.microsoft.com/office/drawing/2014/main" id="{CC64DAE6-C329-DE2D-375E-169E6F9606C1}"/>
                </a:ext>
              </a:extLst>
            </p:cNvPr>
            <p:cNvSpPr/>
            <p:nvPr/>
          </p:nvSpPr>
          <p:spPr>
            <a:xfrm>
              <a:off x="-1239475" y="2401575"/>
              <a:ext cx="102425" cy="153100"/>
            </a:xfrm>
            <a:custGeom>
              <a:avLst/>
              <a:gdLst/>
              <a:ahLst/>
              <a:cxnLst/>
              <a:rect l="l" t="t" r="r" b="b"/>
              <a:pathLst>
                <a:path w="4097" h="6124" extrusionOk="0">
                  <a:moveTo>
                    <a:pt x="1733" y="1492"/>
                  </a:moveTo>
                  <a:lnTo>
                    <a:pt x="1733" y="2343"/>
                  </a:lnTo>
                  <a:cubicBezTo>
                    <a:pt x="1733" y="2500"/>
                    <a:pt x="1796" y="2626"/>
                    <a:pt x="1922" y="2658"/>
                  </a:cubicBezTo>
                  <a:lnTo>
                    <a:pt x="3246" y="3225"/>
                  </a:lnTo>
                  <a:lnTo>
                    <a:pt x="2395" y="4611"/>
                  </a:lnTo>
                  <a:lnTo>
                    <a:pt x="2395" y="3729"/>
                  </a:lnTo>
                  <a:cubicBezTo>
                    <a:pt x="2395" y="3572"/>
                    <a:pt x="2332" y="3445"/>
                    <a:pt x="2206" y="3414"/>
                  </a:cubicBezTo>
                  <a:lnTo>
                    <a:pt x="851" y="2878"/>
                  </a:lnTo>
                  <a:lnTo>
                    <a:pt x="1733" y="1492"/>
                  </a:lnTo>
                  <a:close/>
                  <a:moveTo>
                    <a:pt x="2038" y="0"/>
                  </a:moveTo>
                  <a:cubicBezTo>
                    <a:pt x="1919" y="0"/>
                    <a:pt x="1814" y="47"/>
                    <a:pt x="1765" y="169"/>
                  </a:cubicBezTo>
                  <a:lnTo>
                    <a:pt x="64" y="2941"/>
                  </a:lnTo>
                  <a:cubicBezTo>
                    <a:pt x="32" y="3004"/>
                    <a:pt x="1" y="3130"/>
                    <a:pt x="32" y="3225"/>
                  </a:cubicBezTo>
                  <a:cubicBezTo>
                    <a:pt x="64" y="3288"/>
                    <a:pt x="158" y="3382"/>
                    <a:pt x="221" y="3414"/>
                  </a:cubicBezTo>
                  <a:lnTo>
                    <a:pt x="1733" y="4013"/>
                  </a:lnTo>
                  <a:lnTo>
                    <a:pt x="1733" y="5808"/>
                  </a:lnTo>
                  <a:cubicBezTo>
                    <a:pt x="1733" y="5966"/>
                    <a:pt x="1859" y="6092"/>
                    <a:pt x="1954" y="6123"/>
                  </a:cubicBezTo>
                  <a:lnTo>
                    <a:pt x="2049" y="6123"/>
                  </a:lnTo>
                  <a:cubicBezTo>
                    <a:pt x="2143" y="6123"/>
                    <a:pt x="2269" y="6092"/>
                    <a:pt x="2301" y="5966"/>
                  </a:cubicBezTo>
                  <a:lnTo>
                    <a:pt x="4002" y="3225"/>
                  </a:lnTo>
                  <a:cubicBezTo>
                    <a:pt x="4033" y="3130"/>
                    <a:pt x="4096" y="3004"/>
                    <a:pt x="4033" y="2941"/>
                  </a:cubicBezTo>
                  <a:cubicBezTo>
                    <a:pt x="4033" y="2878"/>
                    <a:pt x="3970" y="2784"/>
                    <a:pt x="3907" y="2752"/>
                  </a:cubicBezTo>
                  <a:lnTo>
                    <a:pt x="2395" y="2154"/>
                  </a:lnTo>
                  <a:lnTo>
                    <a:pt x="2395" y="358"/>
                  </a:lnTo>
                  <a:cubicBezTo>
                    <a:pt x="2395" y="169"/>
                    <a:pt x="2269" y="74"/>
                    <a:pt x="2143" y="11"/>
                  </a:cubicBezTo>
                  <a:cubicBezTo>
                    <a:pt x="2108" y="4"/>
                    <a:pt x="2072" y="0"/>
                    <a:pt x="2038" y="0"/>
                  </a:cubicBezTo>
                  <a:close/>
                </a:path>
              </a:pathLst>
            </a:custGeom>
            <a:grp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a:solidFill>
                  <a:srgbClr val="0E166B"/>
                </a:solidFill>
              </a:endParaRPr>
            </a:p>
          </p:txBody>
        </p:sp>
      </p:grpSp>
      <p:cxnSp>
        <p:nvCxnSpPr>
          <p:cNvPr id="3" name="Google Shape;2079;p158">
            <a:extLst>
              <a:ext uri="{FF2B5EF4-FFF2-40B4-BE49-F238E27FC236}">
                <a16:creationId xmlns:a16="http://schemas.microsoft.com/office/drawing/2014/main" id="{599C24A0-5EA4-6796-657A-5BA2FDD35868}"/>
              </a:ext>
            </a:extLst>
          </p:cNvPr>
          <p:cNvCxnSpPr>
            <a:cxnSpLocks/>
          </p:cNvCxnSpPr>
          <p:nvPr/>
        </p:nvCxnSpPr>
        <p:spPr>
          <a:xfrm>
            <a:off x="4569341" y="2204626"/>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18281461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1A41FD-E138-693F-7D9B-0F67C60E0DE6}"/>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046DB5D7-7560-0CA3-E0C8-68D043CCAC1E}"/>
              </a:ext>
            </a:extLst>
          </p:cNvPr>
          <p:cNvSpPr txBox="1">
            <a:spLocks/>
          </p:cNvSpPr>
          <p:nvPr/>
        </p:nvSpPr>
        <p:spPr>
          <a:xfrm>
            <a:off x="0" y="163319"/>
            <a:ext cx="993352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defRPr/>
            </a:pPr>
            <a:r>
              <a:rPr lang="en-GB" sz="3200" b="1" kern="0" dirty="0">
                <a:solidFill>
                  <a:srgbClr val="FFFFFF"/>
                </a:solidFill>
                <a:ea typeface="+mj-ea"/>
                <a:cs typeface="+mj-cs"/>
              </a:rPr>
              <a:t>Data &amp; Reporting Discovery </a:t>
            </a:r>
          </a:p>
        </p:txBody>
      </p:sp>
      <p:grpSp>
        <p:nvGrpSpPr>
          <p:cNvPr id="3" name="Google Shape;1907;p152">
            <a:extLst>
              <a:ext uri="{FF2B5EF4-FFF2-40B4-BE49-F238E27FC236}">
                <a16:creationId xmlns:a16="http://schemas.microsoft.com/office/drawing/2014/main" id="{6B2604C7-C73D-5E89-0B5D-5B9E59160407}"/>
              </a:ext>
            </a:extLst>
          </p:cNvPr>
          <p:cNvGrpSpPr/>
          <p:nvPr/>
        </p:nvGrpSpPr>
        <p:grpSpPr>
          <a:xfrm>
            <a:off x="7111770" y="2343112"/>
            <a:ext cx="4353515" cy="4514888"/>
            <a:chOff x="3899425" y="1624475"/>
            <a:chExt cx="2994015" cy="3526669"/>
          </a:xfrm>
        </p:grpSpPr>
        <p:sp>
          <p:nvSpPr>
            <p:cNvPr id="45" name="Google Shape;1908;p152">
              <a:extLst>
                <a:ext uri="{FF2B5EF4-FFF2-40B4-BE49-F238E27FC236}">
                  <a16:creationId xmlns:a16="http://schemas.microsoft.com/office/drawing/2014/main" id="{3CECDE10-F9DC-09C0-953B-C74BEC80A418}"/>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46" name="Google Shape;1909;p152">
              <a:extLst>
                <a:ext uri="{FF2B5EF4-FFF2-40B4-BE49-F238E27FC236}">
                  <a16:creationId xmlns:a16="http://schemas.microsoft.com/office/drawing/2014/main" id="{07CB2E06-D21A-4F04-809E-719047DF703B}"/>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grpSp>
        <p:nvGrpSpPr>
          <p:cNvPr id="50" name="Google Shape;1914;p152">
            <a:extLst>
              <a:ext uri="{FF2B5EF4-FFF2-40B4-BE49-F238E27FC236}">
                <a16:creationId xmlns:a16="http://schemas.microsoft.com/office/drawing/2014/main" id="{A51E8B2E-E235-4324-FC26-8EB75737BC79}"/>
              </a:ext>
            </a:extLst>
          </p:cNvPr>
          <p:cNvGrpSpPr/>
          <p:nvPr/>
        </p:nvGrpSpPr>
        <p:grpSpPr>
          <a:xfrm>
            <a:off x="7111769" y="3115030"/>
            <a:ext cx="3910445" cy="3736043"/>
            <a:chOff x="3899425" y="2359004"/>
            <a:chExt cx="2683562" cy="2785213"/>
          </a:xfrm>
        </p:grpSpPr>
        <p:sp>
          <p:nvSpPr>
            <p:cNvPr id="51" name="Google Shape;1915;p152">
              <a:extLst>
                <a:ext uri="{FF2B5EF4-FFF2-40B4-BE49-F238E27FC236}">
                  <a16:creationId xmlns:a16="http://schemas.microsoft.com/office/drawing/2014/main" id="{A2B6FF1B-832B-AF7F-87E8-286015C4DAEF}"/>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2" name="Google Shape;1916;p152">
              <a:extLst>
                <a:ext uri="{FF2B5EF4-FFF2-40B4-BE49-F238E27FC236}">
                  <a16:creationId xmlns:a16="http://schemas.microsoft.com/office/drawing/2014/main" id="{F04DF358-FCF4-592B-8B20-EE082D032910}"/>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3" name="Google Shape;1918;p152">
              <a:extLst>
                <a:ext uri="{FF2B5EF4-FFF2-40B4-BE49-F238E27FC236}">
                  <a16:creationId xmlns:a16="http://schemas.microsoft.com/office/drawing/2014/main" id="{B25BC73C-B674-B87E-4573-F8426389CC98}"/>
                </a:ext>
              </a:extLst>
            </p:cNvPr>
            <p:cNvGrpSpPr/>
            <p:nvPr/>
          </p:nvGrpSpPr>
          <p:grpSpPr>
            <a:xfrm>
              <a:off x="6106713" y="2585336"/>
              <a:ext cx="330827" cy="329934"/>
              <a:chOff x="3962775" y="2683025"/>
              <a:chExt cx="296175" cy="295375"/>
            </a:xfrm>
          </p:grpSpPr>
          <p:sp>
            <p:nvSpPr>
              <p:cNvPr id="54" name="Google Shape;1919;p152">
                <a:extLst>
                  <a:ext uri="{FF2B5EF4-FFF2-40B4-BE49-F238E27FC236}">
                    <a16:creationId xmlns:a16="http://schemas.microsoft.com/office/drawing/2014/main" id="{0ED0635F-48F0-D5AC-98E9-889DEB5515CB}"/>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5" name="Google Shape;1920;p152">
                <a:extLst>
                  <a:ext uri="{FF2B5EF4-FFF2-40B4-BE49-F238E27FC236}">
                    <a16:creationId xmlns:a16="http://schemas.microsoft.com/office/drawing/2014/main" id="{5A55D0C0-42DC-4B9E-D0FF-8C102F3B2A38}"/>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6" name="Google Shape;1921;p152">
                <a:extLst>
                  <a:ext uri="{FF2B5EF4-FFF2-40B4-BE49-F238E27FC236}">
                    <a16:creationId xmlns:a16="http://schemas.microsoft.com/office/drawing/2014/main" id="{2663A4A9-CBFF-4A09-DA54-2EF444683968}"/>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7" name="Google Shape;1922;p152">
            <a:extLst>
              <a:ext uri="{FF2B5EF4-FFF2-40B4-BE49-F238E27FC236}">
                <a16:creationId xmlns:a16="http://schemas.microsoft.com/office/drawing/2014/main" id="{24C1800E-67F4-9443-1905-016A07444C41}"/>
              </a:ext>
            </a:extLst>
          </p:cNvPr>
          <p:cNvGrpSpPr/>
          <p:nvPr/>
        </p:nvGrpSpPr>
        <p:grpSpPr>
          <a:xfrm>
            <a:off x="7111769" y="4101982"/>
            <a:ext cx="3458043" cy="2756018"/>
            <a:chOff x="3899425" y="3094874"/>
            <a:chExt cx="2373100" cy="2054606"/>
          </a:xfrm>
        </p:grpSpPr>
        <p:sp>
          <p:nvSpPr>
            <p:cNvPr id="58" name="Google Shape;1923;p152">
              <a:extLst>
                <a:ext uri="{FF2B5EF4-FFF2-40B4-BE49-F238E27FC236}">
                  <a16:creationId xmlns:a16="http://schemas.microsoft.com/office/drawing/2014/main" id="{6789957C-FCA7-D654-67AA-41B8F95A3F45}"/>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9" name="Google Shape;1924;p152">
              <a:extLst>
                <a:ext uri="{FF2B5EF4-FFF2-40B4-BE49-F238E27FC236}">
                  <a16:creationId xmlns:a16="http://schemas.microsoft.com/office/drawing/2014/main" id="{767AFFE2-BE01-A78C-9117-65179A9D1359}"/>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0" name="Google Shape;1926;p152">
              <a:extLst>
                <a:ext uri="{FF2B5EF4-FFF2-40B4-BE49-F238E27FC236}">
                  <a16:creationId xmlns:a16="http://schemas.microsoft.com/office/drawing/2014/main" id="{0EF04F18-D60F-736A-7BC2-EA8A51F93966}"/>
                </a:ext>
              </a:extLst>
            </p:cNvPr>
            <p:cNvGrpSpPr/>
            <p:nvPr/>
          </p:nvGrpSpPr>
          <p:grpSpPr>
            <a:xfrm>
              <a:off x="5797765" y="3319416"/>
              <a:ext cx="327823" cy="328695"/>
              <a:chOff x="-1333200" y="2770450"/>
              <a:chExt cx="291450" cy="292225"/>
            </a:xfrm>
          </p:grpSpPr>
          <p:sp>
            <p:nvSpPr>
              <p:cNvPr id="61" name="Google Shape;1927;p152">
                <a:extLst>
                  <a:ext uri="{FF2B5EF4-FFF2-40B4-BE49-F238E27FC236}">
                    <a16:creationId xmlns:a16="http://schemas.microsoft.com/office/drawing/2014/main" id="{24DB1F7B-4CBC-DD02-77B0-F0E8E317B396}"/>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2" name="Google Shape;1928;p152">
                <a:extLst>
                  <a:ext uri="{FF2B5EF4-FFF2-40B4-BE49-F238E27FC236}">
                    <a16:creationId xmlns:a16="http://schemas.microsoft.com/office/drawing/2014/main" id="{9209C846-6BA5-448F-5E43-5A6F6FF70902}"/>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cxnSp>
        <p:nvCxnSpPr>
          <p:cNvPr id="64" name="Google Shape;1930;p152">
            <a:extLst>
              <a:ext uri="{FF2B5EF4-FFF2-40B4-BE49-F238E27FC236}">
                <a16:creationId xmlns:a16="http://schemas.microsoft.com/office/drawing/2014/main" id="{D69CCDA2-D7EF-5A49-4BF1-9B3A09B56DF2}"/>
              </a:ext>
            </a:extLst>
          </p:cNvPr>
          <p:cNvCxnSpPr/>
          <p:nvPr/>
        </p:nvCxnSpPr>
        <p:spPr>
          <a:xfrm rot="10800000">
            <a:off x="7083016" y="5390433"/>
            <a:ext cx="2087417" cy="0"/>
          </a:xfrm>
          <a:prstGeom prst="straightConnector1">
            <a:avLst/>
          </a:prstGeom>
          <a:noFill/>
          <a:ln w="19050" cap="flat" cmpd="sng">
            <a:solidFill>
              <a:srgbClr val="DDDEEA"/>
            </a:solidFill>
            <a:prstDash val="solid"/>
            <a:round/>
            <a:headEnd type="none" w="sm" len="sm"/>
            <a:tailEnd type="diamond" w="sm" len="sm"/>
          </a:ln>
        </p:spPr>
      </p:cxnSp>
      <p:sp>
        <p:nvSpPr>
          <p:cNvPr id="65" name="Google Shape;1932;p152">
            <a:extLst>
              <a:ext uri="{FF2B5EF4-FFF2-40B4-BE49-F238E27FC236}">
                <a16:creationId xmlns:a16="http://schemas.microsoft.com/office/drawing/2014/main" id="{4BFEAA56-7997-EF65-C93F-6F8896BB8636}"/>
              </a:ext>
            </a:extLst>
          </p:cNvPr>
          <p:cNvSpPr/>
          <p:nvPr/>
        </p:nvSpPr>
        <p:spPr>
          <a:xfrm>
            <a:off x="9193964" y="5128454"/>
            <a:ext cx="905917" cy="1722619"/>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6" name="TextBox 85">
            <a:extLst>
              <a:ext uri="{FF2B5EF4-FFF2-40B4-BE49-F238E27FC236}">
                <a16:creationId xmlns:a16="http://schemas.microsoft.com/office/drawing/2014/main" id="{BA559582-C358-09DA-B2C1-52EBDFC16AB6}"/>
              </a:ext>
            </a:extLst>
          </p:cNvPr>
          <p:cNvSpPr txBox="1"/>
          <p:nvPr/>
        </p:nvSpPr>
        <p:spPr>
          <a:xfrm>
            <a:off x="7233972" y="1991290"/>
            <a:ext cx="367420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RESULTS &amp; VALUE CREATED</a:t>
            </a:r>
          </a:p>
        </p:txBody>
      </p:sp>
      <p:grpSp>
        <p:nvGrpSpPr>
          <p:cNvPr id="102" name="Google Shape;12544;p62">
            <a:extLst>
              <a:ext uri="{FF2B5EF4-FFF2-40B4-BE49-F238E27FC236}">
                <a16:creationId xmlns:a16="http://schemas.microsoft.com/office/drawing/2014/main" id="{5E6334A7-4610-6D63-5C7B-4C5FCF7CC1E8}"/>
              </a:ext>
            </a:extLst>
          </p:cNvPr>
          <p:cNvGrpSpPr/>
          <p:nvPr/>
        </p:nvGrpSpPr>
        <p:grpSpPr>
          <a:xfrm>
            <a:off x="6857975" y="1756927"/>
            <a:ext cx="618592" cy="646330"/>
            <a:chOff x="1764389" y="3348218"/>
            <a:chExt cx="310114" cy="366665"/>
          </a:xfrm>
        </p:grpSpPr>
        <p:sp>
          <p:nvSpPr>
            <p:cNvPr id="103" name="Google Shape;12545;p62">
              <a:extLst>
                <a:ext uri="{FF2B5EF4-FFF2-40B4-BE49-F238E27FC236}">
                  <a16:creationId xmlns:a16="http://schemas.microsoft.com/office/drawing/2014/main" id="{EC5442D4-9FC1-96FA-1353-E3FC44C61538}"/>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4" name="Google Shape;12546;p62">
              <a:extLst>
                <a:ext uri="{FF2B5EF4-FFF2-40B4-BE49-F238E27FC236}">
                  <a16:creationId xmlns:a16="http://schemas.microsoft.com/office/drawing/2014/main" id="{2AD18F2A-C200-0D76-CA50-033156CA082A}"/>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5" name="Google Shape;12547;p62">
              <a:extLst>
                <a:ext uri="{FF2B5EF4-FFF2-40B4-BE49-F238E27FC236}">
                  <a16:creationId xmlns:a16="http://schemas.microsoft.com/office/drawing/2014/main" id="{2C280995-F388-4C2B-7603-7E54695E577B}"/>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6" name="Google Shape;12548;p62">
              <a:extLst>
                <a:ext uri="{FF2B5EF4-FFF2-40B4-BE49-F238E27FC236}">
                  <a16:creationId xmlns:a16="http://schemas.microsoft.com/office/drawing/2014/main" id="{15BBDD1D-D6A8-CBE5-767D-359F9E14D640}"/>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7" name="Google Shape;12549;p62">
              <a:extLst>
                <a:ext uri="{FF2B5EF4-FFF2-40B4-BE49-F238E27FC236}">
                  <a16:creationId xmlns:a16="http://schemas.microsoft.com/office/drawing/2014/main" id="{58095A3B-62E3-8DAA-4AC5-B5F04257B1C6}"/>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8" name="Google Shape;12550;p62">
              <a:extLst>
                <a:ext uri="{FF2B5EF4-FFF2-40B4-BE49-F238E27FC236}">
                  <a16:creationId xmlns:a16="http://schemas.microsoft.com/office/drawing/2014/main" id="{B1EE8B19-1D8F-8455-66F8-5D00119ABFE8}"/>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9" name="Google Shape;12551;p62">
              <a:extLst>
                <a:ext uri="{FF2B5EF4-FFF2-40B4-BE49-F238E27FC236}">
                  <a16:creationId xmlns:a16="http://schemas.microsoft.com/office/drawing/2014/main" id="{9ECEE0E9-F9C1-0EDC-A877-11860C54F151}"/>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0" name="Google Shape;12552;p62">
              <a:extLst>
                <a:ext uri="{FF2B5EF4-FFF2-40B4-BE49-F238E27FC236}">
                  <a16:creationId xmlns:a16="http://schemas.microsoft.com/office/drawing/2014/main" id="{D0588419-1AFE-4A19-FDEB-1A77B5C08A66}"/>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1" name="Google Shape;12553;p62">
              <a:extLst>
                <a:ext uri="{FF2B5EF4-FFF2-40B4-BE49-F238E27FC236}">
                  <a16:creationId xmlns:a16="http://schemas.microsoft.com/office/drawing/2014/main" id="{E4EF2CEE-2ACC-B16A-FA18-04C0D690DE78}"/>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2" name="Google Shape;12554;p62">
              <a:extLst>
                <a:ext uri="{FF2B5EF4-FFF2-40B4-BE49-F238E27FC236}">
                  <a16:creationId xmlns:a16="http://schemas.microsoft.com/office/drawing/2014/main" id="{9E97EEBC-0180-9219-42FB-8AC22F19BAC8}"/>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3" name="Google Shape;12555;p62">
              <a:extLst>
                <a:ext uri="{FF2B5EF4-FFF2-40B4-BE49-F238E27FC236}">
                  <a16:creationId xmlns:a16="http://schemas.microsoft.com/office/drawing/2014/main" id="{DC09A67C-690F-BD31-21F9-64573BF1ED06}"/>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4" name="Google Shape;12556;p62">
              <a:extLst>
                <a:ext uri="{FF2B5EF4-FFF2-40B4-BE49-F238E27FC236}">
                  <a16:creationId xmlns:a16="http://schemas.microsoft.com/office/drawing/2014/main" id="{39F9EC5C-A1BC-80E8-0A9F-3B865A6DE431}"/>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5" name="Google Shape;12557;p62">
              <a:extLst>
                <a:ext uri="{FF2B5EF4-FFF2-40B4-BE49-F238E27FC236}">
                  <a16:creationId xmlns:a16="http://schemas.microsoft.com/office/drawing/2014/main" id="{8E731FA5-954D-BD3F-7BFD-A108DCF6BA70}"/>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6" name="Google Shape;12558;p62">
              <a:extLst>
                <a:ext uri="{FF2B5EF4-FFF2-40B4-BE49-F238E27FC236}">
                  <a16:creationId xmlns:a16="http://schemas.microsoft.com/office/drawing/2014/main" id="{C3E956CE-7B59-163F-6CD8-5613546F8790}"/>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7" name="Google Shape;12559;p62">
              <a:extLst>
                <a:ext uri="{FF2B5EF4-FFF2-40B4-BE49-F238E27FC236}">
                  <a16:creationId xmlns:a16="http://schemas.microsoft.com/office/drawing/2014/main" id="{2901733A-1E6E-EB23-A541-C000DDD8A299}"/>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8" name="Google Shape;12560;p62">
              <a:extLst>
                <a:ext uri="{FF2B5EF4-FFF2-40B4-BE49-F238E27FC236}">
                  <a16:creationId xmlns:a16="http://schemas.microsoft.com/office/drawing/2014/main" id="{18E8F688-605F-6B6B-00F3-7DACAAF35395}"/>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9" name="Google Shape;12561;p62">
              <a:extLst>
                <a:ext uri="{FF2B5EF4-FFF2-40B4-BE49-F238E27FC236}">
                  <a16:creationId xmlns:a16="http://schemas.microsoft.com/office/drawing/2014/main" id="{CCA2EB7B-39EF-68C8-752D-9137EFB44FF9}"/>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0" name="Google Shape;12562;p62">
              <a:extLst>
                <a:ext uri="{FF2B5EF4-FFF2-40B4-BE49-F238E27FC236}">
                  <a16:creationId xmlns:a16="http://schemas.microsoft.com/office/drawing/2014/main" id="{A739BCF4-805C-2ED3-71AC-0164D060E8BC}"/>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1" name="Google Shape;12563;p62">
              <a:extLst>
                <a:ext uri="{FF2B5EF4-FFF2-40B4-BE49-F238E27FC236}">
                  <a16:creationId xmlns:a16="http://schemas.microsoft.com/office/drawing/2014/main" id="{92C753CB-E208-FA12-0809-F09E6E48184F}"/>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2" name="Google Shape;12564;p62">
              <a:extLst>
                <a:ext uri="{FF2B5EF4-FFF2-40B4-BE49-F238E27FC236}">
                  <a16:creationId xmlns:a16="http://schemas.microsoft.com/office/drawing/2014/main" id="{4649FDBE-12AA-AF8F-CC5D-06BF8F77CEC3}"/>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pic>
        <p:nvPicPr>
          <p:cNvPr id="12" name="Picture 11">
            <a:extLst>
              <a:ext uri="{FF2B5EF4-FFF2-40B4-BE49-F238E27FC236}">
                <a16:creationId xmlns:a16="http://schemas.microsoft.com/office/drawing/2014/main" id="{E91469A9-1CE9-0F0A-82A1-D0711104EB22}"/>
              </a:ext>
            </a:extLst>
          </p:cNvPr>
          <p:cNvPicPr>
            <a:picLocks noChangeAspect="1"/>
          </p:cNvPicPr>
          <p:nvPr/>
        </p:nvPicPr>
        <p:blipFill>
          <a:blip r:embed="rId3"/>
          <a:stretch>
            <a:fillRect/>
          </a:stretch>
        </p:blipFill>
        <p:spPr>
          <a:xfrm>
            <a:off x="413542" y="1626362"/>
            <a:ext cx="5547025" cy="3002002"/>
          </a:xfrm>
          <a:prstGeom prst="rect">
            <a:avLst/>
          </a:prstGeom>
          <a:effectLst/>
        </p:spPr>
      </p:pic>
      <p:pic>
        <p:nvPicPr>
          <p:cNvPr id="14" name="Picture 13">
            <a:extLst>
              <a:ext uri="{FF2B5EF4-FFF2-40B4-BE49-F238E27FC236}">
                <a16:creationId xmlns:a16="http://schemas.microsoft.com/office/drawing/2014/main" id="{DB450579-5448-947F-0B1D-B8C420051D89}"/>
              </a:ext>
            </a:extLst>
          </p:cNvPr>
          <p:cNvPicPr>
            <a:picLocks noChangeAspect="1"/>
          </p:cNvPicPr>
          <p:nvPr/>
        </p:nvPicPr>
        <p:blipFill>
          <a:blip r:embed="rId4"/>
          <a:stretch>
            <a:fillRect/>
          </a:stretch>
        </p:blipFill>
        <p:spPr>
          <a:xfrm>
            <a:off x="1385977" y="4151651"/>
            <a:ext cx="4620195" cy="2173190"/>
          </a:xfrm>
          <a:prstGeom prst="rect">
            <a:avLst/>
          </a:prstGeom>
          <a:effectLst>
            <a:reflection blurRad="6350" stA="50000" endA="300" endPos="36000" dist="50800" dir="5400000" sy="-100000" algn="bl" rotWithShape="0"/>
          </a:effectLst>
        </p:spPr>
      </p:pic>
      <p:sp>
        <p:nvSpPr>
          <p:cNvPr id="15" name="TextBox 14">
            <a:extLst>
              <a:ext uri="{FF2B5EF4-FFF2-40B4-BE49-F238E27FC236}">
                <a16:creationId xmlns:a16="http://schemas.microsoft.com/office/drawing/2014/main" id="{8A270DDB-780E-10A8-8AD1-BE92A70D83A8}"/>
              </a:ext>
            </a:extLst>
          </p:cNvPr>
          <p:cNvSpPr txBox="1"/>
          <p:nvPr/>
        </p:nvSpPr>
        <p:spPr>
          <a:xfrm>
            <a:off x="6538141" y="2613410"/>
            <a:ext cx="3888902"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Build Foundation for Effective Decision- Making</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Build a data strategy that aligns with business goals, addresses specific challenges and prioritizes improvement initiatives based on impact and feasibility</a:t>
            </a:r>
          </a:p>
        </p:txBody>
      </p:sp>
      <p:sp>
        <p:nvSpPr>
          <p:cNvPr id="16" name="TextBox 15">
            <a:extLst>
              <a:ext uri="{FF2B5EF4-FFF2-40B4-BE49-F238E27FC236}">
                <a16:creationId xmlns:a16="http://schemas.microsoft.com/office/drawing/2014/main" id="{18411A76-CB18-C08D-13E9-08616E93B3B7}"/>
              </a:ext>
            </a:extLst>
          </p:cNvPr>
          <p:cNvSpPr txBox="1"/>
          <p:nvPr/>
        </p:nvSpPr>
        <p:spPr>
          <a:xfrm>
            <a:off x="6177566" y="3479164"/>
            <a:ext cx="3888902"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Improved Efficiency and Productivity</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Reduced manual effort, streamline processes eliminating redundancies and improving reporting cycles </a:t>
            </a:r>
          </a:p>
        </p:txBody>
      </p:sp>
      <p:sp>
        <p:nvSpPr>
          <p:cNvPr id="17" name="TextBox 16">
            <a:extLst>
              <a:ext uri="{FF2B5EF4-FFF2-40B4-BE49-F238E27FC236}">
                <a16:creationId xmlns:a16="http://schemas.microsoft.com/office/drawing/2014/main" id="{DC6F01AC-D4E4-D0B2-3754-3DCC04ABBF0D}"/>
              </a:ext>
            </a:extLst>
          </p:cNvPr>
          <p:cNvSpPr txBox="1"/>
          <p:nvPr/>
        </p:nvSpPr>
        <p:spPr>
          <a:xfrm>
            <a:off x="6162445" y="4413432"/>
            <a:ext cx="3475588"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dirty="0">
                <a:solidFill>
                  <a:srgbClr val="0E166B"/>
                </a:solidFill>
                <a:latin typeface="Segoe UI Light"/>
                <a:cs typeface="Segoe UI Light"/>
              </a:rPr>
              <a:t>Enhanced Data Quality and Reporting </a:t>
            </a:r>
            <a:endParaRPr lang="en-US" sz="1400" dirty="0">
              <a:solidFill>
                <a:srgbClr val="0E166B"/>
              </a:solidFill>
              <a:latin typeface="Segoe UI Light"/>
              <a:cs typeface="Segoe UI Light"/>
            </a:endParaRPr>
          </a:p>
          <a:p>
            <a:pPr algn="r"/>
            <a:r>
              <a:rPr lang="en-US" sz="1050" dirty="0">
                <a:solidFill>
                  <a:srgbClr val="0E166B"/>
                </a:solidFill>
                <a:latin typeface="Segoe UI Light"/>
                <a:cs typeface="Segoe UI Light"/>
              </a:rPr>
              <a:t>Improve accuracy and reliability of reports and analysis by addressing data quality issues and provide more accurate and insightful reporting </a:t>
            </a:r>
          </a:p>
        </p:txBody>
      </p:sp>
      <p:sp>
        <p:nvSpPr>
          <p:cNvPr id="18" name="TextBox 17">
            <a:extLst>
              <a:ext uri="{FF2B5EF4-FFF2-40B4-BE49-F238E27FC236}">
                <a16:creationId xmlns:a16="http://schemas.microsoft.com/office/drawing/2014/main" id="{BBC68748-9847-7D2E-75B5-9D51C05E1E6F}"/>
              </a:ext>
            </a:extLst>
          </p:cNvPr>
          <p:cNvSpPr txBox="1"/>
          <p:nvPr/>
        </p:nvSpPr>
        <p:spPr>
          <a:xfrm>
            <a:off x="6016643" y="5464119"/>
            <a:ext cx="3139803" cy="792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400" b="1">
                <a:solidFill>
                  <a:srgbClr val="0E166B"/>
                </a:solidFill>
                <a:latin typeface="Segoe UI Light"/>
                <a:cs typeface="Segoe UI Light"/>
              </a:rPr>
              <a:t>Create a Data-Driven Culture</a:t>
            </a:r>
          </a:p>
          <a:p>
            <a:pPr algn="r"/>
            <a:r>
              <a:rPr lang="en-US" sz="1050">
                <a:solidFill>
                  <a:srgbClr val="0E166B"/>
                </a:solidFill>
                <a:latin typeface="Segoe UI Light"/>
                <a:cs typeface="Segoe UI Light"/>
              </a:rPr>
              <a:t>Promote transparency, foster collaboration and data sharing across department and identify training needs to empower employees to use data effectively</a:t>
            </a:r>
          </a:p>
        </p:txBody>
      </p:sp>
      <p:pic>
        <p:nvPicPr>
          <p:cNvPr id="22" name="Graphic 21" descr="Fork In Road outline">
            <a:extLst>
              <a:ext uri="{FF2B5EF4-FFF2-40B4-BE49-F238E27FC236}">
                <a16:creationId xmlns:a16="http://schemas.microsoft.com/office/drawing/2014/main" id="{06A531BC-3BF1-C51F-70E4-08BB558102D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73997" y="2529444"/>
            <a:ext cx="499240" cy="499240"/>
          </a:xfrm>
          <a:prstGeom prst="rect">
            <a:avLst/>
          </a:prstGeom>
        </p:spPr>
      </p:pic>
      <p:grpSp>
        <p:nvGrpSpPr>
          <p:cNvPr id="23" name="Google Shape;9891;p179">
            <a:extLst>
              <a:ext uri="{FF2B5EF4-FFF2-40B4-BE49-F238E27FC236}">
                <a16:creationId xmlns:a16="http://schemas.microsoft.com/office/drawing/2014/main" id="{D2FC5557-FF66-9537-2EFA-80CBB789B223}"/>
              </a:ext>
            </a:extLst>
          </p:cNvPr>
          <p:cNvGrpSpPr/>
          <p:nvPr/>
        </p:nvGrpSpPr>
        <p:grpSpPr>
          <a:xfrm>
            <a:off x="9431529" y="5381903"/>
            <a:ext cx="415666" cy="421115"/>
            <a:chOff x="-3852025" y="2764950"/>
            <a:chExt cx="291450" cy="293000"/>
          </a:xfrm>
          <a:solidFill>
            <a:srgbClr val="423864"/>
          </a:solidFill>
        </p:grpSpPr>
        <p:sp>
          <p:nvSpPr>
            <p:cNvPr id="24" name="Google Shape;9892;p179">
              <a:extLst>
                <a:ext uri="{FF2B5EF4-FFF2-40B4-BE49-F238E27FC236}">
                  <a16:creationId xmlns:a16="http://schemas.microsoft.com/office/drawing/2014/main" id="{DA3CC1C0-EC26-86E2-8C5B-D77950891F55}"/>
                </a:ext>
              </a:extLst>
            </p:cNvPr>
            <p:cNvSpPr/>
            <p:nvPr/>
          </p:nvSpPr>
          <p:spPr>
            <a:xfrm>
              <a:off x="-3852025" y="2764950"/>
              <a:ext cx="291450" cy="293000"/>
            </a:xfrm>
            <a:custGeom>
              <a:avLst/>
              <a:gdLst/>
              <a:ahLst/>
              <a:cxnLst/>
              <a:rect l="l" t="t" r="r" b="b"/>
              <a:pathLst>
                <a:path w="11658" h="11720" extrusionOk="0">
                  <a:moveTo>
                    <a:pt x="4380" y="693"/>
                  </a:moveTo>
                  <a:cubicBezTo>
                    <a:pt x="6774" y="693"/>
                    <a:pt x="8161" y="1355"/>
                    <a:pt x="8161" y="1733"/>
                  </a:cubicBezTo>
                  <a:cubicBezTo>
                    <a:pt x="8161" y="2080"/>
                    <a:pt x="6774" y="2741"/>
                    <a:pt x="4380" y="2741"/>
                  </a:cubicBezTo>
                  <a:cubicBezTo>
                    <a:pt x="1986" y="2741"/>
                    <a:pt x="599" y="2080"/>
                    <a:pt x="599" y="1733"/>
                  </a:cubicBezTo>
                  <a:cubicBezTo>
                    <a:pt x="631" y="1355"/>
                    <a:pt x="2017" y="693"/>
                    <a:pt x="4380" y="693"/>
                  </a:cubicBezTo>
                  <a:close/>
                  <a:moveTo>
                    <a:pt x="8224" y="2710"/>
                  </a:moveTo>
                  <a:lnTo>
                    <a:pt x="8224" y="4190"/>
                  </a:lnTo>
                  <a:lnTo>
                    <a:pt x="7845" y="4190"/>
                  </a:lnTo>
                  <a:cubicBezTo>
                    <a:pt x="7815" y="4189"/>
                    <a:pt x="7784" y="4189"/>
                    <a:pt x="7753" y="4189"/>
                  </a:cubicBezTo>
                  <a:cubicBezTo>
                    <a:pt x="6625" y="4189"/>
                    <a:pt x="5622" y="4748"/>
                    <a:pt x="4947" y="5545"/>
                  </a:cubicBezTo>
                  <a:cubicBezTo>
                    <a:pt x="4743" y="5555"/>
                    <a:pt x="4544" y="5560"/>
                    <a:pt x="4352" y="5560"/>
                  </a:cubicBezTo>
                  <a:cubicBezTo>
                    <a:pt x="2081" y="5560"/>
                    <a:pt x="662" y="4912"/>
                    <a:pt x="662" y="4505"/>
                  </a:cubicBezTo>
                  <a:lnTo>
                    <a:pt x="662" y="2710"/>
                  </a:lnTo>
                  <a:cubicBezTo>
                    <a:pt x="1639" y="3308"/>
                    <a:pt x="3246" y="3466"/>
                    <a:pt x="4443" y="3466"/>
                  </a:cubicBezTo>
                  <a:cubicBezTo>
                    <a:pt x="5577" y="3466"/>
                    <a:pt x="7215" y="3308"/>
                    <a:pt x="8224" y="2710"/>
                  </a:cubicBezTo>
                  <a:close/>
                  <a:moveTo>
                    <a:pt x="631" y="5514"/>
                  </a:moveTo>
                  <a:cubicBezTo>
                    <a:pt x="1639" y="6081"/>
                    <a:pt x="3309" y="6238"/>
                    <a:pt x="4474" y="6238"/>
                  </a:cubicBezTo>
                  <a:cubicBezTo>
                    <a:pt x="4222" y="6711"/>
                    <a:pt x="4065" y="7309"/>
                    <a:pt x="4065" y="7939"/>
                  </a:cubicBezTo>
                  <a:lnTo>
                    <a:pt x="4065" y="8286"/>
                  </a:lnTo>
                  <a:cubicBezTo>
                    <a:pt x="1860" y="8223"/>
                    <a:pt x="631" y="7624"/>
                    <a:pt x="631" y="7278"/>
                  </a:cubicBezTo>
                  <a:lnTo>
                    <a:pt x="631" y="5514"/>
                  </a:lnTo>
                  <a:close/>
                  <a:moveTo>
                    <a:pt x="631" y="8223"/>
                  </a:moveTo>
                  <a:cubicBezTo>
                    <a:pt x="1576" y="8759"/>
                    <a:pt x="3120" y="8979"/>
                    <a:pt x="4222" y="8979"/>
                  </a:cubicBezTo>
                  <a:cubicBezTo>
                    <a:pt x="4474" y="9798"/>
                    <a:pt x="4947" y="10460"/>
                    <a:pt x="5609" y="10964"/>
                  </a:cubicBezTo>
                  <a:cubicBezTo>
                    <a:pt x="5199" y="11005"/>
                    <a:pt x="4802" y="11024"/>
                    <a:pt x="4424" y="11024"/>
                  </a:cubicBezTo>
                  <a:cubicBezTo>
                    <a:pt x="2216" y="11024"/>
                    <a:pt x="631" y="10391"/>
                    <a:pt x="631" y="9987"/>
                  </a:cubicBezTo>
                  <a:lnTo>
                    <a:pt x="631" y="8223"/>
                  </a:lnTo>
                  <a:close/>
                  <a:moveTo>
                    <a:pt x="7814" y="4852"/>
                  </a:moveTo>
                  <a:cubicBezTo>
                    <a:pt x="9515" y="4852"/>
                    <a:pt x="10933" y="6238"/>
                    <a:pt x="10933" y="7939"/>
                  </a:cubicBezTo>
                  <a:cubicBezTo>
                    <a:pt x="10964" y="9641"/>
                    <a:pt x="9547" y="11027"/>
                    <a:pt x="7814" y="11027"/>
                  </a:cubicBezTo>
                  <a:cubicBezTo>
                    <a:pt x="6113" y="11027"/>
                    <a:pt x="4726" y="9641"/>
                    <a:pt x="4726" y="7939"/>
                  </a:cubicBezTo>
                  <a:cubicBezTo>
                    <a:pt x="4726" y="6238"/>
                    <a:pt x="6113" y="4852"/>
                    <a:pt x="7814" y="4852"/>
                  </a:cubicBezTo>
                  <a:close/>
                  <a:moveTo>
                    <a:pt x="4411" y="0"/>
                  </a:moveTo>
                  <a:cubicBezTo>
                    <a:pt x="3277" y="0"/>
                    <a:pt x="2206" y="158"/>
                    <a:pt x="1418" y="410"/>
                  </a:cubicBezTo>
                  <a:cubicBezTo>
                    <a:pt x="253" y="819"/>
                    <a:pt x="1" y="1323"/>
                    <a:pt x="1" y="1733"/>
                  </a:cubicBezTo>
                  <a:lnTo>
                    <a:pt x="1" y="9987"/>
                  </a:lnTo>
                  <a:cubicBezTo>
                    <a:pt x="1" y="10334"/>
                    <a:pt x="253" y="10901"/>
                    <a:pt x="1418" y="11279"/>
                  </a:cubicBezTo>
                  <a:cubicBezTo>
                    <a:pt x="2269" y="11562"/>
                    <a:pt x="3309" y="11720"/>
                    <a:pt x="4411" y="11720"/>
                  </a:cubicBezTo>
                  <a:cubicBezTo>
                    <a:pt x="5199" y="11720"/>
                    <a:pt x="5955" y="11657"/>
                    <a:pt x="6617" y="11531"/>
                  </a:cubicBezTo>
                  <a:cubicBezTo>
                    <a:pt x="7026" y="11657"/>
                    <a:pt x="7404" y="11720"/>
                    <a:pt x="7845" y="11720"/>
                  </a:cubicBezTo>
                  <a:cubicBezTo>
                    <a:pt x="9925" y="11720"/>
                    <a:pt x="11658" y="10019"/>
                    <a:pt x="11658" y="7939"/>
                  </a:cubicBezTo>
                  <a:cubicBezTo>
                    <a:pt x="11626" y="6175"/>
                    <a:pt x="10397" y="4757"/>
                    <a:pt x="8822" y="4316"/>
                  </a:cubicBezTo>
                  <a:lnTo>
                    <a:pt x="8822" y="1733"/>
                  </a:lnTo>
                  <a:cubicBezTo>
                    <a:pt x="8822" y="1355"/>
                    <a:pt x="8602" y="819"/>
                    <a:pt x="7404" y="410"/>
                  </a:cubicBezTo>
                  <a:cubicBezTo>
                    <a:pt x="6585" y="158"/>
                    <a:pt x="5514" y="0"/>
                    <a:pt x="441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900">
                <a:solidFill>
                  <a:srgbClr val="0E166B"/>
                </a:solidFill>
              </a:endParaRPr>
            </a:p>
          </p:txBody>
        </p:sp>
        <p:sp>
          <p:nvSpPr>
            <p:cNvPr id="25" name="Google Shape;9893;p179">
              <a:extLst>
                <a:ext uri="{FF2B5EF4-FFF2-40B4-BE49-F238E27FC236}">
                  <a16:creationId xmlns:a16="http://schemas.microsoft.com/office/drawing/2014/main" id="{8C4B0958-7948-B038-20FF-F4D044C5A786}"/>
                </a:ext>
              </a:extLst>
            </p:cNvPr>
            <p:cNvSpPr/>
            <p:nvPr/>
          </p:nvSpPr>
          <p:spPr>
            <a:xfrm>
              <a:off x="-3707100" y="2937425"/>
              <a:ext cx="103200" cy="67775"/>
            </a:xfrm>
            <a:custGeom>
              <a:avLst/>
              <a:gdLst/>
              <a:ahLst/>
              <a:cxnLst/>
              <a:rect l="l" t="t" r="r" b="b"/>
              <a:pathLst>
                <a:path w="4128" h="2711" extrusionOk="0">
                  <a:moveTo>
                    <a:pt x="3785" y="1"/>
                  </a:moveTo>
                  <a:cubicBezTo>
                    <a:pt x="3695" y="1"/>
                    <a:pt x="3608" y="32"/>
                    <a:pt x="3561" y="95"/>
                  </a:cubicBezTo>
                  <a:lnTo>
                    <a:pt x="1733" y="1923"/>
                  </a:lnTo>
                  <a:lnTo>
                    <a:pt x="599" y="757"/>
                  </a:lnTo>
                  <a:cubicBezTo>
                    <a:pt x="536" y="710"/>
                    <a:pt x="450" y="686"/>
                    <a:pt x="363" y="686"/>
                  </a:cubicBezTo>
                  <a:cubicBezTo>
                    <a:pt x="276" y="686"/>
                    <a:pt x="190" y="710"/>
                    <a:pt x="127" y="757"/>
                  </a:cubicBezTo>
                  <a:cubicBezTo>
                    <a:pt x="1" y="883"/>
                    <a:pt x="1" y="1135"/>
                    <a:pt x="127" y="1229"/>
                  </a:cubicBezTo>
                  <a:lnTo>
                    <a:pt x="1513" y="2616"/>
                  </a:lnTo>
                  <a:cubicBezTo>
                    <a:pt x="1560" y="2679"/>
                    <a:pt x="1647" y="2710"/>
                    <a:pt x="1737" y="2710"/>
                  </a:cubicBezTo>
                  <a:cubicBezTo>
                    <a:pt x="1828" y="2710"/>
                    <a:pt x="1922" y="2679"/>
                    <a:pt x="1985" y="2616"/>
                  </a:cubicBezTo>
                  <a:lnTo>
                    <a:pt x="4033" y="568"/>
                  </a:lnTo>
                  <a:cubicBezTo>
                    <a:pt x="4128" y="442"/>
                    <a:pt x="4128" y="221"/>
                    <a:pt x="4033" y="95"/>
                  </a:cubicBezTo>
                  <a:cubicBezTo>
                    <a:pt x="3970" y="32"/>
                    <a:pt x="3876" y="1"/>
                    <a:pt x="3785"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sz="900">
                <a:solidFill>
                  <a:srgbClr val="0E166B"/>
                </a:solidFill>
              </a:endParaRPr>
            </a:p>
          </p:txBody>
        </p:sp>
      </p:grpSp>
    </p:spTree>
    <p:extLst>
      <p:ext uri="{BB962C8B-B14F-4D97-AF65-F5344CB8AC3E}">
        <p14:creationId xmlns:p14="http://schemas.microsoft.com/office/powerpoint/2010/main" val="578284234"/>
      </p:ext>
    </p:extLst>
  </p:cSld>
  <p:clrMapOvr>
    <a:overrideClrMapping bg1="lt1" tx1="dk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93C2BB-763B-2C4C-31C8-8169F35A09F3}"/>
            </a:ext>
          </a:extLst>
        </p:cNvPr>
        <p:cNvGrpSpPr/>
        <p:nvPr/>
      </p:nvGrpSpPr>
      <p:grpSpPr>
        <a:xfrm>
          <a:off x="0" y="0"/>
          <a:ext cx="0" cy="0"/>
          <a:chOff x="0" y="0"/>
          <a:chExt cx="0" cy="0"/>
        </a:xfrm>
      </p:grpSpPr>
      <p:sp>
        <p:nvSpPr>
          <p:cNvPr id="234" name="Google Shape;1087;p33">
            <a:extLst>
              <a:ext uri="{FF2B5EF4-FFF2-40B4-BE49-F238E27FC236}">
                <a16:creationId xmlns:a16="http://schemas.microsoft.com/office/drawing/2014/main" id="{FCB4FD16-BAD6-7277-72FE-FF29EB134AB7}"/>
              </a:ext>
            </a:extLst>
          </p:cNvPr>
          <p:cNvSpPr txBox="1">
            <a:spLocks/>
          </p:cNvSpPr>
          <p:nvPr/>
        </p:nvSpPr>
        <p:spPr>
          <a:xfrm>
            <a:off x="0" y="131223"/>
            <a:ext cx="1025293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lvl="0" indent="0" algn="l" fontAlgn="auto">
              <a:tabLst/>
              <a:defRPr/>
            </a:pPr>
            <a:r>
              <a:rPr lang="en-GB" sz="3200" b="1" kern="0" dirty="0">
                <a:solidFill>
                  <a:srgbClr val="FFFFFF"/>
                </a:solidFill>
                <a:ea typeface="+mj-ea"/>
                <a:cs typeface="+mj-cs"/>
              </a:rPr>
              <a:t>Data Warehouse</a:t>
            </a:r>
          </a:p>
        </p:txBody>
      </p:sp>
      <p:sp>
        <p:nvSpPr>
          <p:cNvPr id="235" name="Google Shape;1460;p137">
            <a:extLst>
              <a:ext uri="{FF2B5EF4-FFF2-40B4-BE49-F238E27FC236}">
                <a16:creationId xmlns:a16="http://schemas.microsoft.com/office/drawing/2014/main" id="{8FEC4B3F-D8D7-B271-67A8-79E1A0759FE5}"/>
              </a:ext>
            </a:extLst>
          </p:cNvPr>
          <p:cNvSpPr/>
          <p:nvPr/>
        </p:nvSpPr>
        <p:spPr>
          <a:xfrm>
            <a:off x="600595" y="2204627"/>
            <a:ext cx="3576699" cy="1270324"/>
          </a:xfrm>
          <a:prstGeom prst="rect">
            <a:avLst/>
          </a:prstGeom>
          <a:gradFill>
            <a:gsLst>
              <a:gs pos="0">
                <a:srgbClr val="FFFFFF">
                  <a:alpha val="5000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6" name="Google Shape;1460;p137">
            <a:extLst>
              <a:ext uri="{FF2B5EF4-FFF2-40B4-BE49-F238E27FC236}">
                <a16:creationId xmlns:a16="http://schemas.microsoft.com/office/drawing/2014/main" id="{AB3DE8B4-97CD-AA1C-1A56-B39D0B917BFB}"/>
              </a:ext>
            </a:extLst>
          </p:cNvPr>
          <p:cNvSpPr/>
          <p:nvPr/>
        </p:nvSpPr>
        <p:spPr>
          <a:xfrm>
            <a:off x="575685" y="4267471"/>
            <a:ext cx="3601608" cy="2292935"/>
          </a:xfrm>
          <a:prstGeom prst="rect">
            <a:avLst/>
          </a:prstGeom>
          <a:solidFill>
            <a:srgbClr val="EAECFC"/>
          </a:solidFill>
        </p:spPr>
        <p:txBody>
          <a:bodyPr wrap="square">
            <a:spAutoFit/>
          </a:bodyPr>
          <a:lstStyle/>
          <a:p>
            <a:r>
              <a:rPr lang="en-US" sz="1300" dirty="0">
                <a:solidFill>
                  <a:srgbClr val="0E166B"/>
                </a:solidFill>
                <a:latin typeface="Segoe UI Light" panose="020B0502040204020203" pitchFamily="34" charset="0"/>
                <a:cs typeface="Segoe UI Light" panose="020B0502040204020203" pitchFamily="34" charset="0"/>
              </a:rPr>
              <a:t>Fragmented data sources and manual reporting, relying on Excel exports from various ERP and CRM systems. Without a centralized data warehouse, reporting was time-consuming, inconsistent, and lacked real-time insights, making it difficult to track deals, fund performance, and investor commitments. The firm needed an integrated data solution to improve efficiency, accuracy, and analytics capabilities while ensuring better data governance.</a:t>
            </a:r>
            <a:endParaRPr sz="1300" dirty="0">
              <a:solidFill>
                <a:srgbClr val="0E166B"/>
              </a:solidFill>
              <a:latin typeface="Segoe UI Light" panose="020B0502040204020203" pitchFamily="34" charset="0"/>
              <a:cs typeface="Segoe UI Light" panose="020B0502040204020203" pitchFamily="34" charset="0"/>
            </a:endParaRPr>
          </a:p>
        </p:txBody>
      </p:sp>
      <p:grpSp>
        <p:nvGrpSpPr>
          <p:cNvPr id="237" name="Google Shape;8814;p60">
            <a:extLst>
              <a:ext uri="{FF2B5EF4-FFF2-40B4-BE49-F238E27FC236}">
                <a16:creationId xmlns:a16="http://schemas.microsoft.com/office/drawing/2014/main" id="{2C51B38A-6EE5-EDEB-3825-1503BFDF55AD}"/>
              </a:ext>
            </a:extLst>
          </p:cNvPr>
          <p:cNvGrpSpPr/>
          <p:nvPr/>
        </p:nvGrpSpPr>
        <p:grpSpPr>
          <a:xfrm>
            <a:off x="599513" y="1572387"/>
            <a:ext cx="481575" cy="501997"/>
            <a:chOff x="2650597" y="3381777"/>
            <a:chExt cx="341511" cy="324994"/>
          </a:xfrm>
        </p:grpSpPr>
        <p:sp>
          <p:nvSpPr>
            <p:cNvPr id="238" name="Google Shape;8815;p60">
              <a:extLst>
                <a:ext uri="{FF2B5EF4-FFF2-40B4-BE49-F238E27FC236}">
                  <a16:creationId xmlns:a16="http://schemas.microsoft.com/office/drawing/2014/main" id="{4A2A90CD-FFFF-37DF-D701-1055C20CB73A}"/>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9" name="Google Shape;8816;p60">
              <a:extLst>
                <a:ext uri="{FF2B5EF4-FFF2-40B4-BE49-F238E27FC236}">
                  <a16:creationId xmlns:a16="http://schemas.microsoft.com/office/drawing/2014/main" id="{AC2EE0A7-2D98-6486-E316-7CE014D6CB5E}"/>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0" name="Google Shape;8817;p60">
              <a:extLst>
                <a:ext uri="{FF2B5EF4-FFF2-40B4-BE49-F238E27FC236}">
                  <a16:creationId xmlns:a16="http://schemas.microsoft.com/office/drawing/2014/main" id="{D5CA8AAC-928D-7643-CF31-CAFC7624E239}"/>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1" name="Google Shape;8818;p60">
              <a:extLst>
                <a:ext uri="{FF2B5EF4-FFF2-40B4-BE49-F238E27FC236}">
                  <a16:creationId xmlns:a16="http://schemas.microsoft.com/office/drawing/2014/main" id="{39652D7D-57A1-077F-E580-6675A1839A09}"/>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2" name="Google Shape;8819;p60">
              <a:extLst>
                <a:ext uri="{FF2B5EF4-FFF2-40B4-BE49-F238E27FC236}">
                  <a16:creationId xmlns:a16="http://schemas.microsoft.com/office/drawing/2014/main" id="{1FCB99A1-0EE6-751C-03BB-D0473D7D4337}"/>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3" name="Google Shape;8820;p60">
              <a:extLst>
                <a:ext uri="{FF2B5EF4-FFF2-40B4-BE49-F238E27FC236}">
                  <a16:creationId xmlns:a16="http://schemas.microsoft.com/office/drawing/2014/main" id="{A70E9D37-81A6-D149-D2FB-BF5A10A38BB6}"/>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4" name="Google Shape;8821;p60">
              <a:extLst>
                <a:ext uri="{FF2B5EF4-FFF2-40B4-BE49-F238E27FC236}">
                  <a16:creationId xmlns:a16="http://schemas.microsoft.com/office/drawing/2014/main" id="{174A772C-4904-5821-1577-EAE157B8626A}"/>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5" name="Google Shape;8822;p60">
              <a:extLst>
                <a:ext uri="{FF2B5EF4-FFF2-40B4-BE49-F238E27FC236}">
                  <a16:creationId xmlns:a16="http://schemas.microsoft.com/office/drawing/2014/main" id="{5574FE84-AD91-79B0-CA77-7EB98DDDB726}"/>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6" name="Google Shape;8823;p60">
              <a:extLst>
                <a:ext uri="{FF2B5EF4-FFF2-40B4-BE49-F238E27FC236}">
                  <a16:creationId xmlns:a16="http://schemas.microsoft.com/office/drawing/2014/main" id="{901648D6-EBAF-6A4B-9BB9-5C705939EFC8}"/>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7" name="Google Shape;8824;p60">
              <a:extLst>
                <a:ext uri="{FF2B5EF4-FFF2-40B4-BE49-F238E27FC236}">
                  <a16:creationId xmlns:a16="http://schemas.microsoft.com/office/drawing/2014/main" id="{CEB4993C-8EDD-4F4C-F26A-5F5EA7B0DDD5}"/>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8" name="Google Shape;8825;p60">
              <a:extLst>
                <a:ext uri="{FF2B5EF4-FFF2-40B4-BE49-F238E27FC236}">
                  <a16:creationId xmlns:a16="http://schemas.microsoft.com/office/drawing/2014/main" id="{3A45D2DC-CE22-5A4F-89AF-0E3F7994AFE6}"/>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9" name="Google Shape;8826;p60">
              <a:extLst>
                <a:ext uri="{FF2B5EF4-FFF2-40B4-BE49-F238E27FC236}">
                  <a16:creationId xmlns:a16="http://schemas.microsoft.com/office/drawing/2014/main" id="{C7339B23-9395-ADA7-27B0-CC1146C31794}"/>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0" name="Google Shape;8827;p60">
              <a:extLst>
                <a:ext uri="{FF2B5EF4-FFF2-40B4-BE49-F238E27FC236}">
                  <a16:creationId xmlns:a16="http://schemas.microsoft.com/office/drawing/2014/main" id="{818AB331-6EDC-50E2-A4BC-334D694DCC97}"/>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1" name="Google Shape;8828;p60">
              <a:extLst>
                <a:ext uri="{FF2B5EF4-FFF2-40B4-BE49-F238E27FC236}">
                  <a16:creationId xmlns:a16="http://schemas.microsoft.com/office/drawing/2014/main" id="{2D5469A7-C575-B105-ED29-570798AB11A5}"/>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2" name="Google Shape;8829;p60">
              <a:extLst>
                <a:ext uri="{FF2B5EF4-FFF2-40B4-BE49-F238E27FC236}">
                  <a16:creationId xmlns:a16="http://schemas.microsoft.com/office/drawing/2014/main" id="{569AFD13-6693-BF30-F90B-6854A5BC6328}"/>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3" name="Google Shape;8830;p60">
              <a:extLst>
                <a:ext uri="{FF2B5EF4-FFF2-40B4-BE49-F238E27FC236}">
                  <a16:creationId xmlns:a16="http://schemas.microsoft.com/office/drawing/2014/main" id="{02536E90-E8FB-F132-9031-04C964B458DD}"/>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4" name="Google Shape;8831;p60">
              <a:extLst>
                <a:ext uri="{FF2B5EF4-FFF2-40B4-BE49-F238E27FC236}">
                  <a16:creationId xmlns:a16="http://schemas.microsoft.com/office/drawing/2014/main" id="{FCA5E432-A98A-8E6A-890A-AFBE2D8F97A5}"/>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5" name="Google Shape;8832;p60">
              <a:extLst>
                <a:ext uri="{FF2B5EF4-FFF2-40B4-BE49-F238E27FC236}">
                  <a16:creationId xmlns:a16="http://schemas.microsoft.com/office/drawing/2014/main" id="{234F1408-E25A-C750-E58F-3CB34016CEE9}"/>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6" name="Google Shape;8833;p60">
              <a:extLst>
                <a:ext uri="{FF2B5EF4-FFF2-40B4-BE49-F238E27FC236}">
                  <a16:creationId xmlns:a16="http://schemas.microsoft.com/office/drawing/2014/main" id="{85A9E8B7-6CAB-51CA-2E62-4E7DD851B53D}"/>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7" name="Google Shape;8834;p60">
              <a:extLst>
                <a:ext uri="{FF2B5EF4-FFF2-40B4-BE49-F238E27FC236}">
                  <a16:creationId xmlns:a16="http://schemas.microsoft.com/office/drawing/2014/main" id="{FD7C6337-FD0F-D0C4-67AC-987FC338EBD9}"/>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8" name="Google Shape;8835;p60">
              <a:extLst>
                <a:ext uri="{FF2B5EF4-FFF2-40B4-BE49-F238E27FC236}">
                  <a16:creationId xmlns:a16="http://schemas.microsoft.com/office/drawing/2014/main" id="{53996BEA-52BC-DFC7-7DA9-ED9974A70AE2}"/>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9" name="Google Shape;8836;p60">
              <a:extLst>
                <a:ext uri="{FF2B5EF4-FFF2-40B4-BE49-F238E27FC236}">
                  <a16:creationId xmlns:a16="http://schemas.microsoft.com/office/drawing/2014/main" id="{3DC46946-B3C0-96F9-ED05-CBA102E91C68}"/>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0" name="Google Shape;8837;p60">
              <a:extLst>
                <a:ext uri="{FF2B5EF4-FFF2-40B4-BE49-F238E27FC236}">
                  <a16:creationId xmlns:a16="http://schemas.microsoft.com/office/drawing/2014/main" id="{5441D791-ED3C-B724-E24E-11281F07E6A7}"/>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1" name="Google Shape;8838;p60">
              <a:extLst>
                <a:ext uri="{FF2B5EF4-FFF2-40B4-BE49-F238E27FC236}">
                  <a16:creationId xmlns:a16="http://schemas.microsoft.com/office/drawing/2014/main" id="{1553B65A-2798-5C7B-C400-BE77542A9D17}"/>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2" name="Google Shape;8839;p60">
              <a:extLst>
                <a:ext uri="{FF2B5EF4-FFF2-40B4-BE49-F238E27FC236}">
                  <a16:creationId xmlns:a16="http://schemas.microsoft.com/office/drawing/2014/main" id="{2648EE4E-1883-CB88-FB68-56CB09C75050}"/>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3" name="Google Shape;8840;p60">
              <a:extLst>
                <a:ext uri="{FF2B5EF4-FFF2-40B4-BE49-F238E27FC236}">
                  <a16:creationId xmlns:a16="http://schemas.microsoft.com/office/drawing/2014/main" id="{34BBF45F-3285-B5C9-4F6E-D279AAA54E8D}"/>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4" name="Google Shape;8841;p60">
              <a:extLst>
                <a:ext uri="{FF2B5EF4-FFF2-40B4-BE49-F238E27FC236}">
                  <a16:creationId xmlns:a16="http://schemas.microsoft.com/office/drawing/2014/main" id="{C50AE908-06E1-2EA3-7B53-B53133543725}"/>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5" name="Google Shape;8842;p60">
              <a:extLst>
                <a:ext uri="{FF2B5EF4-FFF2-40B4-BE49-F238E27FC236}">
                  <a16:creationId xmlns:a16="http://schemas.microsoft.com/office/drawing/2014/main" id="{F5C1A314-3618-F010-2668-2AC4939125B2}"/>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6" name="Google Shape;8843;p60">
              <a:extLst>
                <a:ext uri="{FF2B5EF4-FFF2-40B4-BE49-F238E27FC236}">
                  <a16:creationId xmlns:a16="http://schemas.microsoft.com/office/drawing/2014/main" id="{B766CA35-AEF6-F513-4A85-5A130519E95C}"/>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7" name="Google Shape;8844;p60">
              <a:extLst>
                <a:ext uri="{FF2B5EF4-FFF2-40B4-BE49-F238E27FC236}">
                  <a16:creationId xmlns:a16="http://schemas.microsoft.com/office/drawing/2014/main" id="{02E4CCB6-FAD2-A94B-611E-B975A68117C5}"/>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8" name="Google Shape;8845;p60">
              <a:extLst>
                <a:ext uri="{FF2B5EF4-FFF2-40B4-BE49-F238E27FC236}">
                  <a16:creationId xmlns:a16="http://schemas.microsoft.com/office/drawing/2014/main" id="{9007BC75-E532-97E1-C78C-D0F0ED0019BA}"/>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59" name="Google Shape;8846;p60">
              <a:extLst>
                <a:ext uri="{FF2B5EF4-FFF2-40B4-BE49-F238E27FC236}">
                  <a16:creationId xmlns:a16="http://schemas.microsoft.com/office/drawing/2014/main" id="{813D8CA8-4E81-E272-1398-C347FAF1612E}"/>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60" name="Google Shape;8847;p60">
              <a:extLst>
                <a:ext uri="{FF2B5EF4-FFF2-40B4-BE49-F238E27FC236}">
                  <a16:creationId xmlns:a16="http://schemas.microsoft.com/office/drawing/2014/main" id="{95CDF040-DC53-12CC-2804-B7531ED15D0D}"/>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61" name="Google Shape;8848;p60">
              <a:extLst>
                <a:ext uri="{FF2B5EF4-FFF2-40B4-BE49-F238E27FC236}">
                  <a16:creationId xmlns:a16="http://schemas.microsoft.com/office/drawing/2014/main" id="{F435825D-F337-3BCD-578B-B8FECF100A87}"/>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62" name="Google Shape;8849;p60">
              <a:extLst>
                <a:ext uri="{FF2B5EF4-FFF2-40B4-BE49-F238E27FC236}">
                  <a16:creationId xmlns:a16="http://schemas.microsoft.com/office/drawing/2014/main" id="{99A93BC1-D290-D70D-80E0-566880CB811F}"/>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63" name="TextBox 62">
            <a:extLst>
              <a:ext uri="{FF2B5EF4-FFF2-40B4-BE49-F238E27FC236}">
                <a16:creationId xmlns:a16="http://schemas.microsoft.com/office/drawing/2014/main" id="{195C2B47-40C7-9CD8-3ECD-DFD5ECEB3480}"/>
              </a:ext>
            </a:extLst>
          </p:cNvPr>
          <p:cNvSpPr txBox="1"/>
          <p:nvPr/>
        </p:nvSpPr>
        <p:spPr>
          <a:xfrm>
            <a:off x="1167396" y="1747170"/>
            <a:ext cx="2273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INDUSTRY</a:t>
            </a:r>
          </a:p>
        </p:txBody>
      </p:sp>
      <p:cxnSp>
        <p:nvCxnSpPr>
          <p:cNvPr id="64" name="Google Shape;2079;p158">
            <a:extLst>
              <a:ext uri="{FF2B5EF4-FFF2-40B4-BE49-F238E27FC236}">
                <a16:creationId xmlns:a16="http://schemas.microsoft.com/office/drawing/2014/main" id="{FF6AD968-0A5E-1D05-057D-7C9236C46400}"/>
              </a:ext>
            </a:extLst>
          </p:cNvPr>
          <p:cNvCxnSpPr>
            <a:cxnSpLocks/>
          </p:cNvCxnSpPr>
          <p:nvPr/>
        </p:nvCxnSpPr>
        <p:spPr>
          <a:xfrm>
            <a:off x="4568954" y="2204626"/>
            <a:ext cx="0" cy="4010483"/>
          </a:xfrm>
          <a:prstGeom prst="straightConnector1">
            <a:avLst/>
          </a:prstGeom>
          <a:noFill/>
          <a:ln w="28575" cap="flat" cmpd="sng">
            <a:solidFill>
              <a:schemeClr val="lt1"/>
            </a:solidFill>
            <a:prstDash val="solid"/>
            <a:round/>
            <a:headEnd type="none" w="med" len="med"/>
            <a:tailEnd type="none" w="med" len="med"/>
          </a:ln>
        </p:spPr>
      </p:cxnSp>
      <p:sp>
        <p:nvSpPr>
          <p:cNvPr id="65" name="TextBox 64">
            <a:extLst>
              <a:ext uri="{FF2B5EF4-FFF2-40B4-BE49-F238E27FC236}">
                <a16:creationId xmlns:a16="http://schemas.microsoft.com/office/drawing/2014/main" id="{A89EBE4A-451A-B60B-7921-DA746D4BD67B}"/>
              </a:ext>
            </a:extLst>
          </p:cNvPr>
          <p:cNvSpPr txBox="1"/>
          <p:nvPr/>
        </p:nvSpPr>
        <p:spPr>
          <a:xfrm>
            <a:off x="1111427" y="3718154"/>
            <a:ext cx="227309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THE </a:t>
            </a:r>
            <a:r>
              <a:rPr lang="es-ES" b="1">
                <a:solidFill>
                  <a:srgbClr val="0E166B"/>
                </a:solidFill>
                <a:latin typeface="Arial"/>
              </a:rPr>
              <a:t>CHALLENGE</a:t>
            </a:r>
            <a:endParaRPr kumimoji="0" lang="es-ES" sz="1800" b="1" i="0" u="none" strike="noStrike" kern="1200" cap="none" spc="0" normalizeH="0" baseline="0" noProof="0">
              <a:ln>
                <a:noFill/>
              </a:ln>
              <a:solidFill>
                <a:srgbClr val="0E166B"/>
              </a:solidFill>
              <a:effectLst/>
              <a:uLnTx/>
              <a:uFillTx/>
              <a:latin typeface="Arial"/>
              <a:ea typeface="+mn-ea"/>
              <a:cs typeface="+mn-cs"/>
            </a:endParaRPr>
          </a:p>
        </p:txBody>
      </p:sp>
      <p:grpSp>
        <p:nvGrpSpPr>
          <p:cNvPr id="66" name="Google Shape;8505;p60">
            <a:extLst>
              <a:ext uri="{FF2B5EF4-FFF2-40B4-BE49-F238E27FC236}">
                <a16:creationId xmlns:a16="http://schemas.microsoft.com/office/drawing/2014/main" id="{E2866476-E101-69B9-068B-9DEC4191FF95}"/>
              </a:ext>
            </a:extLst>
          </p:cNvPr>
          <p:cNvGrpSpPr/>
          <p:nvPr/>
        </p:nvGrpSpPr>
        <p:grpSpPr>
          <a:xfrm>
            <a:off x="575686" y="3633190"/>
            <a:ext cx="555447" cy="513067"/>
            <a:chOff x="2180884" y="2888719"/>
            <a:chExt cx="376752" cy="374468"/>
          </a:xfrm>
        </p:grpSpPr>
        <p:sp>
          <p:nvSpPr>
            <p:cNvPr id="67" name="Google Shape;8506;p60">
              <a:extLst>
                <a:ext uri="{FF2B5EF4-FFF2-40B4-BE49-F238E27FC236}">
                  <a16:creationId xmlns:a16="http://schemas.microsoft.com/office/drawing/2014/main" id="{1A3662D5-63D4-33CC-6658-0E1877AEAF6B}"/>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68" name="Google Shape;8507;p60">
              <a:extLst>
                <a:ext uri="{FF2B5EF4-FFF2-40B4-BE49-F238E27FC236}">
                  <a16:creationId xmlns:a16="http://schemas.microsoft.com/office/drawing/2014/main" id="{58D9367A-E9EC-3CBD-B787-898929306B03}"/>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69" name="Google Shape;8508;p60">
              <a:extLst>
                <a:ext uri="{FF2B5EF4-FFF2-40B4-BE49-F238E27FC236}">
                  <a16:creationId xmlns:a16="http://schemas.microsoft.com/office/drawing/2014/main" id="{5B78EEBB-E90F-D0AD-525F-BB69CBA73E9D}"/>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0" name="Google Shape;8509;p60">
              <a:extLst>
                <a:ext uri="{FF2B5EF4-FFF2-40B4-BE49-F238E27FC236}">
                  <a16:creationId xmlns:a16="http://schemas.microsoft.com/office/drawing/2014/main" id="{03E8ABAB-88C9-64A3-4E6F-AC7A73C696D8}"/>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1" name="Google Shape;8510;p60">
              <a:extLst>
                <a:ext uri="{FF2B5EF4-FFF2-40B4-BE49-F238E27FC236}">
                  <a16:creationId xmlns:a16="http://schemas.microsoft.com/office/drawing/2014/main" id="{579EBA7F-D47B-16AC-5E68-A209034D7E98}"/>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2" name="Google Shape;8511;p60">
              <a:extLst>
                <a:ext uri="{FF2B5EF4-FFF2-40B4-BE49-F238E27FC236}">
                  <a16:creationId xmlns:a16="http://schemas.microsoft.com/office/drawing/2014/main" id="{F06B1801-5152-A3DD-EDEA-FAD7BFE2F551}"/>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3" name="Google Shape;8512;p60">
              <a:extLst>
                <a:ext uri="{FF2B5EF4-FFF2-40B4-BE49-F238E27FC236}">
                  <a16:creationId xmlns:a16="http://schemas.microsoft.com/office/drawing/2014/main" id="{DFCC8776-E03E-C55B-280D-C457F9AD6DB8}"/>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4" name="Google Shape;8513;p60">
              <a:extLst>
                <a:ext uri="{FF2B5EF4-FFF2-40B4-BE49-F238E27FC236}">
                  <a16:creationId xmlns:a16="http://schemas.microsoft.com/office/drawing/2014/main" id="{D5BD3543-8AA8-69C2-3AEE-4A3E79DE4FF0}"/>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5" name="Google Shape;8514;p60">
              <a:extLst>
                <a:ext uri="{FF2B5EF4-FFF2-40B4-BE49-F238E27FC236}">
                  <a16:creationId xmlns:a16="http://schemas.microsoft.com/office/drawing/2014/main" id="{5E5C258B-0680-5DC3-7CB5-2550EA3BFBCF}"/>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6" name="Google Shape;8515;p60">
              <a:extLst>
                <a:ext uri="{FF2B5EF4-FFF2-40B4-BE49-F238E27FC236}">
                  <a16:creationId xmlns:a16="http://schemas.microsoft.com/office/drawing/2014/main" id="{61378BBD-B20F-5D82-8948-A1C592BA3EC4}"/>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7" name="Google Shape;8516;p60">
              <a:extLst>
                <a:ext uri="{FF2B5EF4-FFF2-40B4-BE49-F238E27FC236}">
                  <a16:creationId xmlns:a16="http://schemas.microsoft.com/office/drawing/2014/main" id="{BA12EFFC-DD5A-D6D3-B43F-873A802572D3}"/>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8" name="Google Shape;8517;p60">
              <a:extLst>
                <a:ext uri="{FF2B5EF4-FFF2-40B4-BE49-F238E27FC236}">
                  <a16:creationId xmlns:a16="http://schemas.microsoft.com/office/drawing/2014/main" id="{BDB538A5-F268-A65D-DD1A-D980852A69ED}"/>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9" name="Google Shape;8518;p60">
              <a:extLst>
                <a:ext uri="{FF2B5EF4-FFF2-40B4-BE49-F238E27FC236}">
                  <a16:creationId xmlns:a16="http://schemas.microsoft.com/office/drawing/2014/main" id="{21EFEF37-9A94-1160-CC33-D2B86B597C74}"/>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80" name="Google Shape;8519;p60">
              <a:extLst>
                <a:ext uri="{FF2B5EF4-FFF2-40B4-BE49-F238E27FC236}">
                  <a16:creationId xmlns:a16="http://schemas.microsoft.com/office/drawing/2014/main" id="{E8DFC552-6225-29C0-AC2E-8BE8A9F33173}"/>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81" name="Google Shape;1746;p147">
            <a:extLst>
              <a:ext uri="{FF2B5EF4-FFF2-40B4-BE49-F238E27FC236}">
                <a16:creationId xmlns:a16="http://schemas.microsoft.com/office/drawing/2014/main" id="{278BC7A6-5E15-966C-7616-5ACDAD7D70FE}"/>
              </a:ext>
            </a:extLst>
          </p:cNvPr>
          <p:cNvGrpSpPr/>
          <p:nvPr/>
        </p:nvGrpSpPr>
        <p:grpSpPr>
          <a:xfrm>
            <a:off x="6013644" y="3293413"/>
            <a:ext cx="4228423" cy="979620"/>
            <a:chOff x="2457787" y="2317237"/>
            <a:chExt cx="4228423" cy="979620"/>
          </a:xfrm>
          <a:solidFill>
            <a:srgbClr val="D6D2E6"/>
          </a:solidFill>
        </p:grpSpPr>
        <p:sp>
          <p:nvSpPr>
            <p:cNvPr id="83" name="Google Shape;1747;p147">
              <a:extLst>
                <a:ext uri="{FF2B5EF4-FFF2-40B4-BE49-F238E27FC236}">
                  <a16:creationId xmlns:a16="http://schemas.microsoft.com/office/drawing/2014/main" id="{E171EAB0-1711-E0B6-CCC2-A06665541693}"/>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84" name="Google Shape;1748;p147">
              <a:extLst>
                <a:ext uri="{FF2B5EF4-FFF2-40B4-BE49-F238E27FC236}">
                  <a16:creationId xmlns:a16="http://schemas.microsoft.com/office/drawing/2014/main" id="{DD421B39-F47F-0539-CD67-8E7BC6951EC4}"/>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86" name="Google Shape;1749;p147">
              <a:extLst>
                <a:ext uri="{FF2B5EF4-FFF2-40B4-BE49-F238E27FC236}">
                  <a16:creationId xmlns:a16="http://schemas.microsoft.com/office/drawing/2014/main" id="{8F547908-09F4-64DC-8361-B2CA061E551D}"/>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grpSp>
      <p:cxnSp>
        <p:nvCxnSpPr>
          <p:cNvPr id="102" name="Google Shape;1750;p147">
            <a:extLst>
              <a:ext uri="{FF2B5EF4-FFF2-40B4-BE49-F238E27FC236}">
                <a16:creationId xmlns:a16="http://schemas.microsoft.com/office/drawing/2014/main" id="{A7B3A197-939C-A87B-28F0-0B83CA3FB733}"/>
              </a:ext>
            </a:extLst>
          </p:cNvPr>
          <p:cNvCxnSpPr/>
          <p:nvPr/>
        </p:nvCxnSpPr>
        <p:spPr>
          <a:xfrm rot="10800000">
            <a:off x="9680882" y="3064276"/>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103" name="Google Shape;1751;p147">
            <a:extLst>
              <a:ext uri="{FF2B5EF4-FFF2-40B4-BE49-F238E27FC236}">
                <a16:creationId xmlns:a16="http://schemas.microsoft.com/office/drawing/2014/main" id="{1648E521-689E-5547-697E-FA18DD028131}"/>
              </a:ext>
            </a:extLst>
          </p:cNvPr>
          <p:cNvCxnSpPr/>
          <p:nvPr/>
        </p:nvCxnSpPr>
        <p:spPr>
          <a:xfrm rot="10800000">
            <a:off x="7615157" y="3064426"/>
            <a:ext cx="0" cy="229200"/>
          </a:xfrm>
          <a:prstGeom prst="straightConnector1">
            <a:avLst/>
          </a:prstGeom>
          <a:noFill/>
          <a:ln w="19050" cap="flat" cmpd="sng">
            <a:solidFill>
              <a:srgbClr val="0E166B"/>
            </a:solidFill>
            <a:prstDash val="solid"/>
            <a:round/>
            <a:headEnd type="none" w="med" len="med"/>
            <a:tailEnd type="diamond" w="med" len="med"/>
          </a:ln>
        </p:spPr>
      </p:cxnSp>
      <p:grpSp>
        <p:nvGrpSpPr>
          <p:cNvPr id="104" name="Google Shape;1752;p147">
            <a:extLst>
              <a:ext uri="{FF2B5EF4-FFF2-40B4-BE49-F238E27FC236}">
                <a16:creationId xmlns:a16="http://schemas.microsoft.com/office/drawing/2014/main" id="{915C0F0D-FA21-9D18-D77C-88AB2EA9761E}"/>
              </a:ext>
            </a:extLst>
          </p:cNvPr>
          <p:cNvGrpSpPr/>
          <p:nvPr/>
        </p:nvGrpSpPr>
        <p:grpSpPr>
          <a:xfrm>
            <a:off x="6369948" y="3582274"/>
            <a:ext cx="3511204" cy="401926"/>
            <a:chOff x="2814091" y="2606098"/>
            <a:chExt cx="3511204" cy="401926"/>
          </a:xfrm>
          <a:solidFill>
            <a:srgbClr val="921D86"/>
          </a:solidFill>
        </p:grpSpPr>
        <p:grpSp>
          <p:nvGrpSpPr>
            <p:cNvPr id="105" name="Google Shape;1753;p147">
              <a:extLst>
                <a:ext uri="{FF2B5EF4-FFF2-40B4-BE49-F238E27FC236}">
                  <a16:creationId xmlns:a16="http://schemas.microsoft.com/office/drawing/2014/main" id="{0F6B95F2-6037-EDBB-CD92-A4791D7AE374}"/>
                </a:ext>
              </a:extLst>
            </p:cNvPr>
            <p:cNvGrpSpPr/>
            <p:nvPr/>
          </p:nvGrpSpPr>
          <p:grpSpPr>
            <a:xfrm>
              <a:off x="2814091" y="2606098"/>
              <a:ext cx="400860" cy="401926"/>
              <a:chOff x="-1700225" y="2768875"/>
              <a:chExt cx="291450" cy="292225"/>
            </a:xfrm>
            <a:grpFill/>
          </p:grpSpPr>
          <p:sp>
            <p:nvSpPr>
              <p:cNvPr id="116" name="Google Shape;1754;p147">
                <a:extLst>
                  <a:ext uri="{FF2B5EF4-FFF2-40B4-BE49-F238E27FC236}">
                    <a16:creationId xmlns:a16="http://schemas.microsoft.com/office/drawing/2014/main" id="{7D28DF54-B73A-F35C-61D9-204512D8B957}"/>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7" name="Google Shape;1755;p147">
                <a:extLst>
                  <a:ext uri="{FF2B5EF4-FFF2-40B4-BE49-F238E27FC236}">
                    <a16:creationId xmlns:a16="http://schemas.microsoft.com/office/drawing/2014/main" id="{40F4C3F2-647F-4266-ED05-BBCA0C6B86C3}"/>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8" name="Google Shape;1756;p147">
                <a:extLst>
                  <a:ext uri="{FF2B5EF4-FFF2-40B4-BE49-F238E27FC236}">
                    <a16:creationId xmlns:a16="http://schemas.microsoft.com/office/drawing/2014/main" id="{24CC2E7F-6CEF-F43D-ED45-43DA1AFEA439}"/>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9" name="Google Shape;1757;p147">
                <a:extLst>
                  <a:ext uri="{FF2B5EF4-FFF2-40B4-BE49-F238E27FC236}">
                    <a16:creationId xmlns:a16="http://schemas.microsoft.com/office/drawing/2014/main" id="{A561AA3B-C4C6-6C13-A8EB-2F05CF3BC764}"/>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20" name="Google Shape;1758;p147">
                <a:extLst>
                  <a:ext uri="{FF2B5EF4-FFF2-40B4-BE49-F238E27FC236}">
                    <a16:creationId xmlns:a16="http://schemas.microsoft.com/office/drawing/2014/main" id="{D25CE95D-E81E-E53E-1C26-DE866096F931}"/>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21" name="Google Shape;1759;p147">
                <a:extLst>
                  <a:ext uri="{FF2B5EF4-FFF2-40B4-BE49-F238E27FC236}">
                    <a16:creationId xmlns:a16="http://schemas.microsoft.com/office/drawing/2014/main" id="{C6CBEDD3-9DD3-144B-FEAC-AF939408E720}"/>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grpSp>
        <p:grpSp>
          <p:nvGrpSpPr>
            <p:cNvPr id="106" name="Google Shape;1760;p147">
              <a:extLst>
                <a:ext uri="{FF2B5EF4-FFF2-40B4-BE49-F238E27FC236}">
                  <a16:creationId xmlns:a16="http://schemas.microsoft.com/office/drawing/2014/main" id="{D75E56C4-4905-BC05-23D6-B8EA27EABAB0}"/>
                </a:ext>
              </a:extLst>
            </p:cNvPr>
            <p:cNvGrpSpPr/>
            <p:nvPr/>
          </p:nvGrpSpPr>
          <p:grpSpPr>
            <a:xfrm>
              <a:off x="5924435" y="2606144"/>
              <a:ext cx="400860" cy="401789"/>
              <a:chOff x="-3137650" y="2408950"/>
              <a:chExt cx="291450" cy="292125"/>
            </a:xfrm>
            <a:grpFill/>
          </p:grpSpPr>
          <p:sp>
            <p:nvSpPr>
              <p:cNvPr id="111" name="Google Shape;1761;p147">
                <a:extLst>
                  <a:ext uri="{FF2B5EF4-FFF2-40B4-BE49-F238E27FC236}">
                    <a16:creationId xmlns:a16="http://schemas.microsoft.com/office/drawing/2014/main" id="{A8BE3483-7D48-4868-DBE8-9E6DC1D1A06C}"/>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2" name="Google Shape;1762;p147">
                <a:extLst>
                  <a:ext uri="{FF2B5EF4-FFF2-40B4-BE49-F238E27FC236}">
                    <a16:creationId xmlns:a16="http://schemas.microsoft.com/office/drawing/2014/main" id="{E65414CB-5A86-3A62-4B31-8ABBCEC129E0}"/>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3" name="Google Shape;1763;p147">
                <a:extLst>
                  <a:ext uri="{FF2B5EF4-FFF2-40B4-BE49-F238E27FC236}">
                    <a16:creationId xmlns:a16="http://schemas.microsoft.com/office/drawing/2014/main" id="{7A7BC403-75D2-90DD-E678-E7AFDCBB1C34}"/>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4" name="Google Shape;1764;p147">
                <a:extLst>
                  <a:ext uri="{FF2B5EF4-FFF2-40B4-BE49-F238E27FC236}">
                    <a16:creationId xmlns:a16="http://schemas.microsoft.com/office/drawing/2014/main" id="{F775070C-0BB7-8364-619A-F76E7F54BBA4}"/>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5" name="Google Shape;1765;p147">
                <a:extLst>
                  <a:ext uri="{FF2B5EF4-FFF2-40B4-BE49-F238E27FC236}">
                    <a16:creationId xmlns:a16="http://schemas.microsoft.com/office/drawing/2014/main" id="{C3CDC126-29E0-250A-0D2E-6A3A9263BF91}"/>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grpSp>
        <p:sp>
          <p:nvSpPr>
            <p:cNvPr id="107" name="Google Shape;1766;p147">
              <a:extLst>
                <a:ext uri="{FF2B5EF4-FFF2-40B4-BE49-F238E27FC236}">
                  <a16:creationId xmlns:a16="http://schemas.microsoft.com/office/drawing/2014/main" id="{D386F87D-9200-6503-1935-33071F13A1F3}"/>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grpSp>
          <p:nvGrpSpPr>
            <p:cNvPr id="108" name="Google Shape;1767;p147">
              <a:extLst>
                <a:ext uri="{FF2B5EF4-FFF2-40B4-BE49-F238E27FC236}">
                  <a16:creationId xmlns:a16="http://schemas.microsoft.com/office/drawing/2014/main" id="{E0065A88-9992-57F8-B118-420948AFAFAA}"/>
                </a:ext>
              </a:extLst>
            </p:cNvPr>
            <p:cNvGrpSpPr/>
            <p:nvPr/>
          </p:nvGrpSpPr>
          <p:grpSpPr>
            <a:xfrm>
              <a:off x="3882351" y="2632325"/>
              <a:ext cx="342486" cy="349421"/>
              <a:chOff x="-65129950" y="2646800"/>
              <a:chExt cx="311125" cy="317425"/>
            </a:xfrm>
            <a:grpFill/>
          </p:grpSpPr>
          <p:sp>
            <p:nvSpPr>
              <p:cNvPr id="109" name="Google Shape;1768;p147">
                <a:extLst>
                  <a:ext uri="{FF2B5EF4-FFF2-40B4-BE49-F238E27FC236}">
                    <a16:creationId xmlns:a16="http://schemas.microsoft.com/office/drawing/2014/main" id="{01665C6B-D087-34D3-BB08-2D14021488CF}"/>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sp>
            <p:nvSpPr>
              <p:cNvPr id="110" name="Google Shape;1769;p147">
                <a:extLst>
                  <a:ext uri="{FF2B5EF4-FFF2-40B4-BE49-F238E27FC236}">
                    <a16:creationId xmlns:a16="http://schemas.microsoft.com/office/drawing/2014/main" id="{21184267-5748-C552-43CB-7D1CEBE6AF82}"/>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endParaRPr>
                  <a:solidFill>
                    <a:srgbClr val="0E166B"/>
                  </a:solidFill>
                  <a:latin typeface="Arial"/>
                </a:endParaRPr>
              </a:p>
            </p:txBody>
          </p:sp>
        </p:grpSp>
      </p:grpSp>
      <p:cxnSp>
        <p:nvCxnSpPr>
          <p:cNvPr id="122" name="Google Shape;1770;p147">
            <a:extLst>
              <a:ext uri="{FF2B5EF4-FFF2-40B4-BE49-F238E27FC236}">
                <a16:creationId xmlns:a16="http://schemas.microsoft.com/office/drawing/2014/main" id="{B5F86E2A-79AC-E8EC-0C88-99DE4FD345E0}"/>
              </a:ext>
            </a:extLst>
          </p:cNvPr>
          <p:cNvCxnSpPr/>
          <p:nvPr/>
        </p:nvCxnSpPr>
        <p:spPr>
          <a:xfrm>
            <a:off x="6564135" y="4278217"/>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123" name="Google Shape;1771;p147">
            <a:extLst>
              <a:ext uri="{FF2B5EF4-FFF2-40B4-BE49-F238E27FC236}">
                <a16:creationId xmlns:a16="http://schemas.microsoft.com/office/drawing/2014/main" id="{BD08FE97-3103-8B11-E419-BAAC339AC4D2}"/>
              </a:ext>
            </a:extLst>
          </p:cNvPr>
          <p:cNvCxnSpPr/>
          <p:nvPr/>
        </p:nvCxnSpPr>
        <p:spPr>
          <a:xfrm>
            <a:off x="8629860" y="4278208"/>
            <a:ext cx="0" cy="229200"/>
          </a:xfrm>
          <a:prstGeom prst="straightConnector1">
            <a:avLst/>
          </a:prstGeom>
          <a:noFill/>
          <a:ln w="19050" cap="flat" cmpd="sng">
            <a:solidFill>
              <a:srgbClr val="0E166B"/>
            </a:solidFill>
            <a:prstDash val="solid"/>
            <a:round/>
            <a:headEnd type="none" w="med" len="med"/>
            <a:tailEnd type="diamond" w="med" len="med"/>
          </a:ln>
        </p:spPr>
      </p:cxnSp>
      <p:sp>
        <p:nvSpPr>
          <p:cNvPr id="124" name="TextBox 123">
            <a:extLst>
              <a:ext uri="{FF2B5EF4-FFF2-40B4-BE49-F238E27FC236}">
                <a16:creationId xmlns:a16="http://schemas.microsoft.com/office/drawing/2014/main" id="{D16571AA-8E9F-77FE-3C0C-7EE29B140C63}"/>
              </a:ext>
            </a:extLst>
          </p:cNvPr>
          <p:cNvSpPr txBox="1"/>
          <p:nvPr/>
        </p:nvSpPr>
        <p:spPr>
          <a:xfrm>
            <a:off x="5363839" y="1675609"/>
            <a:ext cx="20805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OUR APPROACH</a:t>
            </a:r>
          </a:p>
        </p:txBody>
      </p:sp>
      <p:grpSp>
        <p:nvGrpSpPr>
          <p:cNvPr id="125" name="Google Shape;12619;p62">
            <a:extLst>
              <a:ext uri="{FF2B5EF4-FFF2-40B4-BE49-F238E27FC236}">
                <a16:creationId xmlns:a16="http://schemas.microsoft.com/office/drawing/2014/main" id="{9491D92B-A04B-485A-5B31-A7DA0F2BB12A}"/>
              </a:ext>
            </a:extLst>
          </p:cNvPr>
          <p:cNvGrpSpPr/>
          <p:nvPr/>
        </p:nvGrpSpPr>
        <p:grpSpPr>
          <a:xfrm>
            <a:off x="4747061" y="1596846"/>
            <a:ext cx="514141" cy="461597"/>
            <a:chOff x="3965190" y="3842252"/>
            <a:chExt cx="369801" cy="296813"/>
          </a:xfrm>
        </p:grpSpPr>
        <p:sp>
          <p:nvSpPr>
            <p:cNvPr id="126" name="Google Shape;12620;p62">
              <a:extLst>
                <a:ext uri="{FF2B5EF4-FFF2-40B4-BE49-F238E27FC236}">
                  <a16:creationId xmlns:a16="http://schemas.microsoft.com/office/drawing/2014/main" id="{40D43F79-1980-362C-44FC-1837A32CAEBC}"/>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27" name="Google Shape;12621;p62">
              <a:extLst>
                <a:ext uri="{FF2B5EF4-FFF2-40B4-BE49-F238E27FC236}">
                  <a16:creationId xmlns:a16="http://schemas.microsoft.com/office/drawing/2014/main" id="{996A7F3E-B50D-0AA7-F0C4-B31C0770D457}"/>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0" name="Google Shape;12622;p62">
              <a:extLst>
                <a:ext uri="{FF2B5EF4-FFF2-40B4-BE49-F238E27FC236}">
                  <a16:creationId xmlns:a16="http://schemas.microsoft.com/office/drawing/2014/main" id="{309E9A39-EB31-AA67-5F31-274292CC0EC9}"/>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1" name="Google Shape;12623;p62">
              <a:extLst>
                <a:ext uri="{FF2B5EF4-FFF2-40B4-BE49-F238E27FC236}">
                  <a16:creationId xmlns:a16="http://schemas.microsoft.com/office/drawing/2014/main" id="{D934BDF9-1B11-3F47-0F86-C20DFAE56199}"/>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2" name="Google Shape;12624;p62">
              <a:extLst>
                <a:ext uri="{FF2B5EF4-FFF2-40B4-BE49-F238E27FC236}">
                  <a16:creationId xmlns:a16="http://schemas.microsoft.com/office/drawing/2014/main" id="{C661F579-146F-E55C-3102-7DA0AD5251C6}"/>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3" name="Google Shape;12625;p62">
              <a:extLst>
                <a:ext uri="{FF2B5EF4-FFF2-40B4-BE49-F238E27FC236}">
                  <a16:creationId xmlns:a16="http://schemas.microsoft.com/office/drawing/2014/main" id="{1365FB36-CA75-A799-7651-23629AE81F62}"/>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4" name="Google Shape;12626;p62">
              <a:extLst>
                <a:ext uri="{FF2B5EF4-FFF2-40B4-BE49-F238E27FC236}">
                  <a16:creationId xmlns:a16="http://schemas.microsoft.com/office/drawing/2014/main" id="{28DA9999-6A5E-EA8B-AC80-4A799BD07CC1}"/>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5" name="Google Shape;12627;p62">
              <a:extLst>
                <a:ext uri="{FF2B5EF4-FFF2-40B4-BE49-F238E27FC236}">
                  <a16:creationId xmlns:a16="http://schemas.microsoft.com/office/drawing/2014/main" id="{081A5F63-6D33-48FB-D696-1EA88232C67B}"/>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6" name="Google Shape;12628;p62">
              <a:extLst>
                <a:ext uri="{FF2B5EF4-FFF2-40B4-BE49-F238E27FC236}">
                  <a16:creationId xmlns:a16="http://schemas.microsoft.com/office/drawing/2014/main" id="{07AAD5A8-865D-6356-8803-B3598F2D1B0E}"/>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7" name="Google Shape;12629;p62">
              <a:extLst>
                <a:ext uri="{FF2B5EF4-FFF2-40B4-BE49-F238E27FC236}">
                  <a16:creationId xmlns:a16="http://schemas.microsoft.com/office/drawing/2014/main" id="{B9C05304-9202-84C7-8753-3A757C4A4878}"/>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8" name="Google Shape;12630;p62">
              <a:extLst>
                <a:ext uri="{FF2B5EF4-FFF2-40B4-BE49-F238E27FC236}">
                  <a16:creationId xmlns:a16="http://schemas.microsoft.com/office/drawing/2014/main" id="{94D84C20-BBB6-5C73-D016-69E61DBBC210}"/>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69" name="Google Shape;12631;p62">
              <a:extLst>
                <a:ext uri="{FF2B5EF4-FFF2-40B4-BE49-F238E27FC236}">
                  <a16:creationId xmlns:a16="http://schemas.microsoft.com/office/drawing/2014/main" id="{0606BBD8-F5D2-08BE-E6DD-49DCB9BE32DC}"/>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0" name="Google Shape;12632;p62">
              <a:extLst>
                <a:ext uri="{FF2B5EF4-FFF2-40B4-BE49-F238E27FC236}">
                  <a16:creationId xmlns:a16="http://schemas.microsoft.com/office/drawing/2014/main" id="{151CB809-5BD7-37B7-EC20-3B7EAF48C425}"/>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1" name="Google Shape;12633;p62">
              <a:extLst>
                <a:ext uri="{FF2B5EF4-FFF2-40B4-BE49-F238E27FC236}">
                  <a16:creationId xmlns:a16="http://schemas.microsoft.com/office/drawing/2014/main" id="{75125CDA-7662-0F12-CE27-1F2898EE6005}"/>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2" name="Google Shape;12634;p62">
              <a:extLst>
                <a:ext uri="{FF2B5EF4-FFF2-40B4-BE49-F238E27FC236}">
                  <a16:creationId xmlns:a16="http://schemas.microsoft.com/office/drawing/2014/main" id="{B8BCF0D0-4870-1BE8-D1E5-DC85B0B829CF}"/>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3" name="Google Shape;12635;p62">
              <a:extLst>
                <a:ext uri="{FF2B5EF4-FFF2-40B4-BE49-F238E27FC236}">
                  <a16:creationId xmlns:a16="http://schemas.microsoft.com/office/drawing/2014/main" id="{8E27AA73-CDB3-EBD8-E616-B2A5233713EB}"/>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4" name="Google Shape;12636;p62">
              <a:extLst>
                <a:ext uri="{FF2B5EF4-FFF2-40B4-BE49-F238E27FC236}">
                  <a16:creationId xmlns:a16="http://schemas.microsoft.com/office/drawing/2014/main" id="{5A9F66AA-5863-CDD6-6FC6-A4AC1DFC241B}"/>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5" name="Google Shape;12637;p62">
              <a:extLst>
                <a:ext uri="{FF2B5EF4-FFF2-40B4-BE49-F238E27FC236}">
                  <a16:creationId xmlns:a16="http://schemas.microsoft.com/office/drawing/2014/main" id="{32352D8A-5F7C-4DB8-2D6F-2E1ECD1F657D}"/>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6" name="Google Shape;12638;p62">
              <a:extLst>
                <a:ext uri="{FF2B5EF4-FFF2-40B4-BE49-F238E27FC236}">
                  <a16:creationId xmlns:a16="http://schemas.microsoft.com/office/drawing/2014/main" id="{6B8EAFAC-BF4F-667E-369A-F4E2E06EC6A7}"/>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7" name="Google Shape;12639;p62">
              <a:extLst>
                <a:ext uri="{FF2B5EF4-FFF2-40B4-BE49-F238E27FC236}">
                  <a16:creationId xmlns:a16="http://schemas.microsoft.com/office/drawing/2014/main" id="{8BC51E41-3E80-89A1-9BAD-1E0E11288355}"/>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178" name="Google Shape;12640;p62">
              <a:extLst>
                <a:ext uri="{FF2B5EF4-FFF2-40B4-BE49-F238E27FC236}">
                  <a16:creationId xmlns:a16="http://schemas.microsoft.com/office/drawing/2014/main" id="{DB569F21-70D9-C63E-67A4-E8D808DF1433}"/>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grpSp>
      <p:sp>
        <p:nvSpPr>
          <p:cNvPr id="181" name="TextBox 180">
            <a:extLst>
              <a:ext uri="{FF2B5EF4-FFF2-40B4-BE49-F238E27FC236}">
                <a16:creationId xmlns:a16="http://schemas.microsoft.com/office/drawing/2014/main" id="{1A919FDB-F1B2-6D44-69E1-631D2996A198}"/>
              </a:ext>
            </a:extLst>
          </p:cNvPr>
          <p:cNvSpPr txBox="1"/>
          <p:nvPr/>
        </p:nvSpPr>
        <p:spPr>
          <a:xfrm>
            <a:off x="5361725" y="4621508"/>
            <a:ext cx="2304247"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b="1">
                <a:solidFill>
                  <a:schemeClr val="bg1"/>
                </a:solidFill>
                <a:latin typeface="Segoe UI Light"/>
                <a:ea typeface="+mn-lt"/>
                <a:cs typeface="+mn-lt"/>
              </a:defRPr>
            </a:lvl1pPr>
          </a:lstStyle>
          <a:p>
            <a:r>
              <a:rPr lang="en-US">
                <a:solidFill>
                  <a:srgbClr val="0E166B"/>
                </a:solidFill>
              </a:rPr>
              <a:t>Evaluate existing data </a:t>
            </a:r>
            <a:r>
              <a:rPr lang="en-US" sz="1050" b="0">
                <a:solidFill>
                  <a:srgbClr val="0E166B"/>
                </a:solidFill>
              </a:rPr>
              <a:t>landscape, identify gaps, and design a scalable data warehouse architecture tailored to client’s needs.</a:t>
            </a:r>
            <a:endParaRPr lang="bg-BG" b="0">
              <a:solidFill>
                <a:srgbClr val="0E166B"/>
              </a:solidFill>
            </a:endParaRPr>
          </a:p>
        </p:txBody>
      </p:sp>
      <p:sp>
        <p:nvSpPr>
          <p:cNvPr id="182" name="TextBox 181">
            <a:extLst>
              <a:ext uri="{FF2B5EF4-FFF2-40B4-BE49-F238E27FC236}">
                <a16:creationId xmlns:a16="http://schemas.microsoft.com/office/drawing/2014/main" id="{5A62B73F-A0A7-70F4-25F8-3DA6F583289C}"/>
              </a:ext>
            </a:extLst>
          </p:cNvPr>
          <p:cNvSpPr txBox="1"/>
          <p:nvPr/>
        </p:nvSpPr>
        <p:spPr>
          <a:xfrm>
            <a:off x="6292177" y="2240719"/>
            <a:ext cx="2273093" cy="7617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b="1">
                <a:solidFill>
                  <a:schemeClr val="bg1"/>
                </a:solidFill>
                <a:latin typeface="Segoe UI Light"/>
                <a:ea typeface="+mn-lt"/>
                <a:cs typeface="+mn-lt"/>
              </a:defRPr>
            </a:lvl1pPr>
          </a:lstStyle>
          <a:p>
            <a:r>
              <a:rPr lang="en-US">
                <a:solidFill>
                  <a:srgbClr val="0E166B"/>
                </a:solidFill>
              </a:rPr>
              <a:t>Connect systems </a:t>
            </a:r>
            <a:r>
              <a:rPr lang="en-US" sz="1050" b="0">
                <a:solidFill>
                  <a:srgbClr val="0E166B"/>
                </a:solidFill>
              </a:rPr>
              <a:t>via APIs, ETL processes, or direct integrations, consolidating data into a structured SQL-based data warehouse.</a:t>
            </a:r>
            <a:endParaRPr lang="bg-BG" b="0">
              <a:solidFill>
                <a:srgbClr val="0E166B"/>
              </a:solidFill>
            </a:endParaRPr>
          </a:p>
        </p:txBody>
      </p:sp>
      <p:sp>
        <p:nvSpPr>
          <p:cNvPr id="183" name="TextBox 182">
            <a:extLst>
              <a:ext uri="{FF2B5EF4-FFF2-40B4-BE49-F238E27FC236}">
                <a16:creationId xmlns:a16="http://schemas.microsoft.com/office/drawing/2014/main" id="{8752AE23-1837-97D2-A90F-B22491032EA5}"/>
              </a:ext>
            </a:extLst>
          </p:cNvPr>
          <p:cNvSpPr txBox="1"/>
          <p:nvPr/>
        </p:nvSpPr>
        <p:spPr>
          <a:xfrm>
            <a:off x="7477736" y="4610452"/>
            <a:ext cx="2613119"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b="1">
                <a:solidFill>
                  <a:schemeClr val="bg1"/>
                </a:solidFill>
                <a:latin typeface="Segoe UI Light"/>
                <a:ea typeface="+mn-lt"/>
                <a:cs typeface="+mn-lt"/>
              </a:defRPr>
            </a:lvl1pPr>
          </a:lstStyle>
          <a:p>
            <a:r>
              <a:rPr lang="en-US">
                <a:solidFill>
                  <a:srgbClr val="0E166B"/>
                </a:solidFill>
              </a:rPr>
              <a:t>Define data models, </a:t>
            </a:r>
            <a:r>
              <a:rPr lang="en-US" sz="1050" b="0">
                <a:solidFill>
                  <a:srgbClr val="0E166B"/>
                </a:solidFill>
              </a:rPr>
              <a:t>governance frameworks, and business rules, ensuring clean, reliable, and automated data pipelines</a:t>
            </a:r>
            <a:r>
              <a:rPr lang="en-US" sz="1050">
                <a:solidFill>
                  <a:srgbClr val="0E166B"/>
                </a:solidFill>
              </a:rPr>
              <a:t>.</a:t>
            </a:r>
            <a:endParaRPr lang="bg-BG">
              <a:solidFill>
                <a:srgbClr val="0E166B"/>
              </a:solidFill>
            </a:endParaRPr>
          </a:p>
        </p:txBody>
      </p:sp>
      <p:sp>
        <p:nvSpPr>
          <p:cNvPr id="256" name="TextBox 255">
            <a:extLst>
              <a:ext uri="{FF2B5EF4-FFF2-40B4-BE49-F238E27FC236}">
                <a16:creationId xmlns:a16="http://schemas.microsoft.com/office/drawing/2014/main" id="{7CDD6071-5000-58DB-AD9B-5B6223476A1D}"/>
              </a:ext>
            </a:extLst>
          </p:cNvPr>
          <p:cNvSpPr txBox="1"/>
          <p:nvPr/>
        </p:nvSpPr>
        <p:spPr>
          <a:xfrm>
            <a:off x="8650696" y="2044941"/>
            <a:ext cx="2567462" cy="946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ctr">
              <a:defRPr sz="1200" b="1">
                <a:solidFill>
                  <a:schemeClr val="bg1"/>
                </a:solidFill>
                <a:latin typeface="Segoe UI Light"/>
                <a:ea typeface="+mn-lt"/>
                <a:cs typeface="+mn-lt"/>
              </a:defRPr>
            </a:lvl1pPr>
          </a:lstStyle>
          <a:p>
            <a:r>
              <a:rPr lang="en-US">
                <a:solidFill>
                  <a:srgbClr val="0E166B"/>
                </a:solidFill>
              </a:rPr>
              <a:t>Build Data Marts &amp; Curated Datasets – </a:t>
            </a:r>
            <a:r>
              <a:rPr lang="en-US" sz="1050" b="0">
                <a:solidFill>
                  <a:srgbClr val="0E166B"/>
                </a:solidFill>
              </a:rPr>
              <a:t>Structure and optimize data for seamless integration with BI tools, dashboards, and automated reporting, ensuring efficient access to insights.</a:t>
            </a:r>
            <a:endParaRPr lang="bg-BG" b="0">
              <a:solidFill>
                <a:srgbClr val="0E166B"/>
              </a:solidFill>
            </a:endParaRPr>
          </a:p>
        </p:txBody>
      </p:sp>
      <p:sp>
        <p:nvSpPr>
          <p:cNvPr id="257" name="TextBox 256">
            <a:extLst>
              <a:ext uri="{FF2B5EF4-FFF2-40B4-BE49-F238E27FC236}">
                <a16:creationId xmlns:a16="http://schemas.microsoft.com/office/drawing/2014/main" id="{E440B76D-644B-603A-7E55-0723E4E85F76}"/>
              </a:ext>
            </a:extLst>
          </p:cNvPr>
          <p:cNvSpPr txBox="1"/>
          <p:nvPr/>
        </p:nvSpPr>
        <p:spPr>
          <a:xfrm>
            <a:off x="582236" y="2237296"/>
            <a:ext cx="3576699" cy="1021883"/>
          </a:xfrm>
          <a:prstGeom prst="rect">
            <a:avLst/>
          </a:prstGeom>
          <a:solidFill>
            <a:srgbClr val="EAECFC"/>
          </a:solidFill>
        </p:spPr>
        <p:txBody>
          <a:bodyPr wrap="square">
            <a:spAutoFit/>
          </a:bodyPr>
          <a:lstStyle>
            <a:defPPr>
              <a:defRPr lang="en-US"/>
            </a:defPPr>
            <a:lvl1pPr>
              <a:lnSpc>
                <a:spcPct val="150000"/>
              </a:lnSpc>
              <a:defRPr sz="1400">
                <a:solidFill>
                  <a:srgbClr val="0E166B"/>
                </a:solidFill>
                <a:latin typeface="Segoe UI Light" panose="020B0502040204020203" pitchFamily="34" charset="0"/>
                <a:cs typeface="Segoe UI Light" panose="020B0502040204020203" pitchFamily="34" charset="0"/>
              </a:defRPr>
            </a:lvl1pPr>
          </a:lstStyle>
          <a:p>
            <a:r>
              <a:rPr lang="en-US" dirty="0"/>
              <a:t>Industry: Private Equity</a:t>
            </a:r>
            <a:br>
              <a:rPr lang="en-US" dirty="0"/>
            </a:br>
            <a:r>
              <a:rPr lang="en-US" dirty="0"/>
              <a:t>Sector: Investment Management</a:t>
            </a:r>
            <a:br>
              <a:rPr lang="en-US" dirty="0"/>
            </a:br>
            <a:r>
              <a:rPr lang="en-US" dirty="0"/>
              <a:t>Size: Small (10-50 employees)</a:t>
            </a:r>
          </a:p>
        </p:txBody>
      </p:sp>
      <p:cxnSp>
        <p:nvCxnSpPr>
          <p:cNvPr id="6" name="Google Shape;2079;p158">
            <a:extLst>
              <a:ext uri="{FF2B5EF4-FFF2-40B4-BE49-F238E27FC236}">
                <a16:creationId xmlns:a16="http://schemas.microsoft.com/office/drawing/2014/main" id="{DF3B63B1-5DDD-CB57-EB9C-232FD0C82FC3}"/>
              </a:ext>
            </a:extLst>
          </p:cNvPr>
          <p:cNvCxnSpPr>
            <a:cxnSpLocks/>
          </p:cNvCxnSpPr>
          <p:nvPr/>
        </p:nvCxnSpPr>
        <p:spPr>
          <a:xfrm>
            <a:off x="4551053" y="2122330"/>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3736246245"/>
      </p:ext>
    </p:extLst>
  </p:cSld>
  <p:clrMapOvr>
    <a:overrideClrMapping bg1="lt1" tx1="dk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84925A-F25A-2B36-7149-B8CD41A0EE32}"/>
            </a:ext>
          </a:extLst>
        </p:cNvPr>
        <p:cNvGrpSpPr/>
        <p:nvPr/>
      </p:nvGrpSpPr>
      <p:grpSpPr>
        <a:xfrm>
          <a:off x="0" y="0"/>
          <a:ext cx="0" cy="0"/>
          <a:chOff x="0" y="0"/>
          <a:chExt cx="0" cy="0"/>
        </a:xfrm>
      </p:grpSpPr>
      <p:sp>
        <p:nvSpPr>
          <p:cNvPr id="7" name="Google Shape;1087;p33">
            <a:extLst>
              <a:ext uri="{FF2B5EF4-FFF2-40B4-BE49-F238E27FC236}">
                <a16:creationId xmlns:a16="http://schemas.microsoft.com/office/drawing/2014/main" id="{1A7CB72E-DE4D-B06A-6C99-2CC7BC6A2835}"/>
              </a:ext>
            </a:extLst>
          </p:cNvPr>
          <p:cNvSpPr txBox="1">
            <a:spLocks/>
          </p:cNvSpPr>
          <p:nvPr/>
        </p:nvSpPr>
        <p:spPr>
          <a:xfrm>
            <a:off x="0" y="157746"/>
            <a:ext cx="1005630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algn="l">
              <a:defRPr/>
            </a:pPr>
            <a:r>
              <a:rPr lang="en-GB" sz="3200" b="1" kern="0" dirty="0">
                <a:solidFill>
                  <a:srgbClr val="FFFFFF"/>
                </a:solidFill>
                <a:ea typeface="+mj-ea"/>
                <a:cs typeface="+mj-cs"/>
              </a:rPr>
              <a:t>Data Warehouse</a:t>
            </a:r>
          </a:p>
        </p:txBody>
      </p:sp>
      <p:sp>
        <p:nvSpPr>
          <p:cNvPr id="87" name="TextBox 86">
            <a:extLst>
              <a:ext uri="{FF2B5EF4-FFF2-40B4-BE49-F238E27FC236}">
                <a16:creationId xmlns:a16="http://schemas.microsoft.com/office/drawing/2014/main" id="{A37B09FC-8C52-F057-8280-3E6B31FE8744}"/>
              </a:ext>
            </a:extLst>
          </p:cNvPr>
          <p:cNvSpPr txBox="1"/>
          <p:nvPr/>
        </p:nvSpPr>
        <p:spPr>
          <a:xfrm>
            <a:off x="7048178" y="1774031"/>
            <a:ext cx="367420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0E166B"/>
                </a:solidFill>
                <a:effectLst/>
                <a:uLnTx/>
                <a:uFillTx/>
                <a:latin typeface="Arial"/>
                <a:ea typeface="+mn-ea"/>
                <a:cs typeface="+mn-cs"/>
              </a:rPr>
              <a:t>RESULTS &amp; VALUE CREATED</a:t>
            </a:r>
          </a:p>
        </p:txBody>
      </p:sp>
      <p:grpSp>
        <p:nvGrpSpPr>
          <p:cNvPr id="88" name="Google Shape;12544;p62">
            <a:extLst>
              <a:ext uri="{FF2B5EF4-FFF2-40B4-BE49-F238E27FC236}">
                <a16:creationId xmlns:a16="http://schemas.microsoft.com/office/drawing/2014/main" id="{359B6984-42F3-B4DF-292F-66A10EF847D6}"/>
              </a:ext>
            </a:extLst>
          </p:cNvPr>
          <p:cNvGrpSpPr/>
          <p:nvPr/>
        </p:nvGrpSpPr>
        <p:grpSpPr>
          <a:xfrm>
            <a:off x="6672181" y="1539668"/>
            <a:ext cx="618592" cy="646330"/>
            <a:chOff x="1764389" y="3348218"/>
            <a:chExt cx="310114" cy="366665"/>
          </a:xfrm>
        </p:grpSpPr>
        <p:sp>
          <p:nvSpPr>
            <p:cNvPr id="89" name="Google Shape;12545;p62">
              <a:extLst>
                <a:ext uri="{FF2B5EF4-FFF2-40B4-BE49-F238E27FC236}">
                  <a16:creationId xmlns:a16="http://schemas.microsoft.com/office/drawing/2014/main" id="{EBF0CF82-1D74-2C93-BAB6-F9CBC40D14CA}"/>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0" name="Google Shape;12546;p62">
              <a:extLst>
                <a:ext uri="{FF2B5EF4-FFF2-40B4-BE49-F238E27FC236}">
                  <a16:creationId xmlns:a16="http://schemas.microsoft.com/office/drawing/2014/main" id="{1BF94504-0DA7-B47F-165E-BFDC2E34292A}"/>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1" name="Google Shape;12547;p62">
              <a:extLst>
                <a:ext uri="{FF2B5EF4-FFF2-40B4-BE49-F238E27FC236}">
                  <a16:creationId xmlns:a16="http://schemas.microsoft.com/office/drawing/2014/main" id="{A3FB4C6E-1998-A2AE-25C9-4BF1BD8ADC20}"/>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2" name="Google Shape;12548;p62">
              <a:extLst>
                <a:ext uri="{FF2B5EF4-FFF2-40B4-BE49-F238E27FC236}">
                  <a16:creationId xmlns:a16="http://schemas.microsoft.com/office/drawing/2014/main" id="{8FCDC8C4-DD12-2448-8D58-F27B5B9281EA}"/>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3" name="Google Shape;12549;p62">
              <a:extLst>
                <a:ext uri="{FF2B5EF4-FFF2-40B4-BE49-F238E27FC236}">
                  <a16:creationId xmlns:a16="http://schemas.microsoft.com/office/drawing/2014/main" id="{D2C88384-43CB-D639-F6BA-2D8EBF1CD6E7}"/>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4" name="Google Shape;12550;p62">
              <a:extLst>
                <a:ext uri="{FF2B5EF4-FFF2-40B4-BE49-F238E27FC236}">
                  <a16:creationId xmlns:a16="http://schemas.microsoft.com/office/drawing/2014/main" id="{CB828021-E8B0-78C6-C1EC-3BD803A2FA07}"/>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5" name="Google Shape;12551;p62">
              <a:extLst>
                <a:ext uri="{FF2B5EF4-FFF2-40B4-BE49-F238E27FC236}">
                  <a16:creationId xmlns:a16="http://schemas.microsoft.com/office/drawing/2014/main" id="{BE8D8F45-8A63-3303-AEFA-B949C3140552}"/>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6" name="Google Shape;12552;p62">
              <a:extLst>
                <a:ext uri="{FF2B5EF4-FFF2-40B4-BE49-F238E27FC236}">
                  <a16:creationId xmlns:a16="http://schemas.microsoft.com/office/drawing/2014/main" id="{2BE6AE1E-8183-F2CF-99B0-9E815B26D7EB}"/>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7" name="Google Shape;12553;p62">
              <a:extLst>
                <a:ext uri="{FF2B5EF4-FFF2-40B4-BE49-F238E27FC236}">
                  <a16:creationId xmlns:a16="http://schemas.microsoft.com/office/drawing/2014/main" id="{B2CB5DBF-1100-A635-9E05-B73E9B9E24E4}"/>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8" name="Google Shape;12554;p62">
              <a:extLst>
                <a:ext uri="{FF2B5EF4-FFF2-40B4-BE49-F238E27FC236}">
                  <a16:creationId xmlns:a16="http://schemas.microsoft.com/office/drawing/2014/main" id="{392F1E66-1D84-D16E-1A19-C9BA67C2A5F5}"/>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9" name="Google Shape;12555;p62">
              <a:extLst>
                <a:ext uri="{FF2B5EF4-FFF2-40B4-BE49-F238E27FC236}">
                  <a16:creationId xmlns:a16="http://schemas.microsoft.com/office/drawing/2014/main" id="{191796B1-892D-3ED9-AC4C-9361BC0980B0}"/>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0" name="Google Shape;12556;p62">
              <a:extLst>
                <a:ext uri="{FF2B5EF4-FFF2-40B4-BE49-F238E27FC236}">
                  <a16:creationId xmlns:a16="http://schemas.microsoft.com/office/drawing/2014/main" id="{71E3862A-25AF-BDDA-4902-1166A7B03332}"/>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1" name="Google Shape;12557;p62">
              <a:extLst>
                <a:ext uri="{FF2B5EF4-FFF2-40B4-BE49-F238E27FC236}">
                  <a16:creationId xmlns:a16="http://schemas.microsoft.com/office/drawing/2014/main" id="{7BD5D041-D340-870F-25A6-61173786743A}"/>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4" name="Google Shape;12558;p62">
              <a:extLst>
                <a:ext uri="{FF2B5EF4-FFF2-40B4-BE49-F238E27FC236}">
                  <a16:creationId xmlns:a16="http://schemas.microsoft.com/office/drawing/2014/main" id="{1C4C67E6-9E6A-4F1E-C115-B4D3F9BA4178}"/>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5" name="Google Shape;12559;p62">
              <a:extLst>
                <a:ext uri="{FF2B5EF4-FFF2-40B4-BE49-F238E27FC236}">
                  <a16:creationId xmlns:a16="http://schemas.microsoft.com/office/drawing/2014/main" id="{A2B590CD-8CB8-4231-EBA9-DD56A4AC4318}"/>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6" name="Google Shape;12560;p62">
              <a:extLst>
                <a:ext uri="{FF2B5EF4-FFF2-40B4-BE49-F238E27FC236}">
                  <a16:creationId xmlns:a16="http://schemas.microsoft.com/office/drawing/2014/main" id="{218B551C-3F44-8BEE-60E3-0164C9E8F4A8}"/>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7" name="Google Shape;12561;p62">
              <a:extLst>
                <a:ext uri="{FF2B5EF4-FFF2-40B4-BE49-F238E27FC236}">
                  <a16:creationId xmlns:a16="http://schemas.microsoft.com/office/drawing/2014/main" id="{CFB10F30-C571-7EFB-7A96-73FF6438ED8E}"/>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8" name="Google Shape;12562;p62">
              <a:extLst>
                <a:ext uri="{FF2B5EF4-FFF2-40B4-BE49-F238E27FC236}">
                  <a16:creationId xmlns:a16="http://schemas.microsoft.com/office/drawing/2014/main" id="{8E806B0E-9445-0136-7DD7-D45E874A3F34}"/>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9" name="Google Shape;12563;p62">
              <a:extLst>
                <a:ext uri="{FF2B5EF4-FFF2-40B4-BE49-F238E27FC236}">
                  <a16:creationId xmlns:a16="http://schemas.microsoft.com/office/drawing/2014/main" id="{AC37373D-4E59-AEBA-2F78-5F73AFD41AE3}"/>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30" name="Google Shape;12564;p62">
              <a:extLst>
                <a:ext uri="{FF2B5EF4-FFF2-40B4-BE49-F238E27FC236}">
                  <a16:creationId xmlns:a16="http://schemas.microsoft.com/office/drawing/2014/main" id="{2C276342-44F2-FB05-242E-68EE7F8F8CE6}"/>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133" name="TextBox 132">
            <a:extLst>
              <a:ext uri="{FF2B5EF4-FFF2-40B4-BE49-F238E27FC236}">
                <a16:creationId xmlns:a16="http://schemas.microsoft.com/office/drawing/2014/main" id="{F4B4A0FD-70B7-4343-5BC9-15024DB95698}"/>
              </a:ext>
            </a:extLst>
          </p:cNvPr>
          <p:cNvSpPr txBox="1"/>
          <p:nvPr/>
        </p:nvSpPr>
        <p:spPr>
          <a:xfrm>
            <a:off x="6189180" y="2448473"/>
            <a:ext cx="408845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solidFill>
                <a:latin typeface="Segoe UI Light"/>
                <a:cs typeface="Segoe UI Light"/>
              </a:defRPr>
            </a:lvl1pPr>
          </a:lstStyle>
          <a:p>
            <a:r>
              <a:rPr lang="en-US" b="1" dirty="0">
                <a:solidFill>
                  <a:srgbClr val="0E166B"/>
                </a:solidFill>
              </a:rPr>
              <a:t>One Source Of True for Firm Data</a:t>
            </a:r>
          </a:p>
          <a:p>
            <a:r>
              <a:rPr lang="en-US" sz="1100" dirty="0">
                <a:solidFill>
                  <a:srgbClr val="0E166B"/>
                </a:solidFill>
              </a:rPr>
              <a:t>centralized, reliable data architecture, ensuring consistency, accuracy, and accessibility across the organization</a:t>
            </a:r>
            <a:r>
              <a:rPr lang="en-US" dirty="0">
                <a:solidFill>
                  <a:srgbClr val="0E166B"/>
                </a:solidFill>
              </a:rPr>
              <a:t>.</a:t>
            </a:r>
          </a:p>
        </p:txBody>
      </p:sp>
      <p:sp>
        <p:nvSpPr>
          <p:cNvPr id="134" name="TextBox 133">
            <a:extLst>
              <a:ext uri="{FF2B5EF4-FFF2-40B4-BE49-F238E27FC236}">
                <a16:creationId xmlns:a16="http://schemas.microsoft.com/office/drawing/2014/main" id="{1E72A9E0-53B5-DB8A-886C-3177B70EC77F}"/>
              </a:ext>
            </a:extLst>
          </p:cNvPr>
          <p:cNvSpPr txBox="1"/>
          <p:nvPr/>
        </p:nvSpPr>
        <p:spPr>
          <a:xfrm>
            <a:off x="5756164" y="3444541"/>
            <a:ext cx="408845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solidFill>
                <a:latin typeface="Segoe UI Light"/>
                <a:cs typeface="Segoe UI Light"/>
              </a:defRPr>
            </a:lvl1pPr>
          </a:lstStyle>
          <a:p>
            <a:r>
              <a:rPr lang="en-US" b="1" dirty="0">
                <a:solidFill>
                  <a:srgbClr val="0E166B"/>
                </a:solidFill>
              </a:rPr>
              <a:t>Enhanced Efficiency &amp; Automation</a:t>
            </a:r>
          </a:p>
          <a:p>
            <a:r>
              <a:rPr lang="en-US" sz="1100" dirty="0">
                <a:solidFill>
                  <a:srgbClr val="0E166B"/>
                </a:solidFill>
              </a:rPr>
              <a:t>reduces errors, saves time, and streamlines workflows, enabling teams to focus on analysis rather than data wrangling.</a:t>
            </a:r>
          </a:p>
        </p:txBody>
      </p:sp>
      <p:sp>
        <p:nvSpPr>
          <p:cNvPr id="135" name="TextBox 134">
            <a:extLst>
              <a:ext uri="{FF2B5EF4-FFF2-40B4-BE49-F238E27FC236}">
                <a16:creationId xmlns:a16="http://schemas.microsoft.com/office/drawing/2014/main" id="{4BEBABF4-E403-A573-CB9D-4703AD6F68C8}"/>
              </a:ext>
            </a:extLst>
          </p:cNvPr>
          <p:cNvSpPr txBox="1"/>
          <p:nvPr/>
        </p:nvSpPr>
        <p:spPr>
          <a:xfrm>
            <a:off x="5702404" y="4393679"/>
            <a:ext cx="365571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solidFill>
                <a:latin typeface="Segoe UI Light"/>
                <a:cs typeface="Segoe UI Light"/>
              </a:defRPr>
            </a:lvl1pPr>
          </a:lstStyle>
          <a:p>
            <a:r>
              <a:rPr lang="en-US" b="1" dirty="0">
                <a:solidFill>
                  <a:srgbClr val="0E166B"/>
                </a:solidFill>
              </a:rPr>
              <a:t>Scalability &amp; Future Proofing</a:t>
            </a:r>
            <a:br>
              <a:rPr lang="en-US" dirty="0">
                <a:solidFill>
                  <a:srgbClr val="0E166B"/>
                </a:solidFill>
              </a:rPr>
            </a:br>
            <a:r>
              <a:rPr lang="en-US" sz="1100" dirty="0">
                <a:solidFill>
                  <a:srgbClr val="0E166B"/>
                </a:solidFill>
              </a:rPr>
              <a:t>flexible architecture adapts to business growth and supports advanced analytics, AI, and automation</a:t>
            </a:r>
            <a:r>
              <a:rPr lang="en-US" dirty="0">
                <a:solidFill>
                  <a:srgbClr val="0E166B"/>
                </a:solidFill>
              </a:rPr>
              <a:t>.</a:t>
            </a:r>
          </a:p>
        </p:txBody>
      </p:sp>
      <p:sp>
        <p:nvSpPr>
          <p:cNvPr id="136" name="TextBox 135">
            <a:extLst>
              <a:ext uri="{FF2B5EF4-FFF2-40B4-BE49-F238E27FC236}">
                <a16:creationId xmlns:a16="http://schemas.microsoft.com/office/drawing/2014/main" id="{EB326BCB-C2EB-B665-2A5C-6974F559DE2D}"/>
              </a:ext>
            </a:extLst>
          </p:cNvPr>
          <p:cNvSpPr txBox="1"/>
          <p:nvPr/>
        </p:nvSpPr>
        <p:spPr>
          <a:xfrm>
            <a:off x="5491708" y="5315314"/>
            <a:ext cx="3445103" cy="8156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algn="r">
              <a:defRPr sz="1400">
                <a:solidFill>
                  <a:schemeClr val="bg1"/>
                </a:solidFill>
                <a:latin typeface="Segoe UI Light"/>
                <a:cs typeface="Segoe UI Light"/>
              </a:defRPr>
            </a:lvl1pPr>
          </a:lstStyle>
          <a:p>
            <a:r>
              <a:rPr lang="en-US" b="1" dirty="0">
                <a:solidFill>
                  <a:srgbClr val="0E166B"/>
                </a:solidFill>
              </a:rPr>
              <a:t>Improved Decision-Making</a:t>
            </a:r>
          </a:p>
          <a:p>
            <a:r>
              <a:rPr lang="en-US" sz="1100" dirty="0">
                <a:solidFill>
                  <a:srgbClr val="0E166B"/>
                </a:solidFill>
              </a:rPr>
              <a:t>With real-time, structured, and well-governed data, our solutions empower leadership with faster, data-driven insights for strategic and operational success.</a:t>
            </a:r>
          </a:p>
        </p:txBody>
      </p:sp>
      <p:pic>
        <p:nvPicPr>
          <p:cNvPr id="137" name="Picture 136">
            <a:extLst>
              <a:ext uri="{FF2B5EF4-FFF2-40B4-BE49-F238E27FC236}">
                <a16:creationId xmlns:a16="http://schemas.microsoft.com/office/drawing/2014/main" id="{FA2A3D2B-6136-2C76-E656-D86C81A62E9C}"/>
              </a:ext>
            </a:extLst>
          </p:cNvPr>
          <p:cNvPicPr>
            <a:picLocks noChangeAspect="1"/>
          </p:cNvPicPr>
          <p:nvPr/>
        </p:nvPicPr>
        <p:blipFill>
          <a:blip r:embed="rId2"/>
          <a:stretch>
            <a:fillRect/>
          </a:stretch>
        </p:blipFill>
        <p:spPr>
          <a:xfrm>
            <a:off x="513352" y="2644717"/>
            <a:ext cx="5286842" cy="2324983"/>
          </a:xfrm>
          <a:prstGeom prst="rect">
            <a:avLst/>
          </a:prstGeom>
        </p:spPr>
      </p:pic>
      <p:grpSp>
        <p:nvGrpSpPr>
          <p:cNvPr id="54" name="Google Shape;1907;p152">
            <a:extLst>
              <a:ext uri="{FF2B5EF4-FFF2-40B4-BE49-F238E27FC236}">
                <a16:creationId xmlns:a16="http://schemas.microsoft.com/office/drawing/2014/main" id="{CF7E6A63-A92F-A7CF-3CC0-34BA9502D254}"/>
              </a:ext>
            </a:extLst>
          </p:cNvPr>
          <p:cNvGrpSpPr/>
          <p:nvPr/>
        </p:nvGrpSpPr>
        <p:grpSpPr>
          <a:xfrm>
            <a:off x="6869167" y="2127379"/>
            <a:ext cx="4362832" cy="4730621"/>
            <a:chOff x="3899425" y="1624475"/>
            <a:chExt cx="2994015" cy="3526669"/>
          </a:xfrm>
        </p:grpSpPr>
        <p:sp>
          <p:nvSpPr>
            <p:cNvPr id="55" name="Google Shape;1908;p152">
              <a:extLst>
                <a:ext uri="{FF2B5EF4-FFF2-40B4-BE49-F238E27FC236}">
                  <a16:creationId xmlns:a16="http://schemas.microsoft.com/office/drawing/2014/main" id="{5B8F66DB-1805-72E0-99A7-AB8CFA0855FB}"/>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6" name="Google Shape;1909;p152">
              <a:extLst>
                <a:ext uri="{FF2B5EF4-FFF2-40B4-BE49-F238E27FC236}">
                  <a16:creationId xmlns:a16="http://schemas.microsoft.com/office/drawing/2014/main" id="{B9550B59-ABFD-7353-5CCF-9A4C95A88EC1}"/>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7" name="Google Shape;1911;p152">
              <a:extLst>
                <a:ext uri="{FF2B5EF4-FFF2-40B4-BE49-F238E27FC236}">
                  <a16:creationId xmlns:a16="http://schemas.microsoft.com/office/drawing/2014/main" id="{87A968E0-3A6B-C10E-A18B-E3617CDB3DF1}"/>
                </a:ext>
              </a:extLst>
            </p:cNvPr>
            <p:cNvGrpSpPr/>
            <p:nvPr/>
          </p:nvGrpSpPr>
          <p:grpSpPr>
            <a:xfrm>
              <a:off x="6416311" y="1851230"/>
              <a:ext cx="332587" cy="329962"/>
              <a:chOff x="2508825" y="2318350"/>
              <a:chExt cx="297750" cy="295400"/>
            </a:xfrm>
          </p:grpSpPr>
          <p:sp>
            <p:nvSpPr>
              <p:cNvPr id="58" name="Google Shape;1912;p152">
                <a:extLst>
                  <a:ext uri="{FF2B5EF4-FFF2-40B4-BE49-F238E27FC236}">
                    <a16:creationId xmlns:a16="http://schemas.microsoft.com/office/drawing/2014/main" id="{61B5CC1D-FB54-B431-6DB7-B5969F8F93FD}"/>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9" name="Google Shape;1913;p152">
                <a:extLst>
                  <a:ext uri="{FF2B5EF4-FFF2-40B4-BE49-F238E27FC236}">
                    <a16:creationId xmlns:a16="http://schemas.microsoft.com/office/drawing/2014/main" id="{3A1E479A-EA19-A762-F0F2-3C612B018CDE}"/>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0" name="Google Shape;1914;p152">
            <a:extLst>
              <a:ext uri="{FF2B5EF4-FFF2-40B4-BE49-F238E27FC236}">
                <a16:creationId xmlns:a16="http://schemas.microsoft.com/office/drawing/2014/main" id="{1F5DBBCC-542B-A0FD-0047-0454BDA3065A}"/>
              </a:ext>
            </a:extLst>
          </p:cNvPr>
          <p:cNvGrpSpPr/>
          <p:nvPr/>
        </p:nvGrpSpPr>
        <p:grpSpPr>
          <a:xfrm>
            <a:off x="6869166" y="3115030"/>
            <a:ext cx="3910445" cy="3736043"/>
            <a:chOff x="3899425" y="2359004"/>
            <a:chExt cx="2683562" cy="2785213"/>
          </a:xfrm>
        </p:grpSpPr>
        <p:sp>
          <p:nvSpPr>
            <p:cNvPr id="61" name="Google Shape;1915;p152">
              <a:extLst>
                <a:ext uri="{FF2B5EF4-FFF2-40B4-BE49-F238E27FC236}">
                  <a16:creationId xmlns:a16="http://schemas.microsoft.com/office/drawing/2014/main" id="{B3B0B9A0-282C-6F57-0115-3E78096A7C84}"/>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62" name="Google Shape;1916;p152">
              <a:extLst>
                <a:ext uri="{FF2B5EF4-FFF2-40B4-BE49-F238E27FC236}">
                  <a16:creationId xmlns:a16="http://schemas.microsoft.com/office/drawing/2014/main" id="{0FA06732-8BCF-DB49-8748-E487FDC84E04}"/>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3" name="Google Shape;1918;p152">
              <a:extLst>
                <a:ext uri="{FF2B5EF4-FFF2-40B4-BE49-F238E27FC236}">
                  <a16:creationId xmlns:a16="http://schemas.microsoft.com/office/drawing/2014/main" id="{6A687FBB-7091-DC54-34B6-94F948855617}"/>
                </a:ext>
              </a:extLst>
            </p:cNvPr>
            <p:cNvGrpSpPr/>
            <p:nvPr/>
          </p:nvGrpSpPr>
          <p:grpSpPr>
            <a:xfrm>
              <a:off x="6106713" y="2585336"/>
              <a:ext cx="330827" cy="329934"/>
              <a:chOff x="3962775" y="2683025"/>
              <a:chExt cx="296175" cy="295375"/>
            </a:xfrm>
          </p:grpSpPr>
          <p:sp>
            <p:nvSpPr>
              <p:cNvPr id="64" name="Google Shape;1919;p152">
                <a:extLst>
                  <a:ext uri="{FF2B5EF4-FFF2-40B4-BE49-F238E27FC236}">
                    <a16:creationId xmlns:a16="http://schemas.microsoft.com/office/drawing/2014/main" id="{AD888A21-6746-3974-1664-1FD4F2375905}"/>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5" name="Google Shape;1920;p152">
                <a:extLst>
                  <a:ext uri="{FF2B5EF4-FFF2-40B4-BE49-F238E27FC236}">
                    <a16:creationId xmlns:a16="http://schemas.microsoft.com/office/drawing/2014/main" id="{CC345EFC-4638-18EC-A90D-26DD9528B1E2}"/>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6" name="Google Shape;1921;p152">
                <a:extLst>
                  <a:ext uri="{FF2B5EF4-FFF2-40B4-BE49-F238E27FC236}">
                    <a16:creationId xmlns:a16="http://schemas.microsoft.com/office/drawing/2014/main" id="{0138CFEC-44E7-420C-37AD-ABF6B06289E4}"/>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7" name="Google Shape;1922;p152">
            <a:extLst>
              <a:ext uri="{FF2B5EF4-FFF2-40B4-BE49-F238E27FC236}">
                <a16:creationId xmlns:a16="http://schemas.microsoft.com/office/drawing/2014/main" id="{0DD9C680-AE66-3A6F-80C7-A0E6ED469867}"/>
              </a:ext>
            </a:extLst>
          </p:cNvPr>
          <p:cNvGrpSpPr/>
          <p:nvPr/>
        </p:nvGrpSpPr>
        <p:grpSpPr>
          <a:xfrm>
            <a:off x="6869166" y="4101982"/>
            <a:ext cx="3458043" cy="2756018"/>
            <a:chOff x="3899425" y="3094874"/>
            <a:chExt cx="2373100" cy="2054606"/>
          </a:xfrm>
        </p:grpSpPr>
        <p:sp>
          <p:nvSpPr>
            <p:cNvPr id="68" name="Google Shape;1923;p152">
              <a:extLst>
                <a:ext uri="{FF2B5EF4-FFF2-40B4-BE49-F238E27FC236}">
                  <a16:creationId xmlns:a16="http://schemas.microsoft.com/office/drawing/2014/main" id="{80AD0712-2D75-F170-BC9E-E976C159156D}"/>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69" name="Google Shape;1924;p152">
              <a:extLst>
                <a:ext uri="{FF2B5EF4-FFF2-40B4-BE49-F238E27FC236}">
                  <a16:creationId xmlns:a16="http://schemas.microsoft.com/office/drawing/2014/main" id="{B05F5962-37E5-C4B3-EEC4-9BB83DB073C2}"/>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70" name="Google Shape;1926;p152">
              <a:extLst>
                <a:ext uri="{FF2B5EF4-FFF2-40B4-BE49-F238E27FC236}">
                  <a16:creationId xmlns:a16="http://schemas.microsoft.com/office/drawing/2014/main" id="{445C2913-EC5E-2D52-92D2-DD9603A0C757}"/>
                </a:ext>
              </a:extLst>
            </p:cNvPr>
            <p:cNvGrpSpPr/>
            <p:nvPr/>
          </p:nvGrpSpPr>
          <p:grpSpPr>
            <a:xfrm>
              <a:off x="5797765" y="3319416"/>
              <a:ext cx="327823" cy="328695"/>
              <a:chOff x="-1333200" y="2770450"/>
              <a:chExt cx="291450" cy="292225"/>
            </a:xfrm>
          </p:grpSpPr>
          <p:sp>
            <p:nvSpPr>
              <p:cNvPr id="71" name="Google Shape;1927;p152">
                <a:extLst>
                  <a:ext uri="{FF2B5EF4-FFF2-40B4-BE49-F238E27FC236}">
                    <a16:creationId xmlns:a16="http://schemas.microsoft.com/office/drawing/2014/main" id="{3260BC77-7F91-5032-B65F-B6FFB5799B37}"/>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2" name="Google Shape;1928;p152">
                <a:extLst>
                  <a:ext uri="{FF2B5EF4-FFF2-40B4-BE49-F238E27FC236}">
                    <a16:creationId xmlns:a16="http://schemas.microsoft.com/office/drawing/2014/main" id="{13DE69F6-3AD0-774B-D51D-4649AA951F26}"/>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73" name="Google Shape;1929;p152">
            <a:extLst>
              <a:ext uri="{FF2B5EF4-FFF2-40B4-BE49-F238E27FC236}">
                <a16:creationId xmlns:a16="http://schemas.microsoft.com/office/drawing/2014/main" id="{C9373586-5A79-CB1E-BE23-185F990A2950}"/>
              </a:ext>
            </a:extLst>
          </p:cNvPr>
          <p:cNvGrpSpPr/>
          <p:nvPr/>
        </p:nvGrpSpPr>
        <p:grpSpPr>
          <a:xfrm>
            <a:off x="6869166" y="5001602"/>
            <a:ext cx="3005647" cy="1848925"/>
            <a:chOff x="3899425" y="3765300"/>
            <a:chExt cx="2062640" cy="1378370"/>
          </a:xfrm>
        </p:grpSpPr>
        <p:cxnSp>
          <p:nvCxnSpPr>
            <p:cNvPr id="74" name="Google Shape;1930;p152">
              <a:extLst>
                <a:ext uri="{FF2B5EF4-FFF2-40B4-BE49-F238E27FC236}">
                  <a16:creationId xmlns:a16="http://schemas.microsoft.com/office/drawing/2014/main" id="{4B4E167F-B962-9473-CC6E-FCE02CC7C062}"/>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75" name="Google Shape;1932;p152">
              <a:extLst>
                <a:ext uri="{FF2B5EF4-FFF2-40B4-BE49-F238E27FC236}">
                  <a16:creationId xmlns:a16="http://schemas.microsoft.com/office/drawing/2014/main" id="{C96E756D-34E0-558A-63DF-1214F300D7DF}"/>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dirty="0">
                <a:solidFill>
                  <a:srgbClr val="0E166B"/>
                </a:solidFill>
                <a:latin typeface="Arial"/>
              </a:endParaRPr>
            </a:p>
          </p:txBody>
        </p:sp>
        <p:grpSp>
          <p:nvGrpSpPr>
            <p:cNvPr id="76" name="Google Shape;1933;p152">
              <a:extLst>
                <a:ext uri="{FF2B5EF4-FFF2-40B4-BE49-F238E27FC236}">
                  <a16:creationId xmlns:a16="http://schemas.microsoft.com/office/drawing/2014/main" id="{361EFE27-9AEC-6058-92AC-23A4144F6878}"/>
                </a:ext>
              </a:extLst>
            </p:cNvPr>
            <p:cNvGrpSpPr/>
            <p:nvPr/>
          </p:nvGrpSpPr>
          <p:grpSpPr>
            <a:xfrm>
              <a:off x="5485800" y="3999322"/>
              <a:ext cx="330827" cy="330827"/>
              <a:chOff x="3963575" y="2317575"/>
              <a:chExt cx="296175" cy="296175"/>
            </a:xfrm>
          </p:grpSpPr>
          <p:sp>
            <p:nvSpPr>
              <p:cNvPr id="77" name="Google Shape;1934;p152">
                <a:extLst>
                  <a:ext uri="{FF2B5EF4-FFF2-40B4-BE49-F238E27FC236}">
                    <a16:creationId xmlns:a16="http://schemas.microsoft.com/office/drawing/2014/main" id="{1337CC2D-756D-483A-123F-F89037D949E3}"/>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8" name="Google Shape;1935;p152">
                <a:extLst>
                  <a:ext uri="{FF2B5EF4-FFF2-40B4-BE49-F238E27FC236}">
                    <a16:creationId xmlns:a16="http://schemas.microsoft.com/office/drawing/2014/main" id="{0B1BBC78-5C03-F90C-04F4-A986D3DF3E11}"/>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9" name="Google Shape;1936;p152">
                <a:extLst>
                  <a:ext uri="{FF2B5EF4-FFF2-40B4-BE49-F238E27FC236}">
                    <a16:creationId xmlns:a16="http://schemas.microsoft.com/office/drawing/2014/main" id="{3ED7339A-57A3-8BB5-C5FC-44EF3973375F}"/>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0" name="Google Shape;1937;p152">
                <a:extLst>
                  <a:ext uri="{FF2B5EF4-FFF2-40B4-BE49-F238E27FC236}">
                    <a16:creationId xmlns:a16="http://schemas.microsoft.com/office/drawing/2014/main" id="{0F150F93-D30C-2930-E0CB-6E230C61F8CF}"/>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1" name="Google Shape;1938;p152">
                <a:extLst>
                  <a:ext uri="{FF2B5EF4-FFF2-40B4-BE49-F238E27FC236}">
                    <a16:creationId xmlns:a16="http://schemas.microsoft.com/office/drawing/2014/main" id="{BA811EC9-2265-F33E-FCF0-4293A0C878E1}"/>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3" name="Google Shape;1939;p152">
                <a:extLst>
                  <a:ext uri="{FF2B5EF4-FFF2-40B4-BE49-F238E27FC236}">
                    <a16:creationId xmlns:a16="http://schemas.microsoft.com/office/drawing/2014/main" id="{A5559CF7-7560-02AD-B09E-22E1891A2032}"/>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4" name="Google Shape;1940;p152">
                <a:extLst>
                  <a:ext uri="{FF2B5EF4-FFF2-40B4-BE49-F238E27FC236}">
                    <a16:creationId xmlns:a16="http://schemas.microsoft.com/office/drawing/2014/main" id="{D2D0440C-846C-3962-C1B8-6E602639ED0E}"/>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6" name="Google Shape;1941;p152">
                <a:extLst>
                  <a:ext uri="{FF2B5EF4-FFF2-40B4-BE49-F238E27FC236}">
                    <a16:creationId xmlns:a16="http://schemas.microsoft.com/office/drawing/2014/main" id="{8DE2025A-772D-96E5-9574-5D85A2DEBD7C}"/>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2" name="Google Shape;1942;p152">
                <a:extLst>
                  <a:ext uri="{FF2B5EF4-FFF2-40B4-BE49-F238E27FC236}">
                    <a16:creationId xmlns:a16="http://schemas.microsoft.com/office/drawing/2014/main" id="{3793E152-923C-B979-533E-E0BACF272D9B}"/>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3" name="Google Shape;1943;p152">
                <a:extLst>
                  <a:ext uri="{FF2B5EF4-FFF2-40B4-BE49-F238E27FC236}">
                    <a16:creationId xmlns:a16="http://schemas.microsoft.com/office/drawing/2014/main" id="{32F8E002-8D3A-C350-FBCE-B3E235AC39D1}"/>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4" name="Google Shape;1944;p152">
                <a:extLst>
                  <a:ext uri="{FF2B5EF4-FFF2-40B4-BE49-F238E27FC236}">
                    <a16:creationId xmlns:a16="http://schemas.microsoft.com/office/drawing/2014/main" id="{91109D47-95BD-C353-7E07-FD481DCB460B}"/>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5" name="Google Shape;1945;p152">
                <a:extLst>
                  <a:ext uri="{FF2B5EF4-FFF2-40B4-BE49-F238E27FC236}">
                    <a16:creationId xmlns:a16="http://schemas.microsoft.com/office/drawing/2014/main" id="{755262D3-A4A2-4811-5BD5-E054ACB2CF2C}"/>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6" name="Google Shape;1946;p152">
                <a:extLst>
                  <a:ext uri="{FF2B5EF4-FFF2-40B4-BE49-F238E27FC236}">
                    <a16:creationId xmlns:a16="http://schemas.microsoft.com/office/drawing/2014/main" id="{5A9429CD-DD58-1F0D-3604-27F0AD417EE5}"/>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7" name="Google Shape;1947;p152">
                <a:extLst>
                  <a:ext uri="{FF2B5EF4-FFF2-40B4-BE49-F238E27FC236}">
                    <a16:creationId xmlns:a16="http://schemas.microsoft.com/office/drawing/2014/main" id="{3A3727D8-23D5-4515-75E4-18F58D68D312}"/>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8" name="Google Shape;1948;p152">
                <a:extLst>
                  <a:ext uri="{FF2B5EF4-FFF2-40B4-BE49-F238E27FC236}">
                    <a16:creationId xmlns:a16="http://schemas.microsoft.com/office/drawing/2014/main" id="{2B3D0F6C-D972-B906-186E-2F9C3F47AF67}"/>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09" name="Google Shape;1949;p152">
                <a:extLst>
                  <a:ext uri="{FF2B5EF4-FFF2-40B4-BE49-F238E27FC236}">
                    <a16:creationId xmlns:a16="http://schemas.microsoft.com/office/drawing/2014/main" id="{6B36BD10-F5DF-6D2F-25DD-A69251BDDBF1}"/>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spTree>
    <p:extLst>
      <p:ext uri="{BB962C8B-B14F-4D97-AF65-F5344CB8AC3E}">
        <p14:creationId xmlns:p14="http://schemas.microsoft.com/office/powerpoint/2010/main" val="851051177"/>
      </p:ext>
    </p:extLst>
  </p:cSld>
  <p:clrMapOvr>
    <a:overrideClrMapping bg1="lt1" tx1="dk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F0F0FA-1C3C-CF9F-87E7-E87FBF46E96A}"/>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4019E8B8-1EBC-4551-61FA-5118EDB4699E}"/>
              </a:ext>
            </a:extLst>
          </p:cNvPr>
          <p:cNvSpPr txBox="1">
            <a:spLocks/>
          </p:cNvSpPr>
          <p:nvPr/>
        </p:nvSpPr>
        <p:spPr>
          <a:xfrm>
            <a:off x="0" y="164774"/>
            <a:ext cx="9977611"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marR="0" lvl="0" indent="0" algn="l" defTabSz="914400" rtl="0" eaLnBrk="1" fontAlgn="auto" latinLnBrk="0" hangingPunct="1">
              <a:lnSpc>
                <a:spcPct val="100000"/>
              </a:lnSpc>
              <a:spcBef>
                <a:spcPts val="0"/>
              </a:spcBef>
              <a:spcAft>
                <a:spcPts val="0"/>
              </a:spcAft>
              <a:buClr>
                <a:srgbClr val="FFFFFF"/>
              </a:buClr>
              <a:buSzPts val="3600"/>
              <a:buFont typeface="Squada One"/>
              <a:buNone/>
              <a:tabLst/>
              <a:defRPr/>
            </a:pPr>
            <a:r>
              <a:rPr lang="en-GB" sz="3200" b="1" kern="0" dirty="0">
                <a:solidFill>
                  <a:srgbClr val="FFFFFF"/>
                </a:solidFill>
                <a:ea typeface="+mj-ea"/>
                <a:cs typeface="+mj-cs"/>
              </a:rPr>
              <a:t>Business Intelligence</a:t>
            </a:r>
          </a:p>
        </p:txBody>
      </p:sp>
      <p:sp>
        <p:nvSpPr>
          <p:cNvPr id="6" name="Google Shape;1460;p137">
            <a:extLst>
              <a:ext uri="{FF2B5EF4-FFF2-40B4-BE49-F238E27FC236}">
                <a16:creationId xmlns:a16="http://schemas.microsoft.com/office/drawing/2014/main" id="{5ACA1EB1-A914-9D93-8709-1CEBED2DBB4B}"/>
              </a:ext>
            </a:extLst>
          </p:cNvPr>
          <p:cNvSpPr/>
          <p:nvPr/>
        </p:nvSpPr>
        <p:spPr>
          <a:xfrm>
            <a:off x="607327" y="2195172"/>
            <a:ext cx="3576699" cy="1270324"/>
          </a:xfrm>
          <a:prstGeom prst="rect">
            <a:avLst/>
          </a:prstGeom>
          <a:gradFill>
            <a:gsLst>
              <a:gs pos="0">
                <a:srgbClr val="FFFFFF">
                  <a:alpha val="5000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 name="Google Shape;1460;p137">
            <a:extLst>
              <a:ext uri="{FF2B5EF4-FFF2-40B4-BE49-F238E27FC236}">
                <a16:creationId xmlns:a16="http://schemas.microsoft.com/office/drawing/2014/main" id="{EF50CA4E-B497-31F9-9E15-A6DFAED50794}"/>
              </a:ext>
            </a:extLst>
          </p:cNvPr>
          <p:cNvSpPr/>
          <p:nvPr/>
        </p:nvSpPr>
        <p:spPr>
          <a:xfrm>
            <a:off x="582417" y="4258016"/>
            <a:ext cx="3601607" cy="1930403"/>
          </a:xfrm>
          <a:prstGeom prst="rect">
            <a:avLst/>
          </a:prstGeom>
          <a:gradFill>
            <a:gsLst>
              <a:gs pos="0">
                <a:srgbClr val="FFFFFF">
                  <a:alpha val="5000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nvGrpSpPr>
          <p:cNvPr id="8" name="Google Shape;8814;p60">
            <a:extLst>
              <a:ext uri="{FF2B5EF4-FFF2-40B4-BE49-F238E27FC236}">
                <a16:creationId xmlns:a16="http://schemas.microsoft.com/office/drawing/2014/main" id="{727BF847-A2A6-E326-7CD0-677F5087410A}"/>
              </a:ext>
            </a:extLst>
          </p:cNvPr>
          <p:cNvGrpSpPr/>
          <p:nvPr/>
        </p:nvGrpSpPr>
        <p:grpSpPr>
          <a:xfrm>
            <a:off x="606245" y="1562932"/>
            <a:ext cx="481575" cy="501997"/>
            <a:chOff x="2650597" y="3381777"/>
            <a:chExt cx="341511" cy="324994"/>
          </a:xfrm>
        </p:grpSpPr>
        <p:sp>
          <p:nvSpPr>
            <p:cNvPr id="9" name="Google Shape;8815;p60">
              <a:extLst>
                <a:ext uri="{FF2B5EF4-FFF2-40B4-BE49-F238E27FC236}">
                  <a16:creationId xmlns:a16="http://schemas.microsoft.com/office/drawing/2014/main" id="{0D7AC97E-B62C-DEBA-8815-6EF90F5B93E0}"/>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 name="Google Shape;8816;p60">
              <a:extLst>
                <a:ext uri="{FF2B5EF4-FFF2-40B4-BE49-F238E27FC236}">
                  <a16:creationId xmlns:a16="http://schemas.microsoft.com/office/drawing/2014/main" id="{D519B40F-0F8B-3A0D-D7BA-99435419635D}"/>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 name="Google Shape;8817;p60">
              <a:extLst>
                <a:ext uri="{FF2B5EF4-FFF2-40B4-BE49-F238E27FC236}">
                  <a16:creationId xmlns:a16="http://schemas.microsoft.com/office/drawing/2014/main" id="{D02FFA9F-927C-3973-0A96-F98255479A96}"/>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 name="Google Shape;8818;p60">
              <a:extLst>
                <a:ext uri="{FF2B5EF4-FFF2-40B4-BE49-F238E27FC236}">
                  <a16:creationId xmlns:a16="http://schemas.microsoft.com/office/drawing/2014/main" id="{22A2661A-696B-4C15-32A1-5F37D25F96A3}"/>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3" name="Google Shape;8819;p60">
              <a:extLst>
                <a:ext uri="{FF2B5EF4-FFF2-40B4-BE49-F238E27FC236}">
                  <a16:creationId xmlns:a16="http://schemas.microsoft.com/office/drawing/2014/main" id="{74B38988-0CBC-FA1B-2CD6-4E6424C536B3}"/>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4" name="Google Shape;8820;p60">
              <a:extLst>
                <a:ext uri="{FF2B5EF4-FFF2-40B4-BE49-F238E27FC236}">
                  <a16:creationId xmlns:a16="http://schemas.microsoft.com/office/drawing/2014/main" id="{657BE96B-52B8-1F7D-539C-61C6F99D7658}"/>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5" name="Google Shape;8821;p60">
              <a:extLst>
                <a:ext uri="{FF2B5EF4-FFF2-40B4-BE49-F238E27FC236}">
                  <a16:creationId xmlns:a16="http://schemas.microsoft.com/office/drawing/2014/main" id="{82F69E5F-CD96-634D-BBBC-A6EC99235896}"/>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6" name="Google Shape;8822;p60">
              <a:extLst>
                <a:ext uri="{FF2B5EF4-FFF2-40B4-BE49-F238E27FC236}">
                  <a16:creationId xmlns:a16="http://schemas.microsoft.com/office/drawing/2014/main" id="{3679E43D-FD94-A4C8-B44A-A8BC74EF9A59}"/>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7" name="Google Shape;8823;p60">
              <a:extLst>
                <a:ext uri="{FF2B5EF4-FFF2-40B4-BE49-F238E27FC236}">
                  <a16:creationId xmlns:a16="http://schemas.microsoft.com/office/drawing/2014/main" id="{9DA6AF71-1AA8-83F7-DBEC-B2B8818CB0B0}"/>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 name="Google Shape;8824;p60">
              <a:extLst>
                <a:ext uri="{FF2B5EF4-FFF2-40B4-BE49-F238E27FC236}">
                  <a16:creationId xmlns:a16="http://schemas.microsoft.com/office/drawing/2014/main" id="{C15DAE35-2615-9EB7-10CA-01B992380EF8}"/>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 name="Google Shape;8825;p60">
              <a:extLst>
                <a:ext uri="{FF2B5EF4-FFF2-40B4-BE49-F238E27FC236}">
                  <a16:creationId xmlns:a16="http://schemas.microsoft.com/office/drawing/2014/main" id="{D0555F3D-A3EF-7757-805A-AF621B52E5A9}"/>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 name="Google Shape;8826;p60">
              <a:extLst>
                <a:ext uri="{FF2B5EF4-FFF2-40B4-BE49-F238E27FC236}">
                  <a16:creationId xmlns:a16="http://schemas.microsoft.com/office/drawing/2014/main" id="{B8D7E16B-6C2D-DF5F-5976-4CF02A811240}"/>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1" name="Google Shape;8827;p60">
              <a:extLst>
                <a:ext uri="{FF2B5EF4-FFF2-40B4-BE49-F238E27FC236}">
                  <a16:creationId xmlns:a16="http://schemas.microsoft.com/office/drawing/2014/main" id="{350C5A82-9306-3288-BE32-59A2ED651A86}"/>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2" name="Google Shape;8828;p60">
              <a:extLst>
                <a:ext uri="{FF2B5EF4-FFF2-40B4-BE49-F238E27FC236}">
                  <a16:creationId xmlns:a16="http://schemas.microsoft.com/office/drawing/2014/main" id="{4052AB50-FD03-E953-33D3-E5848F331438}"/>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 name="Google Shape;8829;p60">
              <a:extLst>
                <a:ext uri="{FF2B5EF4-FFF2-40B4-BE49-F238E27FC236}">
                  <a16:creationId xmlns:a16="http://schemas.microsoft.com/office/drawing/2014/main" id="{2777026B-A1FD-06CD-6038-7ED84E3A352D}"/>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 name="Google Shape;8830;p60">
              <a:extLst>
                <a:ext uri="{FF2B5EF4-FFF2-40B4-BE49-F238E27FC236}">
                  <a16:creationId xmlns:a16="http://schemas.microsoft.com/office/drawing/2014/main" id="{BB13705F-354D-D981-27A9-D6117B231439}"/>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 name="Google Shape;8831;p60">
              <a:extLst>
                <a:ext uri="{FF2B5EF4-FFF2-40B4-BE49-F238E27FC236}">
                  <a16:creationId xmlns:a16="http://schemas.microsoft.com/office/drawing/2014/main" id="{CD73C7B6-1441-24D9-6696-97CD5D9811A8}"/>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6" name="Google Shape;8832;p60">
              <a:extLst>
                <a:ext uri="{FF2B5EF4-FFF2-40B4-BE49-F238E27FC236}">
                  <a16:creationId xmlns:a16="http://schemas.microsoft.com/office/drawing/2014/main" id="{78254818-651B-9447-AB45-AF5B8AEF4E4B}"/>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7" name="Google Shape;8833;p60">
              <a:extLst>
                <a:ext uri="{FF2B5EF4-FFF2-40B4-BE49-F238E27FC236}">
                  <a16:creationId xmlns:a16="http://schemas.microsoft.com/office/drawing/2014/main" id="{8903C0C0-6BB1-6B0F-228C-E13A4E3F1BBA}"/>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8" name="Google Shape;8834;p60">
              <a:extLst>
                <a:ext uri="{FF2B5EF4-FFF2-40B4-BE49-F238E27FC236}">
                  <a16:creationId xmlns:a16="http://schemas.microsoft.com/office/drawing/2014/main" id="{358A4434-C78F-A0A6-6A17-E6ED28029B91}"/>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9" name="Google Shape;8835;p60">
              <a:extLst>
                <a:ext uri="{FF2B5EF4-FFF2-40B4-BE49-F238E27FC236}">
                  <a16:creationId xmlns:a16="http://schemas.microsoft.com/office/drawing/2014/main" id="{5A6EB9F3-C9D0-0003-E468-61FA3BD22C9F}"/>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0" name="Google Shape;8836;p60">
              <a:extLst>
                <a:ext uri="{FF2B5EF4-FFF2-40B4-BE49-F238E27FC236}">
                  <a16:creationId xmlns:a16="http://schemas.microsoft.com/office/drawing/2014/main" id="{D86122B5-E563-7727-A860-10C9B7F9EABD}"/>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1" name="Google Shape;8837;p60">
              <a:extLst>
                <a:ext uri="{FF2B5EF4-FFF2-40B4-BE49-F238E27FC236}">
                  <a16:creationId xmlns:a16="http://schemas.microsoft.com/office/drawing/2014/main" id="{4B32B82F-CD83-9D6A-F74D-D44FB1E93739}"/>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2" name="Google Shape;8838;p60">
              <a:extLst>
                <a:ext uri="{FF2B5EF4-FFF2-40B4-BE49-F238E27FC236}">
                  <a16:creationId xmlns:a16="http://schemas.microsoft.com/office/drawing/2014/main" id="{4718AF91-52D4-533C-7468-DDC7FD5FDA6E}"/>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3" name="Google Shape;8839;p60">
              <a:extLst>
                <a:ext uri="{FF2B5EF4-FFF2-40B4-BE49-F238E27FC236}">
                  <a16:creationId xmlns:a16="http://schemas.microsoft.com/office/drawing/2014/main" id="{63D3C972-2668-2C46-928F-304843075697}"/>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4" name="Google Shape;8840;p60">
              <a:extLst>
                <a:ext uri="{FF2B5EF4-FFF2-40B4-BE49-F238E27FC236}">
                  <a16:creationId xmlns:a16="http://schemas.microsoft.com/office/drawing/2014/main" id="{525147C8-081D-1DFB-E5C1-03C0E3AA12D7}"/>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5" name="Google Shape;8841;p60">
              <a:extLst>
                <a:ext uri="{FF2B5EF4-FFF2-40B4-BE49-F238E27FC236}">
                  <a16:creationId xmlns:a16="http://schemas.microsoft.com/office/drawing/2014/main" id="{FF9D1A9A-91E3-587A-D31B-D59BDE68FDC8}"/>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6" name="Google Shape;8842;p60">
              <a:extLst>
                <a:ext uri="{FF2B5EF4-FFF2-40B4-BE49-F238E27FC236}">
                  <a16:creationId xmlns:a16="http://schemas.microsoft.com/office/drawing/2014/main" id="{96908EBC-4FBC-2DD1-47DD-B29AB7F0821F}"/>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7" name="Google Shape;8843;p60">
              <a:extLst>
                <a:ext uri="{FF2B5EF4-FFF2-40B4-BE49-F238E27FC236}">
                  <a16:creationId xmlns:a16="http://schemas.microsoft.com/office/drawing/2014/main" id="{E75CAC0F-CE46-54FC-E53B-1F8E159EE1EE}"/>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8" name="Google Shape;8844;p60">
              <a:extLst>
                <a:ext uri="{FF2B5EF4-FFF2-40B4-BE49-F238E27FC236}">
                  <a16:creationId xmlns:a16="http://schemas.microsoft.com/office/drawing/2014/main" id="{CC7AE569-5003-7203-AAF6-44E61D980EFA}"/>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9" name="Google Shape;8845;p60">
              <a:extLst>
                <a:ext uri="{FF2B5EF4-FFF2-40B4-BE49-F238E27FC236}">
                  <a16:creationId xmlns:a16="http://schemas.microsoft.com/office/drawing/2014/main" id="{0EED43BA-3A93-193D-01B9-E08260F816C7}"/>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0" name="Google Shape;8846;p60">
              <a:extLst>
                <a:ext uri="{FF2B5EF4-FFF2-40B4-BE49-F238E27FC236}">
                  <a16:creationId xmlns:a16="http://schemas.microsoft.com/office/drawing/2014/main" id="{B6263503-50E0-8A3D-BCD4-78DCFDA386E0}"/>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1" name="Google Shape;8847;p60">
              <a:extLst>
                <a:ext uri="{FF2B5EF4-FFF2-40B4-BE49-F238E27FC236}">
                  <a16:creationId xmlns:a16="http://schemas.microsoft.com/office/drawing/2014/main" id="{B6E0B341-7A9B-0EB9-4D00-2FE7D166D195}"/>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2" name="Google Shape;8848;p60">
              <a:extLst>
                <a:ext uri="{FF2B5EF4-FFF2-40B4-BE49-F238E27FC236}">
                  <a16:creationId xmlns:a16="http://schemas.microsoft.com/office/drawing/2014/main" id="{81359169-53AE-AF67-0792-72437A67A6EC}"/>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3" name="Google Shape;8849;p60">
              <a:extLst>
                <a:ext uri="{FF2B5EF4-FFF2-40B4-BE49-F238E27FC236}">
                  <a16:creationId xmlns:a16="http://schemas.microsoft.com/office/drawing/2014/main" id="{22DC941F-37AA-37ED-7DA2-7974716CA566}"/>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44" name="TextBox 43">
            <a:extLst>
              <a:ext uri="{FF2B5EF4-FFF2-40B4-BE49-F238E27FC236}">
                <a16:creationId xmlns:a16="http://schemas.microsoft.com/office/drawing/2014/main" id="{87E1760F-144E-EBBE-0CE0-CB798916040E}"/>
              </a:ext>
            </a:extLst>
          </p:cNvPr>
          <p:cNvSpPr txBox="1"/>
          <p:nvPr/>
        </p:nvSpPr>
        <p:spPr>
          <a:xfrm>
            <a:off x="1174128" y="1737715"/>
            <a:ext cx="2273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INDUSTRY</a:t>
            </a:r>
          </a:p>
        </p:txBody>
      </p:sp>
      <p:cxnSp>
        <p:nvCxnSpPr>
          <p:cNvPr id="82" name="Google Shape;2079;p158">
            <a:extLst>
              <a:ext uri="{FF2B5EF4-FFF2-40B4-BE49-F238E27FC236}">
                <a16:creationId xmlns:a16="http://schemas.microsoft.com/office/drawing/2014/main" id="{C651D933-F563-FC9E-6DCA-435A9121BA88}"/>
              </a:ext>
            </a:extLst>
          </p:cNvPr>
          <p:cNvCxnSpPr>
            <a:cxnSpLocks/>
          </p:cNvCxnSpPr>
          <p:nvPr/>
        </p:nvCxnSpPr>
        <p:spPr>
          <a:xfrm>
            <a:off x="4575686" y="2195171"/>
            <a:ext cx="0" cy="4010483"/>
          </a:xfrm>
          <a:prstGeom prst="straightConnector1">
            <a:avLst/>
          </a:prstGeom>
          <a:noFill/>
          <a:ln w="28575" cap="flat" cmpd="sng">
            <a:solidFill>
              <a:schemeClr val="lt1"/>
            </a:solidFill>
            <a:prstDash val="solid"/>
            <a:round/>
            <a:headEnd type="none" w="med" len="med"/>
            <a:tailEnd type="none" w="med" len="med"/>
          </a:ln>
        </p:spPr>
      </p:cxnSp>
      <p:sp>
        <p:nvSpPr>
          <p:cNvPr id="85" name="TextBox 84">
            <a:extLst>
              <a:ext uri="{FF2B5EF4-FFF2-40B4-BE49-F238E27FC236}">
                <a16:creationId xmlns:a16="http://schemas.microsoft.com/office/drawing/2014/main" id="{B1B89186-0070-B68D-D506-A18EF03013E1}"/>
              </a:ext>
            </a:extLst>
          </p:cNvPr>
          <p:cNvSpPr txBox="1"/>
          <p:nvPr/>
        </p:nvSpPr>
        <p:spPr>
          <a:xfrm>
            <a:off x="1118159" y="3708699"/>
            <a:ext cx="227309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THE </a:t>
            </a:r>
            <a:r>
              <a:rPr lang="es-ES" b="1">
                <a:solidFill>
                  <a:srgbClr val="0E166B"/>
                </a:solidFill>
                <a:latin typeface="Arial"/>
              </a:rPr>
              <a:t>CHALLENGE</a:t>
            </a:r>
            <a:endParaRPr kumimoji="0" lang="es-ES" sz="1800" b="1" i="0" u="none" strike="noStrike" kern="1200" cap="none" spc="0" normalizeH="0" baseline="0" noProof="0">
              <a:ln>
                <a:noFill/>
              </a:ln>
              <a:solidFill>
                <a:srgbClr val="0E166B"/>
              </a:solidFill>
              <a:effectLst/>
              <a:uLnTx/>
              <a:uFillTx/>
              <a:latin typeface="Arial"/>
              <a:ea typeface="+mn-ea"/>
              <a:cs typeface="+mn-cs"/>
            </a:endParaRPr>
          </a:p>
        </p:txBody>
      </p:sp>
      <p:grpSp>
        <p:nvGrpSpPr>
          <p:cNvPr id="87" name="Google Shape;8505;p60">
            <a:extLst>
              <a:ext uri="{FF2B5EF4-FFF2-40B4-BE49-F238E27FC236}">
                <a16:creationId xmlns:a16="http://schemas.microsoft.com/office/drawing/2014/main" id="{ED8E2CEF-3745-A886-51B2-23BB1A0B9B68}"/>
              </a:ext>
            </a:extLst>
          </p:cNvPr>
          <p:cNvGrpSpPr/>
          <p:nvPr/>
        </p:nvGrpSpPr>
        <p:grpSpPr>
          <a:xfrm>
            <a:off x="582418" y="3623735"/>
            <a:ext cx="555447" cy="513067"/>
            <a:chOff x="2180884" y="2888719"/>
            <a:chExt cx="376752" cy="374468"/>
          </a:xfrm>
        </p:grpSpPr>
        <p:sp>
          <p:nvSpPr>
            <p:cNvPr id="88" name="Google Shape;8506;p60">
              <a:extLst>
                <a:ext uri="{FF2B5EF4-FFF2-40B4-BE49-F238E27FC236}">
                  <a16:creationId xmlns:a16="http://schemas.microsoft.com/office/drawing/2014/main" id="{DFF788A7-EDDF-89B8-FC36-DEF426517302}"/>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89" name="Google Shape;8507;p60">
              <a:extLst>
                <a:ext uri="{FF2B5EF4-FFF2-40B4-BE49-F238E27FC236}">
                  <a16:creationId xmlns:a16="http://schemas.microsoft.com/office/drawing/2014/main" id="{F9F76213-846D-53FF-B2AC-9CA8AFE6140D}"/>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0" name="Google Shape;8508;p60">
              <a:extLst>
                <a:ext uri="{FF2B5EF4-FFF2-40B4-BE49-F238E27FC236}">
                  <a16:creationId xmlns:a16="http://schemas.microsoft.com/office/drawing/2014/main" id="{6CF61CF1-5C7B-E259-067A-7B2A138B7953}"/>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1" name="Google Shape;8509;p60">
              <a:extLst>
                <a:ext uri="{FF2B5EF4-FFF2-40B4-BE49-F238E27FC236}">
                  <a16:creationId xmlns:a16="http://schemas.microsoft.com/office/drawing/2014/main" id="{3967FCC3-056E-485B-55F2-0651D8A60A53}"/>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2" name="Google Shape;8510;p60">
              <a:extLst>
                <a:ext uri="{FF2B5EF4-FFF2-40B4-BE49-F238E27FC236}">
                  <a16:creationId xmlns:a16="http://schemas.microsoft.com/office/drawing/2014/main" id="{1674F065-626A-6B56-CD10-A96CE3D8E22C}"/>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3" name="Google Shape;8511;p60">
              <a:extLst>
                <a:ext uri="{FF2B5EF4-FFF2-40B4-BE49-F238E27FC236}">
                  <a16:creationId xmlns:a16="http://schemas.microsoft.com/office/drawing/2014/main" id="{BE358911-BBBC-B57C-415A-69DCE9FD1DF0}"/>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4" name="Google Shape;8512;p60">
              <a:extLst>
                <a:ext uri="{FF2B5EF4-FFF2-40B4-BE49-F238E27FC236}">
                  <a16:creationId xmlns:a16="http://schemas.microsoft.com/office/drawing/2014/main" id="{D59C8043-9EE4-D655-64C1-CE789722DBB3}"/>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5" name="Google Shape;8513;p60">
              <a:extLst>
                <a:ext uri="{FF2B5EF4-FFF2-40B4-BE49-F238E27FC236}">
                  <a16:creationId xmlns:a16="http://schemas.microsoft.com/office/drawing/2014/main" id="{543CB38F-CB7F-A671-D6A5-72E16B637CC2}"/>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6" name="Google Shape;8514;p60">
              <a:extLst>
                <a:ext uri="{FF2B5EF4-FFF2-40B4-BE49-F238E27FC236}">
                  <a16:creationId xmlns:a16="http://schemas.microsoft.com/office/drawing/2014/main" id="{BF7FDE73-B38D-66C3-AD4F-00BD7AA136B2}"/>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7" name="Google Shape;8515;p60">
              <a:extLst>
                <a:ext uri="{FF2B5EF4-FFF2-40B4-BE49-F238E27FC236}">
                  <a16:creationId xmlns:a16="http://schemas.microsoft.com/office/drawing/2014/main" id="{F05C8B7C-A1A2-17EB-7001-1A3CB81B4111}"/>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8" name="Google Shape;8516;p60">
              <a:extLst>
                <a:ext uri="{FF2B5EF4-FFF2-40B4-BE49-F238E27FC236}">
                  <a16:creationId xmlns:a16="http://schemas.microsoft.com/office/drawing/2014/main" id="{F8D7A002-EA4A-93A2-ADF7-B44C41ED4690}"/>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9" name="Google Shape;8517;p60">
              <a:extLst>
                <a:ext uri="{FF2B5EF4-FFF2-40B4-BE49-F238E27FC236}">
                  <a16:creationId xmlns:a16="http://schemas.microsoft.com/office/drawing/2014/main" id="{4DA37603-5787-8281-1024-5027D077BBD1}"/>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0" name="Google Shape;8518;p60">
              <a:extLst>
                <a:ext uri="{FF2B5EF4-FFF2-40B4-BE49-F238E27FC236}">
                  <a16:creationId xmlns:a16="http://schemas.microsoft.com/office/drawing/2014/main" id="{D28B8312-8354-C0DA-A1D7-630255B0EF1F}"/>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1" name="Google Shape;8519;p60">
              <a:extLst>
                <a:ext uri="{FF2B5EF4-FFF2-40B4-BE49-F238E27FC236}">
                  <a16:creationId xmlns:a16="http://schemas.microsoft.com/office/drawing/2014/main" id="{CF25593D-A74E-7ACE-179E-B61BC4CDD3A7}"/>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184" name="Google Shape;1746;p147">
            <a:extLst>
              <a:ext uri="{FF2B5EF4-FFF2-40B4-BE49-F238E27FC236}">
                <a16:creationId xmlns:a16="http://schemas.microsoft.com/office/drawing/2014/main" id="{9AC8F8E0-369D-B065-1C65-EA204769774E}"/>
              </a:ext>
            </a:extLst>
          </p:cNvPr>
          <p:cNvGrpSpPr/>
          <p:nvPr/>
        </p:nvGrpSpPr>
        <p:grpSpPr>
          <a:xfrm>
            <a:off x="5911811" y="3493383"/>
            <a:ext cx="4228423" cy="979620"/>
            <a:chOff x="2457787" y="2317237"/>
            <a:chExt cx="4228423" cy="979620"/>
          </a:xfrm>
          <a:solidFill>
            <a:srgbClr val="D6D2E6"/>
          </a:solidFill>
        </p:grpSpPr>
        <p:sp>
          <p:nvSpPr>
            <p:cNvPr id="185" name="Google Shape;1747;p147">
              <a:extLst>
                <a:ext uri="{FF2B5EF4-FFF2-40B4-BE49-F238E27FC236}">
                  <a16:creationId xmlns:a16="http://schemas.microsoft.com/office/drawing/2014/main" id="{E398D1E8-3134-C962-4BC6-A671C9F2B114}"/>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6" name="Google Shape;1748;p147">
              <a:extLst>
                <a:ext uri="{FF2B5EF4-FFF2-40B4-BE49-F238E27FC236}">
                  <a16:creationId xmlns:a16="http://schemas.microsoft.com/office/drawing/2014/main" id="{8AFEF061-5998-8D4C-8785-5DB2F5FAB54F}"/>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7" name="Google Shape;1749;p147">
              <a:extLst>
                <a:ext uri="{FF2B5EF4-FFF2-40B4-BE49-F238E27FC236}">
                  <a16:creationId xmlns:a16="http://schemas.microsoft.com/office/drawing/2014/main" id="{D546596B-8B8E-80CF-20F6-A82D85E4E3E3}"/>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cxnSp>
        <p:nvCxnSpPr>
          <p:cNvPr id="188" name="Google Shape;1750;p147">
            <a:extLst>
              <a:ext uri="{FF2B5EF4-FFF2-40B4-BE49-F238E27FC236}">
                <a16:creationId xmlns:a16="http://schemas.microsoft.com/office/drawing/2014/main" id="{40164573-2C37-285F-5B79-B4232D658DB8}"/>
              </a:ext>
            </a:extLst>
          </p:cNvPr>
          <p:cNvCxnSpPr/>
          <p:nvPr/>
        </p:nvCxnSpPr>
        <p:spPr>
          <a:xfrm rot="10800000">
            <a:off x="9579049" y="3264246"/>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189" name="Google Shape;1751;p147">
            <a:extLst>
              <a:ext uri="{FF2B5EF4-FFF2-40B4-BE49-F238E27FC236}">
                <a16:creationId xmlns:a16="http://schemas.microsoft.com/office/drawing/2014/main" id="{026E0B54-0E99-1C88-37C7-A597EAD82F0D}"/>
              </a:ext>
            </a:extLst>
          </p:cNvPr>
          <p:cNvCxnSpPr/>
          <p:nvPr/>
        </p:nvCxnSpPr>
        <p:spPr>
          <a:xfrm rot="10800000">
            <a:off x="7513324" y="3264396"/>
            <a:ext cx="0" cy="229200"/>
          </a:xfrm>
          <a:prstGeom prst="straightConnector1">
            <a:avLst/>
          </a:prstGeom>
          <a:noFill/>
          <a:ln w="19050" cap="flat" cmpd="sng">
            <a:solidFill>
              <a:srgbClr val="0E166B"/>
            </a:solidFill>
            <a:prstDash val="solid"/>
            <a:round/>
            <a:headEnd type="none" w="med" len="med"/>
            <a:tailEnd type="diamond" w="med" len="med"/>
          </a:ln>
        </p:spPr>
      </p:cxnSp>
      <p:grpSp>
        <p:nvGrpSpPr>
          <p:cNvPr id="190" name="Google Shape;1752;p147">
            <a:extLst>
              <a:ext uri="{FF2B5EF4-FFF2-40B4-BE49-F238E27FC236}">
                <a16:creationId xmlns:a16="http://schemas.microsoft.com/office/drawing/2014/main" id="{35F87EBC-064B-5636-10F9-6F10CD3B2668}"/>
              </a:ext>
            </a:extLst>
          </p:cNvPr>
          <p:cNvGrpSpPr/>
          <p:nvPr/>
        </p:nvGrpSpPr>
        <p:grpSpPr>
          <a:xfrm>
            <a:off x="6268115" y="3782244"/>
            <a:ext cx="3511204" cy="401926"/>
            <a:chOff x="2814091" y="2606098"/>
            <a:chExt cx="3511204" cy="401926"/>
          </a:xfrm>
          <a:solidFill>
            <a:srgbClr val="921D86"/>
          </a:solidFill>
        </p:grpSpPr>
        <p:grpSp>
          <p:nvGrpSpPr>
            <p:cNvPr id="191" name="Google Shape;1753;p147">
              <a:extLst>
                <a:ext uri="{FF2B5EF4-FFF2-40B4-BE49-F238E27FC236}">
                  <a16:creationId xmlns:a16="http://schemas.microsoft.com/office/drawing/2014/main" id="{B62DC6BC-FE39-1EF7-9DB7-6D3BBB897065}"/>
                </a:ext>
              </a:extLst>
            </p:cNvPr>
            <p:cNvGrpSpPr/>
            <p:nvPr/>
          </p:nvGrpSpPr>
          <p:grpSpPr>
            <a:xfrm>
              <a:off x="2814091" y="2606098"/>
              <a:ext cx="400860" cy="401926"/>
              <a:chOff x="-1700225" y="2768875"/>
              <a:chExt cx="291450" cy="292225"/>
            </a:xfrm>
            <a:grpFill/>
          </p:grpSpPr>
          <p:sp>
            <p:nvSpPr>
              <p:cNvPr id="202" name="Google Shape;1754;p147">
                <a:extLst>
                  <a:ext uri="{FF2B5EF4-FFF2-40B4-BE49-F238E27FC236}">
                    <a16:creationId xmlns:a16="http://schemas.microsoft.com/office/drawing/2014/main" id="{FB0F719A-605A-11E6-2F35-BE6F82794003}"/>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3" name="Google Shape;1755;p147">
                <a:extLst>
                  <a:ext uri="{FF2B5EF4-FFF2-40B4-BE49-F238E27FC236}">
                    <a16:creationId xmlns:a16="http://schemas.microsoft.com/office/drawing/2014/main" id="{E5D42C47-5B32-DFE1-D9D5-74D156786A80}"/>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4" name="Google Shape;1756;p147">
                <a:extLst>
                  <a:ext uri="{FF2B5EF4-FFF2-40B4-BE49-F238E27FC236}">
                    <a16:creationId xmlns:a16="http://schemas.microsoft.com/office/drawing/2014/main" id="{60535390-670C-AA29-9369-50D9A8F8C652}"/>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5" name="Google Shape;1757;p147">
                <a:extLst>
                  <a:ext uri="{FF2B5EF4-FFF2-40B4-BE49-F238E27FC236}">
                    <a16:creationId xmlns:a16="http://schemas.microsoft.com/office/drawing/2014/main" id="{0725B397-0BFA-CA01-E61F-58F32C35460D}"/>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6" name="Google Shape;1758;p147">
                <a:extLst>
                  <a:ext uri="{FF2B5EF4-FFF2-40B4-BE49-F238E27FC236}">
                    <a16:creationId xmlns:a16="http://schemas.microsoft.com/office/drawing/2014/main" id="{14CBFD90-FBF1-1A60-542B-D419FEC7368A}"/>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7" name="Google Shape;1759;p147">
                <a:extLst>
                  <a:ext uri="{FF2B5EF4-FFF2-40B4-BE49-F238E27FC236}">
                    <a16:creationId xmlns:a16="http://schemas.microsoft.com/office/drawing/2014/main" id="{F09B0CB7-7E01-3890-27CA-16EF00DA0C94}"/>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192" name="Google Shape;1760;p147">
              <a:extLst>
                <a:ext uri="{FF2B5EF4-FFF2-40B4-BE49-F238E27FC236}">
                  <a16:creationId xmlns:a16="http://schemas.microsoft.com/office/drawing/2014/main" id="{8B028A21-03A4-0F51-3650-4060F00058A8}"/>
                </a:ext>
              </a:extLst>
            </p:cNvPr>
            <p:cNvGrpSpPr/>
            <p:nvPr/>
          </p:nvGrpSpPr>
          <p:grpSpPr>
            <a:xfrm>
              <a:off x="5924435" y="2606144"/>
              <a:ext cx="400860" cy="401789"/>
              <a:chOff x="-3137650" y="2408950"/>
              <a:chExt cx="291450" cy="292125"/>
            </a:xfrm>
            <a:grpFill/>
          </p:grpSpPr>
          <p:sp>
            <p:nvSpPr>
              <p:cNvPr id="197" name="Google Shape;1761;p147">
                <a:extLst>
                  <a:ext uri="{FF2B5EF4-FFF2-40B4-BE49-F238E27FC236}">
                    <a16:creationId xmlns:a16="http://schemas.microsoft.com/office/drawing/2014/main" id="{F286C591-AD72-4E22-F2EE-AF177AAA3D31}"/>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8" name="Google Shape;1762;p147">
                <a:extLst>
                  <a:ext uri="{FF2B5EF4-FFF2-40B4-BE49-F238E27FC236}">
                    <a16:creationId xmlns:a16="http://schemas.microsoft.com/office/drawing/2014/main" id="{C368ED30-FBD5-E13D-F8D5-4BD37CDC0AFC}"/>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9" name="Google Shape;1763;p147">
                <a:extLst>
                  <a:ext uri="{FF2B5EF4-FFF2-40B4-BE49-F238E27FC236}">
                    <a16:creationId xmlns:a16="http://schemas.microsoft.com/office/drawing/2014/main" id="{543C619D-D8AF-0058-A144-ABC3FD6F2B9F}"/>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0" name="Google Shape;1764;p147">
                <a:extLst>
                  <a:ext uri="{FF2B5EF4-FFF2-40B4-BE49-F238E27FC236}">
                    <a16:creationId xmlns:a16="http://schemas.microsoft.com/office/drawing/2014/main" id="{B5F32B09-EA39-66CA-7EF1-2ED7EEE1CAD4}"/>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1" name="Google Shape;1765;p147">
                <a:extLst>
                  <a:ext uri="{FF2B5EF4-FFF2-40B4-BE49-F238E27FC236}">
                    <a16:creationId xmlns:a16="http://schemas.microsoft.com/office/drawing/2014/main" id="{80B305A8-2C1C-4371-6693-3CC382F14EFD}"/>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193" name="Google Shape;1766;p147">
              <a:extLst>
                <a:ext uri="{FF2B5EF4-FFF2-40B4-BE49-F238E27FC236}">
                  <a16:creationId xmlns:a16="http://schemas.microsoft.com/office/drawing/2014/main" id="{0BF5DD07-D2A3-1EB1-0FB3-63DF28B5B66A}"/>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nvGrpSpPr>
            <p:cNvPr id="194" name="Google Shape;1767;p147">
              <a:extLst>
                <a:ext uri="{FF2B5EF4-FFF2-40B4-BE49-F238E27FC236}">
                  <a16:creationId xmlns:a16="http://schemas.microsoft.com/office/drawing/2014/main" id="{706DC151-899E-1329-9F8D-8A89BDDA89E9}"/>
                </a:ext>
              </a:extLst>
            </p:cNvPr>
            <p:cNvGrpSpPr/>
            <p:nvPr/>
          </p:nvGrpSpPr>
          <p:grpSpPr>
            <a:xfrm>
              <a:off x="3882351" y="2632325"/>
              <a:ext cx="342486" cy="349421"/>
              <a:chOff x="-65129950" y="2646800"/>
              <a:chExt cx="311125" cy="317425"/>
            </a:xfrm>
            <a:grpFill/>
          </p:grpSpPr>
          <p:sp>
            <p:nvSpPr>
              <p:cNvPr id="195" name="Google Shape;1768;p147">
                <a:extLst>
                  <a:ext uri="{FF2B5EF4-FFF2-40B4-BE49-F238E27FC236}">
                    <a16:creationId xmlns:a16="http://schemas.microsoft.com/office/drawing/2014/main" id="{9A44DE81-80FB-831D-440D-4F231DA9A957}"/>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6" name="Google Shape;1769;p147">
                <a:extLst>
                  <a:ext uri="{FF2B5EF4-FFF2-40B4-BE49-F238E27FC236}">
                    <a16:creationId xmlns:a16="http://schemas.microsoft.com/office/drawing/2014/main" id="{6142E76D-EB9D-22BC-CE79-2CDD7D2AAE9C}"/>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cxnSp>
        <p:nvCxnSpPr>
          <p:cNvPr id="208" name="Google Shape;1770;p147">
            <a:extLst>
              <a:ext uri="{FF2B5EF4-FFF2-40B4-BE49-F238E27FC236}">
                <a16:creationId xmlns:a16="http://schemas.microsoft.com/office/drawing/2014/main" id="{3E452B93-2A83-09EF-74D1-32847F396DDC}"/>
              </a:ext>
            </a:extLst>
          </p:cNvPr>
          <p:cNvCxnSpPr/>
          <p:nvPr/>
        </p:nvCxnSpPr>
        <p:spPr>
          <a:xfrm>
            <a:off x="6462302" y="4478187"/>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209" name="Google Shape;1771;p147">
            <a:extLst>
              <a:ext uri="{FF2B5EF4-FFF2-40B4-BE49-F238E27FC236}">
                <a16:creationId xmlns:a16="http://schemas.microsoft.com/office/drawing/2014/main" id="{423361C7-4765-1D52-5EC9-1728D74CDA32}"/>
              </a:ext>
            </a:extLst>
          </p:cNvPr>
          <p:cNvCxnSpPr/>
          <p:nvPr/>
        </p:nvCxnSpPr>
        <p:spPr>
          <a:xfrm>
            <a:off x="8528027" y="4478178"/>
            <a:ext cx="0" cy="229200"/>
          </a:xfrm>
          <a:prstGeom prst="straightConnector1">
            <a:avLst/>
          </a:prstGeom>
          <a:noFill/>
          <a:ln w="19050" cap="flat" cmpd="sng">
            <a:solidFill>
              <a:srgbClr val="0E166B"/>
            </a:solidFill>
            <a:prstDash val="solid"/>
            <a:round/>
            <a:headEnd type="none" w="med" len="med"/>
            <a:tailEnd type="diamond" w="med" len="med"/>
          </a:ln>
        </p:spPr>
      </p:cxnSp>
      <p:sp>
        <p:nvSpPr>
          <p:cNvPr id="210" name="TextBox 209">
            <a:extLst>
              <a:ext uri="{FF2B5EF4-FFF2-40B4-BE49-F238E27FC236}">
                <a16:creationId xmlns:a16="http://schemas.microsoft.com/office/drawing/2014/main" id="{D1EB0D27-02AB-99C6-9B5D-1B5DDFF13374}"/>
              </a:ext>
            </a:extLst>
          </p:cNvPr>
          <p:cNvSpPr txBox="1"/>
          <p:nvPr/>
        </p:nvSpPr>
        <p:spPr>
          <a:xfrm>
            <a:off x="5246074" y="1643708"/>
            <a:ext cx="20805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OUR APPROACH</a:t>
            </a:r>
          </a:p>
        </p:txBody>
      </p:sp>
      <p:grpSp>
        <p:nvGrpSpPr>
          <p:cNvPr id="211" name="Google Shape;12619;p62">
            <a:extLst>
              <a:ext uri="{FF2B5EF4-FFF2-40B4-BE49-F238E27FC236}">
                <a16:creationId xmlns:a16="http://schemas.microsoft.com/office/drawing/2014/main" id="{F7B5E4F0-19F5-D363-2E54-E2C884F5852C}"/>
              </a:ext>
            </a:extLst>
          </p:cNvPr>
          <p:cNvGrpSpPr/>
          <p:nvPr/>
        </p:nvGrpSpPr>
        <p:grpSpPr>
          <a:xfrm>
            <a:off x="4629300" y="1564945"/>
            <a:ext cx="514140" cy="461597"/>
            <a:chOff x="3965190" y="3842252"/>
            <a:chExt cx="369800" cy="296813"/>
          </a:xfrm>
        </p:grpSpPr>
        <p:sp>
          <p:nvSpPr>
            <p:cNvPr id="212" name="Google Shape;12620;p62">
              <a:extLst>
                <a:ext uri="{FF2B5EF4-FFF2-40B4-BE49-F238E27FC236}">
                  <a16:creationId xmlns:a16="http://schemas.microsoft.com/office/drawing/2014/main" id="{86148DC2-F9E4-74FA-6F6A-E7E73C8128C4}"/>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3" name="Google Shape;12621;p62">
              <a:extLst>
                <a:ext uri="{FF2B5EF4-FFF2-40B4-BE49-F238E27FC236}">
                  <a16:creationId xmlns:a16="http://schemas.microsoft.com/office/drawing/2014/main" id="{90E26AE3-B754-C6B0-C8B8-296D9F4CFA3F}"/>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4" name="Google Shape;12622;p62">
              <a:extLst>
                <a:ext uri="{FF2B5EF4-FFF2-40B4-BE49-F238E27FC236}">
                  <a16:creationId xmlns:a16="http://schemas.microsoft.com/office/drawing/2014/main" id="{AB5A1971-6DD5-9483-4606-7F9277979D77}"/>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5" name="Google Shape;12623;p62">
              <a:extLst>
                <a:ext uri="{FF2B5EF4-FFF2-40B4-BE49-F238E27FC236}">
                  <a16:creationId xmlns:a16="http://schemas.microsoft.com/office/drawing/2014/main" id="{1E41E154-7244-3792-8CC4-934600B8B490}"/>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6" name="Google Shape;12624;p62">
              <a:extLst>
                <a:ext uri="{FF2B5EF4-FFF2-40B4-BE49-F238E27FC236}">
                  <a16:creationId xmlns:a16="http://schemas.microsoft.com/office/drawing/2014/main" id="{A89D2783-37E0-3EFF-89CD-F585DD243D8F}"/>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7" name="Google Shape;12625;p62">
              <a:extLst>
                <a:ext uri="{FF2B5EF4-FFF2-40B4-BE49-F238E27FC236}">
                  <a16:creationId xmlns:a16="http://schemas.microsoft.com/office/drawing/2014/main" id="{C5D644B9-7CEC-83C8-499E-36F81FEDF906}"/>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8" name="Google Shape;12626;p62">
              <a:extLst>
                <a:ext uri="{FF2B5EF4-FFF2-40B4-BE49-F238E27FC236}">
                  <a16:creationId xmlns:a16="http://schemas.microsoft.com/office/drawing/2014/main" id="{676D0339-0352-EDB8-C40C-358E6C58A9B3}"/>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9" name="Google Shape;12627;p62">
              <a:extLst>
                <a:ext uri="{FF2B5EF4-FFF2-40B4-BE49-F238E27FC236}">
                  <a16:creationId xmlns:a16="http://schemas.microsoft.com/office/drawing/2014/main" id="{9DA68FD6-A9C5-C913-90D4-67B47D6BA94B}"/>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0" name="Google Shape;12628;p62">
              <a:extLst>
                <a:ext uri="{FF2B5EF4-FFF2-40B4-BE49-F238E27FC236}">
                  <a16:creationId xmlns:a16="http://schemas.microsoft.com/office/drawing/2014/main" id="{A3E4CF05-692A-C7A5-8879-4F20ADE298BA}"/>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1" name="Google Shape;12629;p62">
              <a:extLst>
                <a:ext uri="{FF2B5EF4-FFF2-40B4-BE49-F238E27FC236}">
                  <a16:creationId xmlns:a16="http://schemas.microsoft.com/office/drawing/2014/main" id="{5C1A9E40-B244-7C07-505C-41EABDDDC80A}"/>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2" name="Google Shape;12630;p62">
              <a:extLst>
                <a:ext uri="{FF2B5EF4-FFF2-40B4-BE49-F238E27FC236}">
                  <a16:creationId xmlns:a16="http://schemas.microsoft.com/office/drawing/2014/main" id="{12E60041-52CA-E664-430C-7840688621C2}"/>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3" name="Google Shape;12631;p62">
              <a:extLst>
                <a:ext uri="{FF2B5EF4-FFF2-40B4-BE49-F238E27FC236}">
                  <a16:creationId xmlns:a16="http://schemas.microsoft.com/office/drawing/2014/main" id="{E834D2C8-C93D-01BA-1A16-310E311E3839}"/>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4" name="Google Shape;12632;p62">
              <a:extLst>
                <a:ext uri="{FF2B5EF4-FFF2-40B4-BE49-F238E27FC236}">
                  <a16:creationId xmlns:a16="http://schemas.microsoft.com/office/drawing/2014/main" id="{6543D5D1-6DA8-01BC-698A-09D98619F6F4}"/>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5" name="Google Shape;12633;p62">
              <a:extLst>
                <a:ext uri="{FF2B5EF4-FFF2-40B4-BE49-F238E27FC236}">
                  <a16:creationId xmlns:a16="http://schemas.microsoft.com/office/drawing/2014/main" id="{ACF55E1B-F230-01E0-724C-B0D3040950D3}"/>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6" name="Google Shape;12634;p62">
              <a:extLst>
                <a:ext uri="{FF2B5EF4-FFF2-40B4-BE49-F238E27FC236}">
                  <a16:creationId xmlns:a16="http://schemas.microsoft.com/office/drawing/2014/main" id="{331D5AB9-71C2-A9CC-3EC9-DD54B7F58737}"/>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7" name="Google Shape;12635;p62">
              <a:extLst>
                <a:ext uri="{FF2B5EF4-FFF2-40B4-BE49-F238E27FC236}">
                  <a16:creationId xmlns:a16="http://schemas.microsoft.com/office/drawing/2014/main" id="{AA91348B-E96C-D3B8-B3B4-FC1C7652C1FE}"/>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8" name="Google Shape;12636;p62">
              <a:extLst>
                <a:ext uri="{FF2B5EF4-FFF2-40B4-BE49-F238E27FC236}">
                  <a16:creationId xmlns:a16="http://schemas.microsoft.com/office/drawing/2014/main" id="{D346DEFB-35A6-D392-0A0C-5D44BAEAB28E}"/>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9" name="Google Shape;12637;p62">
              <a:extLst>
                <a:ext uri="{FF2B5EF4-FFF2-40B4-BE49-F238E27FC236}">
                  <a16:creationId xmlns:a16="http://schemas.microsoft.com/office/drawing/2014/main" id="{8AC5CADB-6988-1ECF-0681-2B47B8BD24BC}"/>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0" name="Google Shape;12638;p62">
              <a:extLst>
                <a:ext uri="{FF2B5EF4-FFF2-40B4-BE49-F238E27FC236}">
                  <a16:creationId xmlns:a16="http://schemas.microsoft.com/office/drawing/2014/main" id="{BE7F118B-DAAA-5960-4E3A-A3D0FF1B7E30}"/>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1" name="Google Shape;12639;p62">
              <a:extLst>
                <a:ext uri="{FF2B5EF4-FFF2-40B4-BE49-F238E27FC236}">
                  <a16:creationId xmlns:a16="http://schemas.microsoft.com/office/drawing/2014/main" id="{CA158C63-17B4-EE6D-A253-325392C8337F}"/>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2" name="Google Shape;12640;p62">
              <a:extLst>
                <a:ext uri="{FF2B5EF4-FFF2-40B4-BE49-F238E27FC236}">
                  <a16:creationId xmlns:a16="http://schemas.microsoft.com/office/drawing/2014/main" id="{6762A046-AB82-65BC-54FD-D908A010E7F3}"/>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grpSp>
      <p:sp>
        <p:nvSpPr>
          <p:cNvPr id="45" name="TextBox 44">
            <a:extLst>
              <a:ext uri="{FF2B5EF4-FFF2-40B4-BE49-F238E27FC236}">
                <a16:creationId xmlns:a16="http://schemas.microsoft.com/office/drawing/2014/main" id="{CA1DC996-1D08-866E-612B-A89C4E2A06FA}"/>
              </a:ext>
            </a:extLst>
          </p:cNvPr>
          <p:cNvSpPr txBox="1"/>
          <p:nvPr/>
        </p:nvSpPr>
        <p:spPr>
          <a:xfrm>
            <a:off x="5619488" y="4832621"/>
            <a:ext cx="1604094" cy="1200329"/>
          </a:xfrm>
          <a:prstGeom prst="rect">
            <a:avLst/>
          </a:prstGeom>
          <a:noFill/>
        </p:spPr>
        <p:txBody>
          <a:bodyPr wrap="square">
            <a:spAutoFit/>
          </a:bodyPr>
          <a:lstStyle/>
          <a:p>
            <a:pPr algn="ctr"/>
            <a:r>
              <a:rPr lang="en-US" sz="1400" b="1" dirty="0">
                <a:solidFill>
                  <a:srgbClr val="0E166B"/>
                </a:solidFill>
                <a:latin typeface="Segoe UI Light" panose="020B0502040204020203" pitchFamily="34" charset="0"/>
                <a:cs typeface="Segoe UI Light" panose="020B0502040204020203" pitchFamily="34" charset="0"/>
              </a:rPr>
              <a:t>Data Collection &amp; Integration</a:t>
            </a:r>
          </a:p>
          <a:p>
            <a:pPr algn="ctr"/>
            <a:r>
              <a:rPr lang="en-US" sz="1100" dirty="0">
                <a:solidFill>
                  <a:srgbClr val="0E166B"/>
                </a:solidFill>
                <a:latin typeface="Segoe UI Light" panose="020B0502040204020203" pitchFamily="34" charset="0"/>
                <a:cs typeface="Segoe UI Light" panose="020B0502040204020203" pitchFamily="34" charset="0"/>
              </a:rPr>
              <a:t>Gather and store structured data from multiple sources for a unified view.</a:t>
            </a:r>
            <a:endParaRPr lang="bg-BG" sz="1100" dirty="0">
              <a:solidFill>
                <a:srgbClr val="0E166B"/>
              </a:solidFill>
              <a:latin typeface="Segoe UI Light" panose="020B0502040204020203" pitchFamily="34" charset="0"/>
              <a:cs typeface="Segoe UI Light" panose="020B0502040204020203" pitchFamily="34" charset="0"/>
            </a:endParaRPr>
          </a:p>
        </p:txBody>
      </p:sp>
      <p:sp>
        <p:nvSpPr>
          <p:cNvPr id="47" name="TextBox 46">
            <a:extLst>
              <a:ext uri="{FF2B5EF4-FFF2-40B4-BE49-F238E27FC236}">
                <a16:creationId xmlns:a16="http://schemas.microsoft.com/office/drawing/2014/main" id="{2BE1F63C-E8DE-4E2B-D250-D37D29F1778B}"/>
              </a:ext>
            </a:extLst>
          </p:cNvPr>
          <p:cNvSpPr txBox="1"/>
          <p:nvPr/>
        </p:nvSpPr>
        <p:spPr>
          <a:xfrm>
            <a:off x="6357611" y="2093841"/>
            <a:ext cx="2199014" cy="1031051"/>
          </a:xfrm>
          <a:prstGeom prst="rect">
            <a:avLst/>
          </a:prstGeom>
          <a:noFill/>
        </p:spPr>
        <p:txBody>
          <a:bodyPr wrap="square">
            <a:spAutoFit/>
          </a:bodyPr>
          <a:lstStyle/>
          <a:p>
            <a:pPr algn="ctr"/>
            <a:r>
              <a:rPr lang="en-US" sz="1400" b="1" dirty="0">
                <a:solidFill>
                  <a:srgbClr val="0E166B"/>
                </a:solidFill>
                <a:latin typeface="Segoe UI Light" panose="020B0502040204020203" pitchFamily="34" charset="0"/>
                <a:cs typeface="Segoe UI Light" panose="020B0502040204020203" pitchFamily="34" charset="0"/>
              </a:rPr>
              <a:t>Automated Report Generation</a:t>
            </a:r>
          </a:p>
          <a:p>
            <a:pPr algn="ctr"/>
            <a:r>
              <a:rPr lang="en-US" sz="1100" dirty="0">
                <a:solidFill>
                  <a:srgbClr val="0E166B"/>
                </a:solidFill>
                <a:latin typeface="Segoe UI Light" panose="020B0502040204020203" pitchFamily="34" charset="0"/>
                <a:cs typeface="Segoe UI Light" panose="020B0502040204020203" pitchFamily="34" charset="0"/>
              </a:rPr>
              <a:t>Create scheduled and on-demand reports with key performance metrics.</a:t>
            </a:r>
            <a:endParaRPr lang="bg-BG" sz="1100" dirty="0">
              <a:solidFill>
                <a:srgbClr val="0E166B"/>
              </a:solidFill>
              <a:latin typeface="Segoe UI Light" panose="020B0502040204020203" pitchFamily="34" charset="0"/>
              <a:cs typeface="Segoe UI Light" panose="020B0502040204020203" pitchFamily="34" charset="0"/>
            </a:endParaRPr>
          </a:p>
        </p:txBody>
      </p:sp>
      <p:sp>
        <p:nvSpPr>
          <p:cNvPr id="49" name="TextBox 48">
            <a:extLst>
              <a:ext uri="{FF2B5EF4-FFF2-40B4-BE49-F238E27FC236}">
                <a16:creationId xmlns:a16="http://schemas.microsoft.com/office/drawing/2014/main" id="{85F6E0F2-1175-3CE1-7239-9FA18C2586D6}"/>
              </a:ext>
            </a:extLst>
          </p:cNvPr>
          <p:cNvSpPr txBox="1"/>
          <p:nvPr/>
        </p:nvSpPr>
        <p:spPr>
          <a:xfrm>
            <a:off x="7564140" y="4832621"/>
            <a:ext cx="2573796" cy="1031051"/>
          </a:xfrm>
          <a:prstGeom prst="rect">
            <a:avLst/>
          </a:prstGeom>
          <a:noFill/>
        </p:spPr>
        <p:txBody>
          <a:bodyPr wrap="square">
            <a:spAutoFit/>
          </a:bodyPr>
          <a:lstStyle/>
          <a:p>
            <a:pPr algn="ctr"/>
            <a:r>
              <a:rPr lang="en-US" sz="1400" b="1" dirty="0">
                <a:solidFill>
                  <a:srgbClr val="0E166B"/>
                </a:solidFill>
                <a:latin typeface="Segoe UI Light" panose="020B0502040204020203" pitchFamily="34" charset="0"/>
                <a:cs typeface="Segoe UI Light" panose="020B0502040204020203" pitchFamily="34" charset="0"/>
              </a:rPr>
              <a:t>Real-Time Dashboards &amp; Insights</a:t>
            </a:r>
          </a:p>
          <a:p>
            <a:pPr algn="ctr"/>
            <a:r>
              <a:rPr lang="en-US" sz="1100" dirty="0">
                <a:solidFill>
                  <a:srgbClr val="0E166B"/>
                </a:solidFill>
                <a:latin typeface="Segoe UI Light" panose="020B0502040204020203" pitchFamily="34" charset="0"/>
                <a:cs typeface="Segoe UI Light" panose="020B0502040204020203" pitchFamily="34" charset="0"/>
              </a:rPr>
              <a:t>Provide interactive dashboards with filtering, visualization, and trend analysis capabilities.</a:t>
            </a:r>
            <a:endParaRPr lang="bg-BG" sz="1100" dirty="0">
              <a:solidFill>
                <a:srgbClr val="0E166B"/>
              </a:solidFill>
              <a:latin typeface="Segoe UI Light" panose="020B0502040204020203" pitchFamily="34" charset="0"/>
              <a:cs typeface="Segoe UI Light" panose="020B0502040204020203" pitchFamily="34" charset="0"/>
            </a:endParaRPr>
          </a:p>
        </p:txBody>
      </p:sp>
      <p:sp>
        <p:nvSpPr>
          <p:cNvPr id="51" name="TextBox 50">
            <a:extLst>
              <a:ext uri="{FF2B5EF4-FFF2-40B4-BE49-F238E27FC236}">
                <a16:creationId xmlns:a16="http://schemas.microsoft.com/office/drawing/2014/main" id="{D2B24115-55DB-88C7-3454-83112ACE3205}"/>
              </a:ext>
            </a:extLst>
          </p:cNvPr>
          <p:cNvSpPr txBox="1"/>
          <p:nvPr/>
        </p:nvSpPr>
        <p:spPr>
          <a:xfrm>
            <a:off x="8488563" y="1944899"/>
            <a:ext cx="2328437" cy="1200329"/>
          </a:xfrm>
          <a:prstGeom prst="rect">
            <a:avLst/>
          </a:prstGeom>
          <a:noFill/>
        </p:spPr>
        <p:txBody>
          <a:bodyPr wrap="square">
            <a:spAutoFit/>
          </a:bodyPr>
          <a:lstStyle/>
          <a:p>
            <a:pPr algn="ctr"/>
            <a:r>
              <a:rPr lang="en-US" sz="1400" b="1" dirty="0">
                <a:solidFill>
                  <a:srgbClr val="0E166B"/>
                </a:solidFill>
                <a:latin typeface="Segoe UI Light" panose="020B0502040204020203" pitchFamily="34" charset="0"/>
                <a:cs typeface="Segoe UI Light" panose="020B0502040204020203" pitchFamily="34" charset="0"/>
              </a:rPr>
              <a:t>Custom Alerts &amp; Notifications</a:t>
            </a:r>
          </a:p>
          <a:p>
            <a:pPr algn="ctr"/>
            <a:r>
              <a:rPr lang="en-US" sz="1100" dirty="0">
                <a:solidFill>
                  <a:srgbClr val="0E166B"/>
                </a:solidFill>
                <a:latin typeface="Segoe UI Light" panose="020B0502040204020203" pitchFamily="34" charset="0"/>
                <a:cs typeface="Segoe UI Light" panose="020B0502040204020203" pitchFamily="34" charset="0"/>
              </a:rPr>
              <a:t>Configure automated alerts for anomalies, threshold breaches, or critical insights to enable proactive decision-making.</a:t>
            </a:r>
            <a:endParaRPr lang="bg-BG" sz="1100" dirty="0">
              <a:solidFill>
                <a:srgbClr val="0E166B"/>
              </a:solidFill>
              <a:latin typeface="Segoe UI Light" panose="020B0502040204020203" pitchFamily="34" charset="0"/>
              <a:cs typeface="Segoe UI Light" panose="020B0502040204020203" pitchFamily="34" charset="0"/>
            </a:endParaRPr>
          </a:p>
        </p:txBody>
      </p:sp>
      <p:sp>
        <p:nvSpPr>
          <p:cNvPr id="53" name="TextBox 52">
            <a:extLst>
              <a:ext uri="{FF2B5EF4-FFF2-40B4-BE49-F238E27FC236}">
                <a16:creationId xmlns:a16="http://schemas.microsoft.com/office/drawing/2014/main" id="{59BF2858-4006-72F0-D8EC-47E9E0219DBB}"/>
              </a:ext>
            </a:extLst>
          </p:cNvPr>
          <p:cNvSpPr txBox="1"/>
          <p:nvPr/>
        </p:nvSpPr>
        <p:spPr>
          <a:xfrm>
            <a:off x="557784" y="4228496"/>
            <a:ext cx="3576700" cy="2031325"/>
          </a:xfrm>
          <a:prstGeom prst="rect">
            <a:avLst/>
          </a:prstGeom>
          <a:solidFill>
            <a:srgbClr val="EAECFC"/>
          </a:solidFill>
        </p:spPr>
        <p:txBody>
          <a:bodyPr wrap="square">
            <a:spAutoFit/>
          </a:bodyPr>
          <a:lstStyle>
            <a:defPPr>
              <a:defRPr lang="en-US"/>
            </a:defPPr>
            <a:lvl1pPr>
              <a:defRPr sz="1400">
                <a:solidFill>
                  <a:srgbClr val="0E166B"/>
                </a:solidFill>
                <a:latin typeface="Segoe UI Light" panose="020B0502040204020203" pitchFamily="34" charset="0"/>
                <a:cs typeface="Segoe UI Light" panose="020B0502040204020203" pitchFamily="34" charset="0"/>
              </a:defRPr>
            </a:lvl1pPr>
          </a:lstStyle>
          <a:p>
            <a:r>
              <a:rPr lang="en-US" dirty="0"/>
              <a:t>Manually managing dashboards and consolidating data from multiple sources is time-consuming and error prone. The organization faced challenges such as delayed reporting, inconsistent data formats, lack of real-time insights, and high dependency on manual effort, making it difficult to track performance and identify trends.</a:t>
            </a:r>
            <a:endParaRPr lang="bg-BG" dirty="0"/>
          </a:p>
        </p:txBody>
      </p:sp>
      <p:sp>
        <p:nvSpPr>
          <p:cNvPr id="55" name="TextBox 54">
            <a:extLst>
              <a:ext uri="{FF2B5EF4-FFF2-40B4-BE49-F238E27FC236}">
                <a16:creationId xmlns:a16="http://schemas.microsoft.com/office/drawing/2014/main" id="{40C0D92B-9A40-9377-2C13-601E7C78D59C}"/>
              </a:ext>
            </a:extLst>
          </p:cNvPr>
          <p:cNvSpPr txBox="1"/>
          <p:nvPr/>
        </p:nvSpPr>
        <p:spPr>
          <a:xfrm>
            <a:off x="588968" y="2227841"/>
            <a:ext cx="3576699" cy="1021883"/>
          </a:xfrm>
          <a:prstGeom prst="rect">
            <a:avLst/>
          </a:prstGeom>
          <a:solidFill>
            <a:srgbClr val="EAECFC"/>
          </a:solidFill>
        </p:spPr>
        <p:txBody>
          <a:bodyPr wrap="square">
            <a:spAutoFit/>
          </a:bodyPr>
          <a:lstStyle>
            <a:defPPr>
              <a:defRPr lang="en-US"/>
            </a:defPPr>
            <a:lvl1pPr>
              <a:lnSpc>
                <a:spcPct val="150000"/>
              </a:lnSpc>
              <a:defRPr sz="1400">
                <a:solidFill>
                  <a:srgbClr val="0E166B"/>
                </a:solidFill>
                <a:latin typeface="Segoe UI Light" panose="020B0502040204020203" pitchFamily="34" charset="0"/>
                <a:cs typeface="Segoe UI Light" panose="020B0502040204020203" pitchFamily="34" charset="0"/>
              </a:defRPr>
            </a:lvl1pPr>
          </a:lstStyle>
          <a:p>
            <a:r>
              <a:rPr lang="en-US" dirty="0"/>
              <a:t>Industry: Private Equity</a:t>
            </a:r>
            <a:br>
              <a:rPr lang="en-US" dirty="0"/>
            </a:br>
            <a:r>
              <a:rPr lang="en-US" dirty="0"/>
              <a:t>Sector: Investment Management</a:t>
            </a:r>
            <a:br>
              <a:rPr lang="en-US" dirty="0"/>
            </a:br>
            <a:r>
              <a:rPr lang="en-US" dirty="0"/>
              <a:t>Size: Small (10-50 employees)</a:t>
            </a:r>
          </a:p>
        </p:txBody>
      </p:sp>
      <p:cxnSp>
        <p:nvCxnSpPr>
          <p:cNvPr id="48" name="Google Shape;2079;p158">
            <a:extLst>
              <a:ext uri="{FF2B5EF4-FFF2-40B4-BE49-F238E27FC236}">
                <a16:creationId xmlns:a16="http://schemas.microsoft.com/office/drawing/2014/main" id="{D6DE875E-E85D-2A49-6E7D-D1B879771843}"/>
              </a:ext>
            </a:extLst>
          </p:cNvPr>
          <p:cNvCxnSpPr>
            <a:cxnSpLocks/>
          </p:cNvCxnSpPr>
          <p:nvPr/>
        </p:nvCxnSpPr>
        <p:spPr>
          <a:xfrm>
            <a:off x="4551053" y="2204626"/>
            <a:ext cx="0" cy="4010483"/>
          </a:xfrm>
          <a:prstGeom prst="straightConnector1">
            <a:avLst/>
          </a:prstGeom>
          <a:noFill/>
          <a:ln w="28575" cap="flat" cmpd="sng">
            <a:solidFill>
              <a:srgbClr val="0E166B"/>
            </a:solidFill>
            <a:prstDash val="solid"/>
            <a:round/>
            <a:headEnd type="none" w="med" len="med"/>
            <a:tailEnd type="none" w="med" len="med"/>
          </a:ln>
        </p:spPr>
      </p:cxnSp>
    </p:spTree>
    <p:extLst>
      <p:ext uri="{BB962C8B-B14F-4D97-AF65-F5344CB8AC3E}">
        <p14:creationId xmlns:p14="http://schemas.microsoft.com/office/powerpoint/2010/main" val="2873754903"/>
      </p:ext>
    </p:extLst>
  </p:cSld>
  <p:clrMapOvr>
    <a:overrideClrMapping bg1="lt1" tx1="dk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264F0D-F4A6-9140-26B1-82B8A16468D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ABB1765-456C-3392-1A90-FE00DDB93F6D}"/>
              </a:ext>
            </a:extLst>
          </p:cNvPr>
          <p:cNvPicPr>
            <a:picLocks noChangeAspect="1"/>
          </p:cNvPicPr>
          <p:nvPr/>
        </p:nvPicPr>
        <p:blipFill>
          <a:blip r:embed="rId2"/>
          <a:stretch>
            <a:fillRect/>
          </a:stretch>
        </p:blipFill>
        <p:spPr>
          <a:xfrm>
            <a:off x="199343" y="4557579"/>
            <a:ext cx="2832610" cy="1586342"/>
          </a:xfrm>
          <a:prstGeom prst="rect">
            <a:avLst/>
          </a:prstGeom>
        </p:spPr>
      </p:pic>
      <p:pic>
        <p:nvPicPr>
          <p:cNvPr id="47" name="Picture 46">
            <a:extLst>
              <a:ext uri="{FF2B5EF4-FFF2-40B4-BE49-F238E27FC236}">
                <a16:creationId xmlns:a16="http://schemas.microsoft.com/office/drawing/2014/main" id="{8BB0FA7C-6913-53D9-C83D-051D90856142}"/>
              </a:ext>
            </a:extLst>
          </p:cNvPr>
          <p:cNvPicPr>
            <a:picLocks noChangeAspect="1"/>
          </p:cNvPicPr>
          <p:nvPr/>
        </p:nvPicPr>
        <p:blipFill>
          <a:blip r:embed="rId3"/>
          <a:stretch>
            <a:fillRect/>
          </a:stretch>
        </p:blipFill>
        <p:spPr>
          <a:xfrm>
            <a:off x="2394599" y="4936322"/>
            <a:ext cx="2915038" cy="1645920"/>
          </a:xfrm>
          <a:prstGeom prst="rect">
            <a:avLst/>
          </a:prstGeom>
        </p:spPr>
      </p:pic>
      <p:sp>
        <p:nvSpPr>
          <p:cNvPr id="5" name="Google Shape;1087;p33">
            <a:extLst>
              <a:ext uri="{FF2B5EF4-FFF2-40B4-BE49-F238E27FC236}">
                <a16:creationId xmlns:a16="http://schemas.microsoft.com/office/drawing/2014/main" id="{92541016-965E-C8D9-E265-BFBFFE47538D}"/>
              </a:ext>
            </a:extLst>
          </p:cNvPr>
          <p:cNvSpPr txBox="1">
            <a:spLocks/>
          </p:cNvSpPr>
          <p:nvPr/>
        </p:nvSpPr>
        <p:spPr>
          <a:xfrm>
            <a:off x="1" y="180342"/>
            <a:ext cx="9939318"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182880" algn="l">
              <a:buClr>
                <a:srgbClr val="FFFFFF"/>
              </a:buClr>
              <a:defRPr/>
            </a:pPr>
            <a:r>
              <a:rPr lang="en-GB" sz="3200" b="1" kern="0" dirty="0">
                <a:solidFill>
                  <a:srgbClr val="FFFFFF"/>
                </a:solidFill>
                <a:ea typeface="+mj-ea"/>
                <a:cs typeface="+mj-cs"/>
              </a:rPr>
              <a:t>Business Intelligence</a:t>
            </a:r>
          </a:p>
        </p:txBody>
      </p:sp>
      <p:sp>
        <p:nvSpPr>
          <p:cNvPr id="86" name="TextBox 85">
            <a:extLst>
              <a:ext uri="{FF2B5EF4-FFF2-40B4-BE49-F238E27FC236}">
                <a16:creationId xmlns:a16="http://schemas.microsoft.com/office/drawing/2014/main" id="{305F5957-7730-FC61-DBC8-C5F769AF4A72}"/>
              </a:ext>
            </a:extLst>
          </p:cNvPr>
          <p:cNvSpPr txBox="1"/>
          <p:nvPr/>
        </p:nvSpPr>
        <p:spPr>
          <a:xfrm>
            <a:off x="7245057" y="1809674"/>
            <a:ext cx="3674203"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RESULTS &amp; VALUE CREATED</a:t>
            </a:r>
          </a:p>
        </p:txBody>
      </p:sp>
      <p:grpSp>
        <p:nvGrpSpPr>
          <p:cNvPr id="102" name="Google Shape;12544;p62">
            <a:extLst>
              <a:ext uri="{FF2B5EF4-FFF2-40B4-BE49-F238E27FC236}">
                <a16:creationId xmlns:a16="http://schemas.microsoft.com/office/drawing/2014/main" id="{370FA46A-78ED-6315-CE55-9577A8D5277A}"/>
              </a:ext>
            </a:extLst>
          </p:cNvPr>
          <p:cNvGrpSpPr/>
          <p:nvPr/>
        </p:nvGrpSpPr>
        <p:grpSpPr>
          <a:xfrm>
            <a:off x="6869060" y="1575311"/>
            <a:ext cx="618592" cy="646330"/>
            <a:chOff x="1764389" y="3348218"/>
            <a:chExt cx="310114" cy="366665"/>
          </a:xfrm>
        </p:grpSpPr>
        <p:sp>
          <p:nvSpPr>
            <p:cNvPr id="103" name="Google Shape;12545;p62">
              <a:extLst>
                <a:ext uri="{FF2B5EF4-FFF2-40B4-BE49-F238E27FC236}">
                  <a16:creationId xmlns:a16="http://schemas.microsoft.com/office/drawing/2014/main" id="{C242B782-4FF4-190C-0CC0-31B83FAF522C}"/>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4" name="Google Shape;12546;p62">
              <a:extLst>
                <a:ext uri="{FF2B5EF4-FFF2-40B4-BE49-F238E27FC236}">
                  <a16:creationId xmlns:a16="http://schemas.microsoft.com/office/drawing/2014/main" id="{8EE09216-AABF-5805-8F47-CB4F0DA65F99}"/>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5" name="Google Shape;12547;p62">
              <a:extLst>
                <a:ext uri="{FF2B5EF4-FFF2-40B4-BE49-F238E27FC236}">
                  <a16:creationId xmlns:a16="http://schemas.microsoft.com/office/drawing/2014/main" id="{5F120D73-704B-26E8-6D2E-67874B3905C8}"/>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6" name="Google Shape;12548;p62">
              <a:extLst>
                <a:ext uri="{FF2B5EF4-FFF2-40B4-BE49-F238E27FC236}">
                  <a16:creationId xmlns:a16="http://schemas.microsoft.com/office/drawing/2014/main" id="{972A7552-23A3-48B1-AF98-5510C909CED1}"/>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7" name="Google Shape;12549;p62">
              <a:extLst>
                <a:ext uri="{FF2B5EF4-FFF2-40B4-BE49-F238E27FC236}">
                  <a16:creationId xmlns:a16="http://schemas.microsoft.com/office/drawing/2014/main" id="{51CF4931-55B0-6892-BFF6-45F110988DF8}"/>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8" name="Google Shape;12550;p62">
              <a:extLst>
                <a:ext uri="{FF2B5EF4-FFF2-40B4-BE49-F238E27FC236}">
                  <a16:creationId xmlns:a16="http://schemas.microsoft.com/office/drawing/2014/main" id="{15B41585-2CC2-6B60-FA51-6CD40B03A5F1}"/>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9" name="Google Shape;12551;p62">
              <a:extLst>
                <a:ext uri="{FF2B5EF4-FFF2-40B4-BE49-F238E27FC236}">
                  <a16:creationId xmlns:a16="http://schemas.microsoft.com/office/drawing/2014/main" id="{C889CCF0-BAC2-A93B-830F-ADDA0AC40AC6}"/>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0" name="Google Shape;12552;p62">
              <a:extLst>
                <a:ext uri="{FF2B5EF4-FFF2-40B4-BE49-F238E27FC236}">
                  <a16:creationId xmlns:a16="http://schemas.microsoft.com/office/drawing/2014/main" id="{09FA6879-45A7-0A92-098E-F9566F244AB7}"/>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1" name="Google Shape;12553;p62">
              <a:extLst>
                <a:ext uri="{FF2B5EF4-FFF2-40B4-BE49-F238E27FC236}">
                  <a16:creationId xmlns:a16="http://schemas.microsoft.com/office/drawing/2014/main" id="{DFEF1D1F-BE29-D916-870C-D25324FD2786}"/>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solidFill>
              <a:srgbClr val="AFC0C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2" name="Google Shape;12554;p62">
              <a:extLst>
                <a:ext uri="{FF2B5EF4-FFF2-40B4-BE49-F238E27FC236}">
                  <a16:creationId xmlns:a16="http://schemas.microsoft.com/office/drawing/2014/main" id="{9B0291D8-3BD1-CFC7-6375-71447E817556}"/>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solidFill>
              <a:srgbClr val="B8C2C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3" name="Google Shape;12555;p62">
              <a:extLst>
                <a:ext uri="{FF2B5EF4-FFF2-40B4-BE49-F238E27FC236}">
                  <a16:creationId xmlns:a16="http://schemas.microsoft.com/office/drawing/2014/main" id="{EA90BCFE-121C-05C8-8202-09DAD22C5A94}"/>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solidFill>
              <a:srgbClr val="CBD2D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4" name="Google Shape;12556;p62">
              <a:extLst>
                <a:ext uri="{FF2B5EF4-FFF2-40B4-BE49-F238E27FC236}">
                  <a16:creationId xmlns:a16="http://schemas.microsoft.com/office/drawing/2014/main" id="{DEA8C2FF-A037-163E-16ED-AEF284580026}"/>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5" name="Google Shape;12557;p62">
              <a:extLst>
                <a:ext uri="{FF2B5EF4-FFF2-40B4-BE49-F238E27FC236}">
                  <a16:creationId xmlns:a16="http://schemas.microsoft.com/office/drawing/2014/main" id="{D36E5FA3-0ABD-6F48-8959-8F0372A77DD6}"/>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solidFill>
              <a:srgbClr val="B7C5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6" name="Google Shape;12558;p62">
              <a:extLst>
                <a:ext uri="{FF2B5EF4-FFF2-40B4-BE49-F238E27FC236}">
                  <a16:creationId xmlns:a16="http://schemas.microsoft.com/office/drawing/2014/main" id="{7D227314-DCEA-7D53-C44E-72F8BB00AD83}"/>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solidFill>
              <a:srgbClr val="A9BAC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7" name="Google Shape;12559;p62">
              <a:extLst>
                <a:ext uri="{FF2B5EF4-FFF2-40B4-BE49-F238E27FC236}">
                  <a16:creationId xmlns:a16="http://schemas.microsoft.com/office/drawing/2014/main" id="{3F030DA7-D967-C09C-2E18-6264AFD5F9EA}"/>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solidFill>
              <a:srgbClr val="697D9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8" name="Google Shape;12560;p62">
              <a:extLst>
                <a:ext uri="{FF2B5EF4-FFF2-40B4-BE49-F238E27FC236}">
                  <a16:creationId xmlns:a16="http://schemas.microsoft.com/office/drawing/2014/main" id="{25B3A5A2-0275-2112-D43E-E54C92A89237}"/>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9" name="Google Shape;12561;p62">
              <a:extLst>
                <a:ext uri="{FF2B5EF4-FFF2-40B4-BE49-F238E27FC236}">
                  <a16:creationId xmlns:a16="http://schemas.microsoft.com/office/drawing/2014/main" id="{72BA4F5A-01A9-F74D-FDBE-03B2CAD2B374}"/>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solidFill>
              <a:srgbClr val="889C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0" name="Google Shape;12562;p62">
              <a:extLst>
                <a:ext uri="{FF2B5EF4-FFF2-40B4-BE49-F238E27FC236}">
                  <a16:creationId xmlns:a16="http://schemas.microsoft.com/office/drawing/2014/main" id="{A984AE4C-0558-03BB-65E6-3C13D4EABAE6}"/>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solidFill>
              <a:srgbClr val="768C9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1" name="Google Shape;12563;p62">
              <a:extLst>
                <a:ext uri="{FF2B5EF4-FFF2-40B4-BE49-F238E27FC236}">
                  <a16:creationId xmlns:a16="http://schemas.microsoft.com/office/drawing/2014/main" id="{4C7A22E3-9F6E-F74A-5DB2-D5AC5AA329DC}"/>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2" name="Google Shape;12564;p62">
              <a:extLst>
                <a:ext uri="{FF2B5EF4-FFF2-40B4-BE49-F238E27FC236}">
                  <a16:creationId xmlns:a16="http://schemas.microsoft.com/office/drawing/2014/main" id="{DA02E4E1-9DA0-5386-2E08-5DB2F18DA4C2}"/>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18" name="TextBox 17">
            <a:extLst>
              <a:ext uri="{FF2B5EF4-FFF2-40B4-BE49-F238E27FC236}">
                <a16:creationId xmlns:a16="http://schemas.microsoft.com/office/drawing/2014/main" id="{2D97BF80-82F5-B104-65AD-917B8ED8BB47}"/>
              </a:ext>
            </a:extLst>
          </p:cNvPr>
          <p:cNvSpPr txBox="1"/>
          <p:nvPr/>
        </p:nvSpPr>
        <p:spPr>
          <a:xfrm>
            <a:off x="5813007" y="4356455"/>
            <a:ext cx="3620511" cy="815608"/>
          </a:xfrm>
          <a:prstGeom prst="rect">
            <a:avLst/>
          </a:prstGeom>
          <a:noFill/>
        </p:spPr>
        <p:txBody>
          <a:bodyPr wrap="square">
            <a:spAutoFit/>
          </a:bodyPr>
          <a:lstStyle/>
          <a:p>
            <a:pPr algn="r"/>
            <a:r>
              <a:rPr lang="en-US" sz="1400" b="1">
                <a:solidFill>
                  <a:srgbClr val="0E166B"/>
                </a:solidFill>
                <a:latin typeface="Segoe UI Light" panose="020B0502040204020203" pitchFamily="34" charset="0"/>
                <a:cs typeface="Segoe UI Light" panose="020B0502040204020203" pitchFamily="34" charset="0"/>
              </a:rPr>
              <a:t>Improved decision-making</a:t>
            </a:r>
          </a:p>
          <a:p>
            <a:pPr algn="r"/>
            <a:r>
              <a:rPr lang="en-US" sz="1100">
                <a:solidFill>
                  <a:srgbClr val="0E166B"/>
                </a:solidFill>
                <a:latin typeface="Segoe UI Light" panose="020B0502040204020203" pitchFamily="34" charset="0"/>
                <a:cs typeface="Segoe UI Light" panose="020B0502040204020203" pitchFamily="34" charset="0"/>
              </a:rPr>
              <a:t>Thanks to accurate, data-driven insights and predictive analytics, leaders are now making more informed and strategic decisions, driving business growth.</a:t>
            </a:r>
            <a:endParaRPr lang="bg-BG" sz="1100" b="1">
              <a:solidFill>
                <a:srgbClr val="0E166B"/>
              </a:solidFill>
              <a:latin typeface="Segoe UI Light" panose="020B0502040204020203" pitchFamily="34" charset="0"/>
              <a:cs typeface="Segoe UI Light" panose="020B0502040204020203" pitchFamily="34" charset="0"/>
            </a:endParaRPr>
          </a:p>
        </p:txBody>
      </p:sp>
      <p:sp>
        <p:nvSpPr>
          <p:cNvPr id="20" name="TextBox 19">
            <a:extLst>
              <a:ext uri="{FF2B5EF4-FFF2-40B4-BE49-F238E27FC236}">
                <a16:creationId xmlns:a16="http://schemas.microsoft.com/office/drawing/2014/main" id="{5422ACAD-DCF2-1B0C-0CB2-1A6D99FDDD39}"/>
              </a:ext>
            </a:extLst>
          </p:cNvPr>
          <p:cNvSpPr txBox="1"/>
          <p:nvPr/>
        </p:nvSpPr>
        <p:spPr>
          <a:xfrm>
            <a:off x="5905895" y="3409639"/>
            <a:ext cx="3797283" cy="815608"/>
          </a:xfrm>
          <a:prstGeom prst="rect">
            <a:avLst/>
          </a:prstGeom>
          <a:noFill/>
        </p:spPr>
        <p:txBody>
          <a:bodyPr wrap="square">
            <a:spAutoFit/>
          </a:bodyPr>
          <a:lstStyle/>
          <a:p>
            <a:pPr algn="r"/>
            <a:r>
              <a:rPr lang="en-US" sz="1400" b="1" dirty="0">
                <a:solidFill>
                  <a:srgbClr val="0E166B"/>
                </a:solidFill>
                <a:latin typeface="Segoe UI Light" panose="020B0502040204020203" pitchFamily="34" charset="0"/>
                <a:cs typeface="Segoe UI Light" panose="020B0502040204020203" pitchFamily="34" charset="0"/>
              </a:rPr>
              <a:t>Enhanced operational efficiency</a:t>
            </a:r>
          </a:p>
          <a:p>
            <a:pPr algn="r"/>
            <a:r>
              <a:rPr lang="en-US" sz="1100" dirty="0">
                <a:solidFill>
                  <a:srgbClr val="0E166B"/>
                </a:solidFill>
                <a:latin typeface="Segoe UI Light" panose="020B0502040204020203" pitchFamily="34" charset="0"/>
                <a:cs typeface="Segoe UI Light" panose="020B0502040204020203" pitchFamily="34" charset="0"/>
              </a:rPr>
              <a:t>Streamlined workflows and centralized data, improving coordination and allowing teams to focus on higher-value tasks.</a:t>
            </a:r>
          </a:p>
        </p:txBody>
      </p:sp>
      <p:sp>
        <p:nvSpPr>
          <p:cNvPr id="24" name="TextBox 23">
            <a:extLst>
              <a:ext uri="{FF2B5EF4-FFF2-40B4-BE49-F238E27FC236}">
                <a16:creationId xmlns:a16="http://schemas.microsoft.com/office/drawing/2014/main" id="{9FBB94D7-FDC1-E2AC-6809-156503B30B04}"/>
              </a:ext>
            </a:extLst>
          </p:cNvPr>
          <p:cNvSpPr txBox="1"/>
          <p:nvPr/>
        </p:nvSpPr>
        <p:spPr>
          <a:xfrm>
            <a:off x="5128181" y="5366911"/>
            <a:ext cx="3752182" cy="815608"/>
          </a:xfrm>
          <a:prstGeom prst="rect">
            <a:avLst/>
          </a:prstGeom>
          <a:noFill/>
        </p:spPr>
        <p:txBody>
          <a:bodyPr wrap="square">
            <a:spAutoFit/>
          </a:bodyPr>
          <a:lstStyle/>
          <a:p>
            <a:pPr algn="r"/>
            <a:r>
              <a:rPr lang="en-US" sz="1400" b="1">
                <a:solidFill>
                  <a:srgbClr val="0E166B"/>
                </a:solidFill>
                <a:latin typeface="Segoe UI Light" panose="020B0502040204020203" pitchFamily="34" charset="0"/>
                <a:cs typeface="Segoe UI Light" panose="020B0502040204020203" pitchFamily="34" charset="0"/>
              </a:rPr>
              <a:t>Real-time insights</a:t>
            </a:r>
          </a:p>
          <a:p>
            <a:pPr algn="r"/>
            <a:r>
              <a:rPr lang="en-US" sz="1100">
                <a:solidFill>
                  <a:srgbClr val="0E166B"/>
                </a:solidFill>
                <a:latin typeface="Segoe UI Light" panose="020B0502040204020203" pitchFamily="34" charset="0"/>
                <a:cs typeface="Segoe UI Light" panose="020B0502040204020203" pitchFamily="34" charset="0"/>
              </a:rPr>
              <a:t>With real-time data at their fingertips, the organization can now respond quickly to changes and make proactive decisions based on up-to-the-minute insights.</a:t>
            </a:r>
            <a:endParaRPr lang="bg-BG" sz="1100" b="1">
              <a:solidFill>
                <a:srgbClr val="0E166B"/>
              </a:solidFill>
              <a:latin typeface="Segoe UI Light" panose="020B0502040204020203" pitchFamily="34" charset="0"/>
              <a:cs typeface="Segoe UI Light" panose="020B0502040204020203" pitchFamily="34" charset="0"/>
            </a:endParaRPr>
          </a:p>
        </p:txBody>
      </p:sp>
      <p:sp>
        <p:nvSpPr>
          <p:cNvPr id="25" name="TextBox 24">
            <a:extLst>
              <a:ext uri="{FF2B5EF4-FFF2-40B4-BE49-F238E27FC236}">
                <a16:creationId xmlns:a16="http://schemas.microsoft.com/office/drawing/2014/main" id="{3444EDC7-7E56-5134-DB62-242E156DE771}"/>
              </a:ext>
            </a:extLst>
          </p:cNvPr>
          <p:cNvSpPr txBox="1"/>
          <p:nvPr/>
        </p:nvSpPr>
        <p:spPr>
          <a:xfrm>
            <a:off x="6108123" y="2473592"/>
            <a:ext cx="4172399" cy="815608"/>
          </a:xfrm>
          <a:prstGeom prst="rect">
            <a:avLst/>
          </a:prstGeom>
          <a:noFill/>
        </p:spPr>
        <p:txBody>
          <a:bodyPr wrap="square">
            <a:spAutoFit/>
          </a:bodyPr>
          <a:lstStyle/>
          <a:p>
            <a:pPr algn="r"/>
            <a:r>
              <a:rPr lang="en-US" sz="1400" b="1" dirty="0">
                <a:solidFill>
                  <a:srgbClr val="0E166B"/>
                </a:solidFill>
                <a:latin typeface="Segoe UI Light" panose="020B0502040204020203" pitchFamily="34" charset="0"/>
                <a:cs typeface="Segoe UI Light" panose="020B0502040204020203" pitchFamily="34" charset="0"/>
              </a:rPr>
              <a:t>Cost Savings</a:t>
            </a:r>
          </a:p>
          <a:p>
            <a:pPr algn="r"/>
            <a:r>
              <a:rPr lang="en-US" sz="1100" dirty="0">
                <a:solidFill>
                  <a:srgbClr val="0E166B"/>
                </a:solidFill>
                <a:latin typeface="Segoe UI Light" panose="020B0502040204020203" pitchFamily="34" charset="0"/>
                <a:cs typeface="Segoe UI Light" panose="020B0502040204020203" pitchFamily="34" charset="0"/>
              </a:rPr>
              <a:t>By automating processes and identifying resource optimization opportunities, the BI solution has reduced operational costs and minimized manual labor.</a:t>
            </a:r>
            <a:endParaRPr lang="bg-BG" sz="1100" dirty="0">
              <a:solidFill>
                <a:srgbClr val="0E166B"/>
              </a:solidFill>
              <a:latin typeface="Segoe UI Light" panose="020B0502040204020203" pitchFamily="34" charset="0"/>
              <a:cs typeface="Segoe UI Light" panose="020B0502040204020203" pitchFamily="34" charset="0"/>
            </a:endParaRPr>
          </a:p>
        </p:txBody>
      </p:sp>
      <p:grpSp>
        <p:nvGrpSpPr>
          <p:cNvPr id="7" name="Google Shape;1907;p152">
            <a:extLst>
              <a:ext uri="{FF2B5EF4-FFF2-40B4-BE49-F238E27FC236}">
                <a16:creationId xmlns:a16="http://schemas.microsoft.com/office/drawing/2014/main" id="{3AB39170-C5A2-3A5A-EBAF-8E8F74E95605}"/>
              </a:ext>
            </a:extLst>
          </p:cNvPr>
          <p:cNvGrpSpPr/>
          <p:nvPr/>
        </p:nvGrpSpPr>
        <p:grpSpPr>
          <a:xfrm>
            <a:off x="6869167" y="2127379"/>
            <a:ext cx="4362832" cy="4730621"/>
            <a:chOff x="3899425" y="1624475"/>
            <a:chExt cx="2994015" cy="3526669"/>
          </a:xfrm>
        </p:grpSpPr>
        <p:sp>
          <p:nvSpPr>
            <p:cNvPr id="9" name="Google Shape;1908;p152">
              <a:extLst>
                <a:ext uri="{FF2B5EF4-FFF2-40B4-BE49-F238E27FC236}">
                  <a16:creationId xmlns:a16="http://schemas.microsoft.com/office/drawing/2014/main" id="{0BCE2975-BB05-862D-B87B-849A6419BDCB}"/>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10" name="Google Shape;1909;p152">
              <a:extLst>
                <a:ext uri="{FF2B5EF4-FFF2-40B4-BE49-F238E27FC236}">
                  <a16:creationId xmlns:a16="http://schemas.microsoft.com/office/drawing/2014/main" id="{CAF8D9F9-EE15-3C1C-850B-CFCA2C3CB7AE}"/>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11" name="Google Shape;1911;p152">
              <a:extLst>
                <a:ext uri="{FF2B5EF4-FFF2-40B4-BE49-F238E27FC236}">
                  <a16:creationId xmlns:a16="http://schemas.microsoft.com/office/drawing/2014/main" id="{7F60A907-1BD0-35A3-E51E-0544C9E34491}"/>
                </a:ext>
              </a:extLst>
            </p:cNvPr>
            <p:cNvGrpSpPr/>
            <p:nvPr/>
          </p:nvGrpSpPr>
          <p:grpSpPr>
            <a:xfrm>
              <a:off x="6416311" y="1851230"/>
              <a:ext cx="332587" cy="329962"/>
              <a:chOff x="2508825" y="2318350"/>
              <a:chExt cx="297750" cy="295400"/>
            </a:xfrm>
          </p:grpSpPr>
          <p:sp>
            <p:nvSpPr>
              <p:cNvPr id="12" name="Google Shape;1912;p152">
                <a:extLst>
                  <a:ext uri="{FF2B5EF4-FFF2-40B4-BE49-F238E27FC236}">
                    <a16:creationId xmlns:a16="http://schemas.microsoft.com/office/drawing/2014/main" id="{EF37E53B-0F8F-7941-61A5-CC77F45C1590}"/>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13" name="Google Shape;1913;p152">
                <a:extLst>
                  <a:ext uri="{FF2B5EF4-FFF2-40B4-BE49-F238E27FC236}">
                    <a16:creationId xmlns:a16="http://schemas.microsoft.com/office/drawing/2014/main" id="{C631127C-CCBD-D4E3-27E7-DE8B68233BB6}"/>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15" name="Google Shape;1914;p152">
            <a:extLst>
              <a:ext uri="{FF2B5EF4-FFF2-40B4-BE49-F238E27FC236}">
                <a16:creationId xmlns:a16="http://schemas.microsoft.com/office/drawing/2014/main" id="{7DB13C9A-C11D-9755-5E40-72455C72D754}"/>
              </a:ext>
            </a:extLst>
          </p:cNvPr>
          <p:cNvGrpSpPr/>
          <p:nvPr/>
        </p:nvGrpSpPr>
        <p:grpSpPr>
          <a:xfrm>
            <a:off x="6869166" y="3115030"/>
            <a:ext cx="3910445" cy="3736043"/>
            <a:chOff x="3899425" y="2359004"/>
            <a:chExt cx="2683562" cy="2785213"/>
          </a:xfrm>
        </p:grpSpPr>
        <p:sp>
          <p:nvSpPr>
            <p:cNvPr id="16" name="Google Shape;1915;p152">
              <a:extLst>
                <a:ext uri="{FF2B5EF4-FFF2-40B4-BE49-F238E27FC236}">
                  <a16:creationId xmlns:a16="http://schemas.microsoft.com/office/drawing/2014/main" id="{430DEB5F-35F7-6E0A-5BEC-25D8E1C2A242}"/>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17" name="Google Shape;1916;p152">
              <a:extLst>
                <a:ext uri="{FF2B5EF4-FFF2-40B4-BE49-F238E27FC236}">
                  <a16:creationId xmlns:a16="http://schemas.microsoft.com/office/drawing/2014/main" id="{432DB5A8-1C7F-AEA5-5B7C-E297203EC350}"/>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19" name="Google Shape;1918;p152">
              <a:extLst>
                <a:ext uri="{FF2B5EF4-FFF2-40B4-BE49-F238E27FC236}">
                  <a16:creationId xmlns:a16="http://schemas.microsoft.com/office/drawing/2014/main" id="{1444413F-E72E-1C62-90FC-A3D0EC7C7B84}"/>
                </a:ext>
              </a:extLst>
            </p:cNvPr>
            <p:cNvGrpSpPr/>
            <p:nvPr/>
          </p:nvGrpSpPr>
          <p:grpSpPr>
            <a:xfrm>
              <a:off x="6106713" y="2585336"/>
              <a:ext cx="330827" cy="329934"/>
              <a:chOff x="3962775" y="2683025"/>
              <a:chExt cx="296175" cy="295375"/>
            </a:xfrm>
          </p:grpSpPr>
          <p:sp>
            <p:nvSpPr>
              <p:cNvPr id="21" name="Google Shape;1919;p152">
                <a:extLst>
                  <a:ext uri="{FF2B5EF4-FFF2-40B4-BE49-F238E27FC236}">
                    <a16:creationId xmlns:a16="http://schemas.microsoft.com/office/drawing/2014/main" id="{06724773-7089-7588-A75B-3117612A7979}"/>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22" name="Google Shape;1920;p152">
                <a:extLst>
                  <a:ext uri="{FF2B5EF4-FFF2-40B4-BE49-F238E27FC236}">
                    <a16:creationId xmlns:a16="http://schemas.microsoft.com/office/drawing/2014/main" id="{A4791316-40AB-0C3E-5AE0-1453C6495009}"/>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23" name="Google Shape;1921;p152">
                <a:extLst>
                  <a:ext uri="{FF2B5EF4-FFF2-40B4-BE49-F238E27FC236}">
                    <a16:creationId xmlns:a16="http://schemas.microsoft.com/office/drawing/2014/main" id="{096217F2-161F-8539-E5DE-4CC8024FFEA8}"/>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26" name="Google Shape;1922;p152">
            <a:extLst>
              <a:ext uri="{FF2B5EF4-FFF2-40B4-BE49-F238E27FC236}">
                <a16:creationId xmlns:a16="http://schemas.microsoft.com/office/drawing/2014/main" id="{FEC00B96-65B7-22C1-3C96-2AF7AA320F03}"/>
              </a:ext>
            </a:extLst>
          </p:cNvPr>
          <p:cNvGrpSpPr/>
          <p:nvPr/>
        </p:nvGrpSpPr>
        <p:grpSpPr>
          <a:xfrm>
            <a:off x="6869166" y="4101982"/>
            <a:ext cx="3458043" cy="2756018"/>
            <a:chOff x="3899425" y="3094874"/>
            <a:chExt cx="2373100" cy="2054606"/>
          </a:xfrm>
        </p:grpSpPr>
        <p:sp>
          <p:nvSpPr>
            <p:cNvPr id="27" name="Google Shape;1923;p152">
              <a:extLst>
                <a:ext uri="{FF2B5EF4-FFF2-40B4-BE49-F238E27FC236}">
                  <a16:creationId xmlns:a16="http://schemas.microsoft.com/office/drawing/2014/main" id="{21ED79BF-60D4-6BA3-97B3-804C60E07154}"/>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28" name="Google Shape;1924;p152">
              <a:extLst>
                <a:ext uri="{FF2B5EF4-FFF2-40B4-BE49-F238E27FC236}">
                  <a16:creationId xmlns:a16="http://schemas.microsoft.com/office/drawing/2014/main" id="{55517C7A-1E8A-2A74-539E-0CFB15592204}"/>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29" name="Google Shape;1926;p152">
              <a:extLst>
                <a:ext uri="{FF2B5EF4-FFF2-40B4-BE49-F238E27FC236}">
                  <a16:creationId xmlns:a16="http://schemas.microsoft.com/office/drawing/2014/main" id="{4E746FE9-791C-34D7-6B09-FF11EA37F2EB}"/>
                </a:ext>
              </a:extLst>
            </p:cNvPr>
            <p:cNvGrpSpPr/>
            <p:nvPr/>
          </p:nvGrpSpPr>
          <p:grpSpPr>
            <a:xfrm>
              <a:off x="5797765" y="3319416"/>
              <a:ext cx="327823" cy="328695"/>
              <a:chOff x="-1333200" y="2770450"/>
              <a:chExt cx="291450" cy="292225"/>
            </a:xfrm>
          </p:grpSpPr>
          <p:sp>
            <p:nvSpPr>
              <p:cNvPr id="30" name="Google Shape;1927;p152">
                <a:extLst>
                  <a:ext uri="{FF2B5EF4-FFF2-40B4-BE49-F238E27FC236}">
                    <a16:creationId xmlns:a16="http://schemas.microsoft.com/office/drawing/2014/main" id="{DA258B3B-0293-BE69-4DCF-99C652A22B3F}"/>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31" name="Google Shape;1928;p152">
                <a:extLst>
                  <a:ext uri="{FF2B5EF4-FFF2-40B4-BE49-F238E27FC236}">
                    <a16:creationId xmlns:a16="http://schemas.microsoft.com/office/drawing/2014/main" id="{37D70BF5-FB8E-D6D5-8BF7-D224ED2A2C0E}"/>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32" name="Google Shape;1929;p152">
            <a:extLst>
              <a:ext uri="{FF2B5EF4-FFF2-40B4-BE49-F238E27FC236}">
                <a16:creationId xmlns:a16="http://schemas.microsoft.com/office/drawing/2014/main" id="{D78540A0-B04C-7BD4-6B0E-C3449EA4A3C7}"/>
              </a:ext>
            </a:extLst>
          </p:cNvPr>
          <p:cNvGrpSpPr/>
          <p:nvPr/>
        </p:nvGrpSpPr>
        <p:grpSpPr>
          <a:xfrm>
            <a:off x="6869166" y="5001602"/>
            <a:ext cx="3005647" cy="1848925"/>
            <a:chOff x="3899425" y="3765300"/>
            <a:chExt cx="2062640" cy="1378370"/>
          </a:xfrm>
        </p:grpSpPr>
        <p:cxnSp>
          <p:nvCxnSpPr>
            <p:cNvPr id="33" name="Google Shape;1930;p152">
              <a:extLst>
                <a:ext uri="{FF2B5EF4-FFF2-40B4-BE49-F238E27FC236}">
                  <a16:creationId xmlns:a16="http://schemas.microsoft.com/office/drawing/2014/main" id="{EBF2F3BD-AC16-D85D-F6F6-A5383305C51A}"/>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34" name="Google Shape;1932;p152">
              <a:extLst>
                <a:ext uri="{FF2B5EF4-FFF2-40B4-BE49-F238E27FC236}">
                  <a16:creationId xmlns:a16="http://schemas.microsoft.com/office/drawing/2014/main" id="{CAAFEBB2-7FBF-3B4F-5F69-672E5CD371D8}"/>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dirty="0">
                <a:solidFill>
                  <a:srgbClr val="0E166B"/>
                </a:solidFill>
                <a:latin typeface="Arial"/>
              </a:endParaRPr>
            </a:p>
          </p:txBody>
        </p:sp>
        <p:grpSp>
          <p:nvGrpSpPr>
            <p:cNvPr id="35" name="Google Shape;1933;p152">
              <a:extLst>
                <a:ext uri="{FF2B5EF4-FFF2-40B4-BE49-F238E27FC236}">
                  <a16:creationId xmlns:a16="http://schemas.microsoft.com/office/drawing/2014/main" id="{40576936-6CA0-3E26-8748-5115DC11742B}"/>
                </a:ext>
              </a:extLst>
            </p:cNvPr>
            <p:cNvGrpSpPr/>
            <p:nvPr/>
          </p:nvGrpSpPr>
          <p:grpSpPr>
            <a:xfrm>
              <a:off x="5485800" y="3999322"/>
              <a:ext cx="330827" cy="330827"/>
              <a:chOff x="3963575" y="2317575"/>
              <a:chExt cx="296175" cy="296175"/>
            </a:xfrm>
          </p:grpSpPr>
          <p:sp>
            <p:nvSpPr>
              <p:cNvPr id="36" name="Google Shape;1934;p152">
                <a:extLst>
                  <a:ext uri="{FF2B5EF4-FFF2-40B4-BE49-F238E27FC236}">
                    <a16:creationId xmlns:a16="http://schemas.microsoft.com/office/drawing/2014/main" id="{B2E778BD-9348-7111-BBEE-1C3B9F0592F9}"/>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37" name="Google Shape;1935;p152">
                <a:extLst>
                  <a:ext uri="{FF2B5EF4-FFF2-40B4-BE49-F238E27FC236}">
                    <a16:creationId xmlns:a16="http://schemas.microsoft.com/office/drawing/2014/main" id="{2BB6F6F5-429E-CDB5-D70F-FF0DEED6EFFF}"/>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38" name="Google Shape;1936;p152">
                <a:extLst>
                  <a:ext uri="{FF2B5EF4-FFF2-40B4-BE49-F238E27FC236}">
                    <a16:creationId xmlns:a16="http://schemas.microsoft.com/office/drawing/2014/main" id="{E5CE9BB8-6CB6-6580-0CCB-4132D6F8CD1E}"/>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39" name="Google Shape;1937;p152">
                <a:extLst>
                  <a:ext uri="{FF2B5EF4-FFF2-40B4-BE49-F238E27FC236}">
                    <a16:creationId xmlns:a16="http://schemas.microsoft.com/office/drawing/2014/main" id="{46A7D51A-2476-8C36-55E3-5D86F8108B4A}"/>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0" name="Google Shape;1938;p152">
                <a:extLst>
                  <a:ext uri="{FF2B5EF4-FFF2-40B4-BE49-F238E27FC236}">
                    <a16:creationId xmlns:a16="http://schemas.microsoft.com/office/drawing/2014/main" id="{07685B07-1DCB-FE3E-6B62-83861B36F6CB}"/>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1" name="Google Shape;1939;p152">
                <a:extLst>
                  <a:ext uri="{FF2B5EF4-FFF2-40B4-BE49-F238E27FC236}">
                    <a16:creationId xmlns:a16="http://schemas.microsoft.com/office/drawing/2014/main" id="{D2A58482-7F65-C942-2E2B-B7DA482615C9}"/>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2" name="Google Shape;1940;p152">
                <a:extLst>
                  <a:ext uri="{FF2B5EF4-FFF2-40B4-BE49-F238E27FC236}">
                    <a16:creationId xmlns:a16="http://schemas.microsoft.com/office/drawing/2014/main" id="{1A775F10-5960-4D61-1C43-958FC2F17D9F}"/>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3" name="Google Shape;1941;p152">
                <a:extLst>
                  <a:ext uri="{FF2B5EF4-FFF2-40B4-BE49-F238E27FC236}">
                    <a16:creationId xmlns:a16="http://schemas.microsoft.com/office/drawing/2014/main" id="{6A7F2AED-656B-96C3-A093-9645864DB58C}"/>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4" name="Google Shape;1942;p152">
                <a:extLst>
                  <a:ext uri="{FF2B5EF4-FFF2-40B4-BE49-F238E27FC236}">
                    <a16:creationId xmlns:a16="http://schemas.microsoft.com/office/drawing/2014/main" id="{5307E915-A917-9854-C4A4-A94D8C81E246}"/>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2" name="Google Shape;1943;p152">
                <a:extLst>
                  <a:ext uri="{FF2B5EF4-FFF2-40B4-BE49-F238E27FC236}">
                    <a16:creationId xmlns:a16="http://schemas.microsoft.com/office/drawing/2014/main" id="{4EABE800-3541-7031-D42C-7A8F76C52F09}"/>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4" name="Google Shape;1944;p152">
                <a:extLst>
                  <a:ext uri="{FF2B5EF4-FFF2-40B4-BE49-F238E27FC236}">
                    <a16:creationId xmlns:a16="http://schemas.microsoft.com/office/drawing/2014/main" id="{97BD2B84-C8AC-88ED-51D0-077DA19AA5C5}"/>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5" name="Google Shape;1945;p152">
                <a:extLst>
                  <a:ext uri="{FF2B5EF4-FFF2-40B4-BE49-F238E27FC236}">
                    <a16:creationId xmlns:a16="http://schemas.microsoft.com/office/drawing/2014/main" id="{37557D4D-3A56-CFBA-14CC-755B523D7C92}"/>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7" name="Google Shape;1946;p152">
                <a:extLst>
                  <a:ext uri="{FF2B5EF4-FFF2-40B4-BE49-F238E27FC236}">
                    <a16:creationId xmlns:a16="http://schemas.microsoft.com/office/drawing/2014/main" id="{35EFFD8A-53C0-E60C-C26D-12660981F7D8}"/>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8" name="Google Shape;1947;p152">
                <a:extLst>
                  <a:ext uri="{FF2B5EF4-FFF2-40B4-BE49-F238E27FC236}">
                    <a16:creationId xmlns:a16="http://schemas.microsoft.com/office/drawing/2014/main" id="{C100C488-F12D-B5FC-6FB6-C6E3D200D013}"/>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9" name="Google Shape;1948;p152">
                <a:extLst>
                  <a:ext uri="{FF2B5EF4-FFF2-40B4-BE49-F238E27FC236}">
                    <a16:creationId xmlns:a16="http://schemas.microsoft.com/office/drawing/2014/main" id="{C44249B1-013B-C066-CBDE-C276DB895346}"/>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90" name="Google Shape;1949;p152">
                <a:extLst>
                  <a:ext uri="{FF2B5EF4-FFF2-40B4-BE49-F238E27FC236}">
                    <a16:creationId xmlns:a16="http://schemas.microsoft.com/office/drawing/2014/main" id="{965DD25F-80A6-868A-7482-D73AB5D8D6DA}"/>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pic>
        <p:nvPicPr>
          <p:cNvPr id="3" name="Picture 2">
            <a:extLst>
              <a:ext uri="{FF2B5EF4-FFF2-40B4-BE49-F238E27FC236}">
                <a16:creationId xmlns:a16="http://schemas.microsoft.com/office/drawing/2014/main" id="{814FDDA8-725D-9C0D-6E3E-D17D4E60E3B0}"/>
              </a:ext>
            </a:extLst>
          </p:cNvPr>
          <p:cNvPicPr>
            <a:picLocks noChangeAspect="1"/>
          </p:cNvPicPr>
          <p:nvPr/>
        </p:nvPicPr>
        <p:blipFill>
          <a:blip r:embed="rId4"/>
          <a:stretch>
            <a:fillRect/>
          </a:stretch>
        </p:blipFill>
        <p:spPr>
          <a:xfrm>
            <a:off x="193195" y="1660540"/>
            <a:ext cx="2906142" cy="1645920"/>
          </a:xfrm>
          <a:prstGeom prst="rect">
            <a:avLst/>
          </a:prstGeom>
        </p:spPr>
      </p:pic>
      <p:pic>
        <p:nvPicPr>
          <p:cNvPr id="14" name="Picture 13">
            <a:extLst>
              <a:ext uri="{FF2B5EF4-FFF2-40B4-BE49-F238E27FC236}">
                <a16:creationId xmlns:a16="http://schemas.microsoft.com/office/drawing/2014/main" id="{2F574646-D973-0D2F-EDC2-5B3E1E5ACB10}"/>
              </a:ext>
            </a:extLst>
          </p:cNvPr>
          <p:cNvPicPr>
            <a:picLocks noChangeAspect="1"/>
          </p:cNvPicPr>
          <p:nvPr/>
        </p:nvPicPr>
        <p:blipFill>
          <a:blip r:embed="rId5"/>
          <a:stretch>
            <a:fillRect/>
          </a:stretch>
        </p:blipFill>
        <p:spPr>
          <a:xfrm>
            <a:off x="1141518" y="3944673"/>
            <a:ext cx="2984940" cy="1645921"/>
          </a:xfrm>
          <a:prstGeom prst="rect">
            <a:avLst/>
          </a:prstGeom>
        </p:spPr>
      </p:pic>
      <p:pic>
        <p:nvPicPr>
          <p:cNvPr id="45" name="Picture 44">
            <a:extLst>
              <a:ext uri="{FF2B5EF4-FFF2-40B4-BE49-F238E27FC236}">
                <a16:creationId xmlns:a16="http://schemas.microsoft.com/office/drawing/2014/main" id="{BBE584C4-B7A5-F0C0-E9AE-047DAED3FDF6}"/>
              </a:ext>
            </a:extLst>
          </p:cNvPr>
          <p:cNvPicPr>
            <a:picLocks noChangeAspect="1"/>
          </p:cNvPicPr>
          <p:nvPr/>
        </p:nvPicPr>
        <p:blipFill>
          <a:blip r:embed="rId6"/>
          <a:stretch>
            <a:fillRect/>
          </a:stretch>
        </p:blipFill>
        <p:spPr>
          <a:xfrm>
            <a:off x="2633988" y="2079623"/>
            <a:ext cx="2933219" cy="1645920"/>
          </a:xfrm>
          <a:prstGeom prst="rect">
            <a:avLst/>
          </a:prstGeom>
        </p:spPr>
      </p:pic>
      <p:pic>
        <p:nvPicPr>
          <p:cNvPr id="8" name="Picture 7">
            <a:extLst>
              <a:ext uri="{FF2B5EF4-FFF2-40B4-BE49-F238E27FC236}">
                <a16:creationId xmlns:a16="http://schemas.microsoft.com/office/drawing/2014/main" id="{CC30DF31-EB87-7E15-9978-53B496745839}"/>
              </a:ext>
            </a:extLst>
          </p:cNvPr>
          <p:cNvPicPr>
            <a:picLocks noChangeAspect="1"/>
          </p:cNvPicPr>
          <p:nvPr/>
        </p:nvPicPr>
        <p:blipFill>
          <a:blip r:embed="rId7"/>
          <a:stretch>
            <a:fillRect/>
          </a:stretch>
        </p:blipFill>
        <p:spPr>
          <a:xfrm>
            <a:off x="1083994" y="1143824"/>
            <a:ext cx="2921043" cy="1645920"/>
          </a:xfrm>
          <a:prstGeom prst="rect">
            <a:avLst/>
          </a:prstGeom>
        </p:spPr>
      </p:pic>
    </p:spTree>
    <p:extLst>
      <p:ext uri="{BB962C8B-B14F-4D97-AF65-F5344CB8AC3E}">
        <p14:creationId xmlns:p14="http://schemas.microsoft.com/office/powerpoint/2010/main" val="3279836520"/>
      </p:ext>
    </p:extLst>
  </p:cSld>
  <p:clrMapOvr>
    <a:overrideClrMapping bg1="lt1" tx1="dk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C4521-E456-3F66-F9E2-C4D0A19546FD}"/>
            </a:ext>
          </a:extLst>
        </p:cNvPr>
        <p:cNvGrpSpPr/>
        <p:nvPr/>
      </p:nvGrpSpPr>
      <p:grpSpPr>
        <a:xfrm>
          <a:off x="0" y="0"/>
          <a:ext cx="0" cy="0"/>
          <a:chOff x="0" y="0"/>
          <a:chExt cx="0" cy="0"/>
        </a:xfrm>
      </p:grpSpPr>
      <p:sp>
        <p:nvSpPr>
          <p:cNvPr id="5" name="Google Shape;1087;p33">
            <a:extLst>
              <a:ext uri="{FF2B5EF4-FFF2-40B4-BE49-F238E27FC236}">
                <a16:creationId xmlns:a16="http://schemas.microsoft.com/office/drawing/2014/main" id="{AD74D5D8-06FA-D7B4-4605-65CE5E2A1ECA}"/>
              </a:ext>
            </a:extLst>
          </p:cNvPr>
          <p:cNvSpPr txBox="1">
            <a:spLocks/>
          </p:cNvSpPr>
          <p:nvPr/>
        </p:nvSpPr>
        <p:spPr>
          <a:xfrm>
            <a:off x="0" y="138237"/>
            <a:ext cx="9854342"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lvl="0" indent="0" algn="l" fontAlgn="auto">
              <a:buClr>
                <a:srgbClr val="FFFFFF"/>
              </a:buClr>
              <a:tabLst/>
              <a:defRPr/>
            </a:pPr>
            <a:r>
              <a:rPr lang="en-GB" sz="3200" b="1" kern="0" dirty="0">
                <a:solidFill>
                  <a:srgbClr val="FFFFFF"/>
                </a:solidFill>
                <a:ea typeface="+mj-ea"/>
                <a:cs typeface="+mj-cs"/>
              </a:rPr>
              <a:t>OCR &amp; Custom Approval Web App</a:t>
            </a:r>
          </a:p>
        </p:txBody>
      </p:sp>
      <p:sp>
        <p:nvSpPr>
          <p:cNvPr id="6" name="Google Shape;1460;p137">
            <a:extLst>
              <a:ext uri="{FF2B5EF4-FFF2-40B4-BE49-F238E27FC236}">
                <a16:creationId xmlns:a16="http://schemas.microsoft.com/office/drawing/2014/main" id="{67B30958-CD11-9B6A-BD69-1937B379789A}"/>
              </a:ext>
            </a:extLst>
          </p:cNvPr>
          <p:cNvSpPr/>
          <p:nvPr/>
        </p:nvSpPr>
        <p:spPr>
          <a:xfrm>
            <a:off x="610126" y="2204627"/>
            <a:ext cx="3576699" cy="1270324"/>
          </a:xfrm>
          <a:prstGeom prst="rect">
            <a:avLst/>
          </a:prstGeom>
          <a:gradFill>
            <a:gsLst>
              <a:gs pos="0">
                <a:srgbClr val="FFFFFF">
                  <a:alpha val="5000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7" name="Google Shape;1460;p137">
            <a:extLst>
              <a:ext uri="{FF2B5EF4-FFF2-40B4-BE49-F238E27FC236}">
                <a16:creationId xmlns:a16="http://schemas.microsoft.com/office/drawing/2014/main" id="{77472E3B-BCF7-D713-1F31-CE76F3C8A852}"/>
              </a:ext>
            </a:extLst>
          </p:cNvPr>
          <p:cNvSpPr/>
          <p:nvPr/>
        </p:nvSpPr>
        <p:spPr>
          <a:xfrm>
            <a:off x="585216" y="4267471"/>
            <a:ext cx="3601607" cy="1930403"/>
          </a:xfrm>
          <a:prstGeom prst="rect">
            <a:avLst/>
          </a:prstGeom>
          <a:gradFill>
            <a:gsLst>
              <a:gs pos="0">
                <a:srgbClr val="FFFFFF">
                  <a:alpha val="5000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nvGrpSpPr>
          <p:cNvPr id="8" name="Google Shape;8814;p60">
            <a:extLst>
              <a:ext uri="{FF2B5EF4-FFF2-40B4-BE49-F238E27FC236}">
                <a16:creationId xmlns:a16="http://schemas.microsoft.com/office/drawing/2014/main" id="{B8DB4FF4-6B14-E417-9F1B-A769687956F5}"/>
              </a:ext>
            </a:extLst>
          </p:cNvPr>
          <p:cNvGrpSpPr/>
          <p:nvPr/>
        </p:nvGrpSpPr>
        <p:grpSpPr>
          <a:xfrm>
            <a:off x="609044" y="1572387"/>
            <a:ext cx="481575" cy="501997"/>
            <a:chOff x="2650597" y="3381777"/>
            <a:chExt cx="341511" cy="324994"/>
          </a:xfrm>
        </p:grpSpPr>
        <p:sp>
          <p:nvSpPr>
            <p:cNvPr id="9" name="Google Shape;8815;p60">
              <a:extLst>
                <a:ext uri="{FF2B5EF4-FFF2-40B4-BE49-F238E27FC236}">
                  <a16:creationId xmlns:a16="http://schemas.microsoft.com/office/drawing/2014/main" id="{5AB48033-AC4A-47F1-668A-270E1026DF91}"/>
                </a:ext>
              </a:extLst>
            </p:cNvPr>
            <p:cNvSpPr/>
            <p:nvPr/>
          </p:nvSpPr>
          <p:spPr>
            <a:xfrm>
              <a:off x="2672970" y="3644928"/>
              <a:ext cx="51811" cy="56800"/>
            </a:xfrm>
            <a:custGeom>
              <a:avLst/>
              <a:gdLst/>
              <a:ahLst/>
              <a:cxnLst/>
              <a:rect l="l" t="t" r="r" b="b"/>
              <a:pathLst>
                <a:path w="1973" h="2163" extrusionOk="0">
                  <a:moveTo>
                    <a:pt x="1" y="0"/>
                  </a:moveTo>
                  <a:lnTo>
                    <a:pt x="1" y="2163"/>
                  </a:lnTo>
                  <a:lnTo>
                    <a:pt x="1972" y="2163"/>
                  </a:lnTo>
                  <a:lnTo>
                    <a:pt x="1972" y="0"/>
                  </a:lnTo>
                  <a:close/>
                </a:path>
              </a:pathLst>
            </a:custGeom>
            <a:solidFill>
              <a:srgbClr val="95AB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 name="Google Shape;8816;p60">
              <a:extLst>
                <a:ext uri="{FF2B5EF4-FFF2-40B4-BE49-F238E27FC236}">
                  <a16:creationId xmlns:a16="http://schemas.microsoft.com/office/drawing/2014/main" id="{FB6203C3-EA82-697C-EB73-D579C3ACA658}"/>
                </a:ext>
              </a:extLst>
            </p:cNvPr>
            <p:cNvSpPr/>
            <p:nvPr/>
          </p:nvSpPr>
          <p:spPr>
            <a:xfrm>
              <a:off x="2672970" y="3644928"/>
              <a:ext cx="51811" cy="15336"/>
            </a:xfrm>
            <a:custGeom>
              <a:avLst/>
              <a:gdLst/>
              <a:ahLst/>
              <a:cxnLst/>
              <a:rect l="l" t="t" r="r" b="b"/>
              <a:pathLst>
                <a:path w="1973" h="584" extrusionOk="0">
                  <a:moveTo>
                    <a:pt x="1" y="0"/>
                  </a:moveTo>
                  <a:lnTo>
                    <a:pt x="1" y="584"/>
                  </a:lnTo>
                  <a:lnTo>
                    <a:pt x="1972" y="584"/>
                  </a:lnTo>
                  <a:lnTo>
                    <a:pt x="1972" y="0"/>
                  </a:lnTo>
                  <a:close/>
                </a:path>
              </a:pathLst>
            </a:custGeom>
            <a:solidFill>
              <a:srgbClr val="869FB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 name="Google Shape;8817;p60">
              <a:extLst>
                <a:ext uri="{FF2B5EF4-FFF2-40B4-BE49-F238E27FC236}">
                  <a16:creationId xmlns:a16="http://schemas.microsoft.com/office/drawing/2014/main" id="{1F1A70A3-1980-46D9-BAA4-82937B606569}"/>
                </a:ext>
              </a:extLst>
            </p:cNvPr>
            <p:cNvSpPr/>
            <p:nvPr/>
          </p:nvSpPr>
          <p:spPr>
            <a:xfrm>
              <a:off x="2667955" y="3629330"/>
              <a:ext cx="56564" cy="20640"/>
            </a:xfrm>
            <a:custGeom>
              <a:avLst/>
              <a:gdLst/>
              <a:ahLst/>
              <a:cxnLst/>
              <a:rect l="l" t="t" r="r" b="b"/>
              <a:pathLst>
                <a:path w="2154" h="786" extrusionOk="0">
                  <a:moveTo>
                    <a:pt x="393" y="1"/>
                  </a:moveTo>
                  <a:cubicBezTo>
                    <a:pt x="172" y="1"/>
                    <a:pt x="0" y="173"/>
                    <a:pt x="0" y="393"/>
                  </a:cubicBezTo>
                  <a:cubicBezTo>
                    <a:pt x="0" y="613"/>
                    <a:pt x="172" y="786"/>
                    <a:pt x="393" y="786"/>
                  </a:cubicBezTo>
                  <a:lnTo>
                    <a:pt x="2153" y="786"/>
                  </a:lnTo>
                  <a:lnTo>
                    <a:pt x="2153" y="1"/>
                  </a:ln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 name="Google Shape;8818;p60">
              <a:extLst>
                <a:ext uri="{FF2B5EF4-FFF2-40B4-BE49-F238E27FC236}">
                  <a16:creationId xmlns:a16="http://schemas.microsoft.com/office/drawing/2014/main" id="{370AE9F4-F487-5C94-3AB6-D78598CC6CD6}"/>
                </a:ext>
              </a:extLst>
            </p:cNvPr>
            <p:cNvSpPr/>
            <p:nvPr/>
          </p:nvSpPr>
          <p:spPr>
            <a:xfrm>
              <a:off x="2672970" y="3639650"/>
              <a:ext cx="51548" cy="10320"/>
            </a:xfrm>
            <a:custGeom>
              <a:avLst/>
              <a:gdLst/>
              <a:ahLst/>
              <a:cxnLst/>
              <a:rect l="l" t="t" r="r" b="b"/>
              <a:pathLst>
                <a:path w="1963" h="393" extrusionOk="0">
                  <a:moveTo>
                    <a:pt x="202" y="0"/>
                  </a:moveTo>
                  <a:cubicBezTo>
                    <a:pt x="87" y="0"/>
                    <a:pt x="1" y="86"/>
                    <a:pt x="1" y="201"/>
                  </a:cubicBezTo>
                  <a:cubicBezTo>
                    <a:pt x="1" y="306"/>
                    <a:pt x="87" y="393"/>
                    <a:pt x="202" y="393"/>
                  </a:cubicBezTo>
                  <a:lnTo>
                    <a:pt x="1962" y="393"/>
                  </a:lnTo>
                  <a:lnTo>
                    <a:pt x="1962" y="0"/>
                  </a:ln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3" name="Google Shape;8819;p60">
              <a:extLst>
                <a:ext uri="{FF2B5EF4-FFF2-40B4-BE49-F238E27FC236}">
                  <a16:creationId xmlns:a16="http://schemas.microsoft.com/office/drawing/2014/main" id="{9780271B-601C-B37D-AEC3-DFE068EDE516}"/>
                </a:ext>
              </a:extLst>
            </p:cNvPr>
            <p:cNvSpPr/>
            <p:nvPr/>
          </p:nvSpPr>
          <p:spPr>
            <a:xfrm>
              <a:off x="2719477" y="3469249"/>
              <a:ext cx="41228" cy="232243"/>
            </a:xfrm>
            <a:custGeom>
              <a:avLst/>
              <a:gdLst/>
              <a:ahLst/>
              <a:cxnLst/>
              <a:rect l="l" t="t" r="r" b="b"/>
              <a:pathLst>
                <a:path w="1570" h="8844" extrusionOk="0">
                  <a:moveTo>
                    <a:pt x="392" y="1"/>
                  </a:moveTo>
                  <a:cubicBezTo>
                    <a:pt x="287" y="1"/>
                    <a:pt x="191" y="87"/>
                    <a:pt x="191" y="201"/>
                  </a:cubicBezTo>
                  <a:lnTo>
                    <a:pt x="0" y="8843"/>
                  </a:lnTo>
                  <a:lnTo>
                    <a:pt x="1570" y="8843"/>
                  </a:lnTo>
                  <a:lnTo>
                    <a:pt x="1378" y="201"/>
                  </a:lnTo>
                  <a:cubicBezTo>
                    <a:pt x="1378" y="87"/>
                    <a:pt x="1292" y="1"/>
                    <a:pt x="1187" y="1"/>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4" name="Google Shape;8820;p60">
              <a:extLst>
                <a:ext uri="{FF2B5EF4-FFF2-40B4-BE49-F238E27FC236}">
                  <a16:creationId xmlns:a16="http://schemas.microsoft.com/office/drawing/2014/main" id="{74F212EC-3B67-DF27-B90E-078CD597F56E}"/>
                </a:ext>
              </a:extLst>
            </p:cNvPr>
            <p:cNvSpPr/>
            <p:nvPr/>
          </p:nvSpPr>
          <p:spPr>
            <a:xfrm>
              <a:off x="2781293" y="3526286"/>
              <a:ext cx="31197" cy="82456"/>
            </a:xfrm>
            <a:custGeom>
              <a:avLst/>
              <a:gdLst/>
              <a:ahLst/>
              <a:cxnLst/>
              <a:rect l="l" t="t" r="r" b="b"/>
              <a:pathLst>
                <a:path w="1188" h="3140" extrusionOk="0">
                  <a:moveTo>
                    <a:pt x="367" y="0"/>
                  </a:moveTo>
                  <a:cubicBezTo>
                    <a:pt x="269" y="0"/>
                    <a:pt x="192" y="83"/>
                    <a:pt x="192" y="183"/>
                  </a:cubicBezTo>
                  <a:lnTo>
                    <a:pt x="0" y="3140"/>
                  </a:lnTo>
                  <a:lnTo>
                    <a:pt x="1187" y="3140"/>
                  </a:lnTo>
                  <a:lnTo>
                    <a:pt x="996" y="183"/>
                  </a:lnTo>
                  <a:cubicBezTo>
                    <a:pt x="996" y="78"/>
                    <a:pt x="910" y="1"/>
                    <a:pt x="804"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5" name="Google Shape;8821;p60">
              <a:extLst>
                <a:ext uri="{FF2B5EF4-FFF2-40B4-BE49-F238E27FC236}">
                  <a16:creationId xmlns:a16="http://schemas.microsoft.com/office/drawing/2014/main" id="{43C89BCE-3D25-C69F-DCE4-FC0E1717E5BF}"/>
                </a:ext>
              </a:extLst>
            </p:cNvPr>
            <p:cNvSpPr/>
            <p:nvPr/>
          </p:nvSpPr>
          <p:spPr>
            <a:xfrm>
              <a:off x="2724230" y="3469249"/>
              <a:ext cx="31696" cy="15598"/>
            </a:xfrm>
            <a:custGeom>
              <a:avLst/>
              <a:gdLst/>
              <a:ahLst/>
              <a:cxnLst/>
              <a:rect l="l" t="t" r="r" b="b"/>
              <a:pathLst>
                <a:path w="1207" h="594" extrusionOk="0">
                  <a:moveTo>
                    <a:pt x="211" y="1"/>
                  </a:moveTo>
                  <a:cubicBezTo>
                    <a:pt x="97" y="1"/>
                    <a:pt x="10" y="87"/>
                    <a:pt x="10" y="201"/>
                  </a:cubicBezTo>
                  <a:lnTo>
                    <a:pt x="1" y="594"/>
                  </a:lnTo>
                  <a:lnTo>
                    <a:pt x="1207" y="594"/>
                  </a:lnTo>
                  <a:lnTo>
                    <a:pt x="1197" y="201"/>
                  </a:lnTo>
                  <a:cubicBezTo>
                    <a:pt x="1197" y="87"/>
                    <a:pt x="1111" y="1"/>
                    <a:pt x="1006" y="1"/>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6" name="Google Shape;8822;p60">
              <a:extLst>
                <a:ext uri="{FF2B5EF4-FFF2-40B4-BE49-F238E27FC236}">
                  <a16:creationId xmlns:a16="http://schemas.microsoft.com/office/drawing/2014/main" id="{B8BBA3D4-471B-1D47-DBDE-BE4B807AF7DB}"/>
                </a:ext>
              </a:extLst>
            </p:cNvPr>
            <p:cNvSpPr/>
            <p:nvPr/>
          </p:nvSpPr>
          <p:spPr>
            <a:xfrm>
              <a:off x="2785573" y="3526286"/>
              <a:ext cx="22636" cy="15362"/>
            </a:xfrm>
            <a:custGeom>
              <a:avLst/>
              <a:gdLst/>
              <a:ahLst/>
              <a:cxnLst/>
              <a:rect l="l" t="t" r="r" b="b"/>
              <a:pathLst>
                <a:path w="862" h="585" extrusionOk="0">
                  <a:moveTo>
                    <a:pt x="204" y="0"/>
                  </a:moveTo>
                  <a:cubicBezTo>
                    <a:pt x="106" y="0"/>
                    <a:pt x="29" y="83"/>
                    <a:pt x="29" y="183"/>
                  </a:cubicBezTo>
                  <a:lnTo>
                    <a:pt x="0" y="585"/>
                  </a:lnTo>
                  <a:lnTo>
                    <a:pt x="861" y="585"/>
                  </a:lnTo>
                  <a:lnTo>
                    <a:pt x="833" y="183"/>
                  </a:lnTo>
                  <a:cubicBezTo>
                    <a:pt x="833" y="83"/>
                    <a:pt x="755" y="0"/>
                    <a:pt x="657" y="0"/>
                  </a:cubicBezTo>
                  <a:cubicBezTo>
                    <a:pt x="652" y="0"/>
                    <a:pt x="647" y="0"/>
                    <a:pt x="641" y="1"/>
                  </a:cubicBezTo>
                  <a:lnTo>
                    <a:pt x="220" y="1"/>
                  </a:lnTo>
                  <a:cubicBezTo>
                    <a:pt x="215" y="0"/>
                    <a:pt x="209" y="0"/>
                    <a:pt x="20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7" name="Google Shape;8823;p60">
              <a:extLst>
                <a:ext uri="{FF2B5EF4-FFF2-40B4-BE49-F238E27FC236}">
                  <a16:creationId xmlns:a16="http://schemas.microsoft.com/office/drawing/2014/main" id="{0D5EDFD7-3A41-8748-5947-1E4541638397}"/>
                </a:ext>
              </a:extLst>
            </p:cNvPr>
            <p:cNvSpPr/>
            <p:nvPr/>
          </p:nvSpPr>
          <p:spPr>
            <a:xfrm>
              <a:off x="2833051" y="3526286"/>
              <a:ext cx="30934" cy="82456"/>
            </a:xfrm>
            <a:custGeom>
              <a:avLst/>
              <a:gdLst/>
              <a:ahLst/>
              <a:cxnLst/>
              <a:rect l="l" t="t" r="r" b="b"/>
              <a:pathLst>
                <a:path w="1178" h="3140" extrusionOk="0">
                  <a:moveTo>
                    <a:pt x="368" y="0"/>
                  </a:moveTo>
                  <a:cubicBezTo>
                    <a:pt x="270" y="0"/>
                    <a:pt x="192" y="83"/>
                    <a:pt x="183" y="183"/>
                  </a:cubicBezTo>
                  <a:lnTo>
                    <a:pt x="1" y="3140"/>
                  </a:lnTo>
                  <a:lnTo>
                    <a:pt x="1178" y="3140"/>
                  </a:lnTo>
                  <a:lnTo>
                    <a:pt x="996" y="183"/>
                  </a:lnTo>
                  <a:cubicBezTo>
                    <a:pt x="987" y="83"/>
                    <a:pt x="909" y="0"/>
                    <a:pt x="811" y="0"/>
                  </a:cubicBezTo>
                  <a:cubicBezTo>
                    <a:pt x="806" y="0"/>
                    <a:pt x="801" y="0"/>
                    <a:pt x="795" y="1"/>
                  </a:cubicBezTo>
                  <a:lnTo>
                    <a:pt x="384" y="1"/>
                  </a:lnTo>
                  <a:cubicBezTo>
                    <a:pt x="378" y="0"/>
                    <a:pt x="373" y="0"/>
                    <a:pt x="368"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 name="Google Shape;8824;p60">
              <a:extLst>
                <a:ext uri="{FF2B5EF4-FFF2-40B4-BE49-F238E27FC236}">
                  <a16:creationId xmlns:a16="http://schemas.microsoft.com/office/drawing/2014/main" id="{28E83F03-8CD4-3D22-3CE4-32DDD9901DB1}"/>
                </a:ext>
              </a:extLst>
            </p:cNvPr>
            <p:cNvSpPr/>
            <p:nvPr/>
          </p:nvSpPr>
          <p:spPr>
            <a:xfrm>
              <a:off x="2837069" y="3526286"/>
              <a:ext cx="22662" cy="15362"/>
            </a:xfrm>
            <a:custGeom>
              <a:avLst/>
              <a:gdLst/>
              <a:ahLst/>
              <a:cxnLst/>
              <a:rect l="l" t="t" r="r" b="b"/>
              <a:pathLst>
                <a:path w="863" h="585" extrusionOk="0">
                  <a:moveTo>
                    <a:pt x="215" y="0"/>
                  </a:moveTo>
                  <a:cubicBezTo>
                    <a:pt x="117" y="0"/>
                    <a:pt x="39" y="83"/>
                    <a:pt x="30" y="183"/>
                  </a:cubicBezTo>
                  <a:lnTo>
                    <a:pt x="1" y="585"/>
                  </a:lnTo>
                  <a:lnTo>
                    <a:pt x="862" y="585"/>
                  </a:lnTo>
                  <a:lnTo>
                    <a:pt x="843" y="183"/>
                  </a:lnTo>
                  <a:cubicBezTo>
                    <a:pt x="834" y="83"/>
                    <a:pt x="756" y="0"/>
                    <a:pt x="658" y="0"/>
                  </a:cubicBezTo>
                  <a:cubicBezTo>
                    <a:pt x="653" y="0"/>
                    <a:pt x="648" y="0"/>
                    <a:pt x="642" y="1"/>
                  </a:cubicBezTo>
                  <a:lnTo>
                    <a:pt x="231" y="1"/>
                  </a:lnTo>
                  <a:cubicBezTo>
                    <a:pt x="225" y="0"/>
                    <a:pt x="220" y="0"/>
                    <a:pt x="215"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 name="Google Shape;8825;p60">
              <a:extLst>
                <a:ext uri="{FF2B5EF4-FFF2-40B4-BE49-F238E27FC236}">
                  <a16:creationId xmlns:a16="http://schemas.microsoft.com/office/drawing/2014/main" id="{D5AADA69-4B91-836C-0409-5AB34D8723DE}"/>
                </a:ext>
              </a:extLst>
            </p:cNvPr>
            <p:cNvSpPr/>
            <p:nvPr/>
          </p:nvSpPr>
          <p:spPr>
            <a:xfrm>
              <a:off x="2884836" y="3526286"/>
              <a:ext cx="30934" cy="82456"/>
            </a:xfrm>
            <a:custGeom>
              <a:avLst/>
              <a:gdLst/>
              <a:ahLst/>
              <a:cxnLst/>
              <a:rect l="l" t="t" r="r" b="b"/>
              <a:pathLst>
                <a:path w="1178" h="3140" extrusionOk="0">
                  <a:moveTo>
                    <a:pt x="367" y="0"/>
                  </a:moveTo>
                  <a:cubicBezTo>
                    <a:pt x="269" y="0"/>
                    <a:pt x="191" y="83"/>
                    <a:pt x="182" y="183"/>
                  </a:cubicBezTo>
                  <a:lnTo>
                    <a:pt x="0" y="3140"/>
                  </a:lnTo>
                  <a:lnTo>
                    <a:pt x="1177" y="3140"/>
                  </a:lnTo>
                  <a:lnTo>
                    <a:pt x="996" y="183"/>
                  </a:lnTo>
                  <a:cubicBezTo>
                    <a:pt x="987" y="83"/>
                    <a:pt x="908" y="0"/>
                    <a:pt x="811" y="0"/>
                  </a:cubicBezTo>
                  <a:cubicBezTo>
                    <a:pt x="805" y="0"/>
                    <a:pt x="800" y="0"/>
                    <a:pt x="795" y="1"/>
                  </a:cubicBezTo>
                  <a:lnTo>
                    <a:pt x="383" y="1"/>
                  </a:lnTo>
                  <a:cubicBezTo>
                    <a:pt x="378" y="0"/>
                    <a:pt x="372" y="0"/>
                    <a:pt x="367" y="0"/>
                  </a:cubicBez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 name="Google Shape;8826;p60">
              <a:extLst>
                <a:ext uri="{FF2B5EF4-FFF2-40B4-BE49-F238E27FC236}">
                  <a16:creationId xmlns:a16="http://schemas.microsoft.com/office/drawing/2014/main" id="{8A8C8067-58D2-D1F6-070D-02D284E95816}"/>
                </a:ext>
              </a:extLst>
            </p:cNvPr>
            <p:cNvSpPr/>
            <p:nvPr/>
          </p:nvSpPr>
          <p:spPr>
            <a:xfrm>
              <a:off x="2888854" y="3526286"/>
              <a:ext cx="22636" cy="15362"/>
            </a:xfrm>
            <a:custGeom>
              <a:avLst/>
              <a:gdLst/>
              <a:ahLst/>
              <a:cxnLst/>
              <a:rect l="l" t="t" r="r" b="b"/>
              <a:pathLst>
                <a:path w="862" h="585" extrusionOk="0">
                  <a:moveTo>
                    <a:pt x="214" y="0"/>
                  </a:moveTo>
                  <a:cubicBezTo>
                    <a:pt x="116" y="0"/>
                    <a:pt x="38" y="83"/>
                    <a:pt x="29" y="183"/>
                  </a:cubicBezTo>
                  <a:lnTo>
                    <a:pt x="0" y="585"/>
                  </a:lnTo>
                  <a:lnTo>
                    <a:pt x="862" y="585"/>
                  </a:lnTo>
                  <a:lnTo>
                    <a:pt x="843" y="183"/>
                  </a:lnTo>
                  <a:cubicBezTo>
                    <a:pt x="834" y="83"/>
                    <a:pt x="755" y="0"/>
                    <a:pt x="658" y="0"/>
                  </a:cubicBezTo>
                  <a:cubicBezTo>
                    <a:pt x="652" y="0"/>
                    <a:pt x="647" y="0"/>
                    <a:pt x="642" y="1"/>
                  </a:cubicBezTo>
                  <a:lnTo>
                    <a:pt x="230" y="1"/>
                  </a:lnTo>
                  <a:cubicBezTo>
                    <a:pt x="225" y="0"/>
                    <a:pt x="219" y="0"/>
                    <a:pt x="214" y="0"/>
                  </a:cubicBez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1" name="Google Shape;8827;p60">
              <a:extLst>
                <a:ext uri="{FF2B5EF4-FFF2-40B4-BE49-F238E27FC236}">
                  <a16:creationId xmlns:a16="http://schemas.microsoft.com/office/drawing/2014/main" id="{02968B52-2EF8-0357-4669-85F95606F572}"/>
                </a:ext>
              </a:extLst>
            </p:cNvPr>
            <p:cNvSpPr/>
            <p:nvPr/>
          </p:nvSpPr>
          <p:spPr>
            <a:xfrm>
              <a:off x="2740065" y="3624052"/>
              <a:ext cx="216908" cy="77441"/>
            </a:xfrm>
            <a:custGeom>
              <a:avLst/>
              <a:gdLst/>
              <a:ahLst/>
              <a:cxnLst/>
              <a:rect l="l" t="t" r="r" b="b"/>
              <a:pathLst>
                <a:path w="8260" h="2949" extrusionOk="0">
                  <a:moveTo>
                    <a:pt x="1" y="1"/>
                  </a:moveTo>
                  <a:lnTo>
                    <a:pt x="1" y="2948"/>
                  </a:lnTo>
                  <a:lnTo>
                    <a:pt x="8260" y="2948"/>
                  </a:lnTo>
                  <a:lnTo>
                    <a:pt x="8260" y="1"/>
                  </a:lnTo>
                  <a:close/>
                </a:path>
              </a:pathLst>
            </a:custGeom>
            <a:solidFill>
              <a:srgbClr val="ADBEC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2" name="Google Shape;8828;p60">
              <a:extLst>
                <a:ext uri="{FF2B5EF4-FFF2-40B4-BE49-F238E27FC236}">
                  <a16:creationId xmlns:a16="http://schemas.microsoft.com/office/drawing/2014/main" id="{FC998CDC-1D1D-9AF2-E512-97B4A9AC7E89}"/>
                </a:ext>
              </a:extLst>
            </p:cNvPr>
            <p:cNvSpPr/>
            <p:nvPr/>
          </p:nvSpPr>
          <p:spPr>
            <a:xfrm>
              <a:off x="2740065" y="3624052"/>
              <a:ext cx="216908" cy="15625"/>
            </a:xfrm>
            <a:custGeom>
              <a:avLst/>
              <a:gdLst/>
              <a:ahLst/>
              <a:cxnLst/>
              <a:rect l="l" t="t" r="r" b="b"/>
              <a:pathLst>
                <a:path w="8260" h="595" extrusionOk="0">
                  <a:moveTo>
                    <a:pt x="1" y="1"/>
                  </a:moveTo>
                  <a:lnTo>
                    <a:pt x="1" y="594"/>
                  </a:lnTo>
                  <a:lnTo>
                    <a:pt x="8260" y="594"/>
                  </a:lnTo>
                  <a:lnTo>
                    <a:pt x="8260" y="1"/>
                  </a:lnTo>
                  <a:close/>
                </a:path>
              </a:pathLst>
            </a:custGeom>
            <a:solidFill>
              <a:srgbClr val="9EB2C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3" name="Google Shape;8829;p60">
              <a:extLst>
                <a:ext uri="{FF2B5EF4-FFF2-40B4-BE49-F238E27FC236}">
                  <a16:creationId xmlns:a16="http://schemas.microsoft.com/office/drawing/2014/main" id="{9E0FE528-3398-CD71-0DE1-858B079F0ACD}"/>
                </a:ext>
              </a:extLst>
            </p:cNvPr>
            <p:cNvSpPr/>
            <p:nvPr/>
          </p:nvSpPr>
          <p:spPr>
            <a:xfrm>
              <a:off x="2770973" y="3644850"/>
              <a:ext cx="10583" cy="20693"/>
            </a:xfrm>
            <a:custGeom>
              <a:avLst/>
              <a:gdLst/>
              <a:ahLst/>
              <a:cxnLst/>
              <a:rect l="l" t="t" r="r" b="b"/>
              <a:pathLst>
                <a:path w="403" h="788" extrusionOk="0">
                  <a:moveTo>
                    <a:pt x="197" y="1"/>
                  </a:moveTo>
                  <a:cubicBezTo>
                    <a:pt x="99" y="1"/>
                    <a:pt x="1" y="65"/>
                    <a:pt x="1" y="195"/>
                  </a:cubicBezTo>
                  <a:lnTo>
                    <a:pt x="1" y="587"/>
                  </a:lnTo>
                  <a:cubicBezTo>
                    <a:pt x="1" y="702"/>
                    <a:pt x="97" y="788"/>
                    <a:pt x="202" y="788"/>
                  </a:cubicBezTo>
                  <a:cubicBezTo>
                    <a:pt x="307" y="788"/>
                    <a:pt x="40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4" name="Google Shape;8830;p60">
              <a:extLst>
                <a:ext uri="{FF2B5EF4-FFF2-40B4-BE49-F238E27FC236}">
                  <a16:creationId xmlns:a16="http://schemas.microsoft.com/office/drawing/2014/main" id="{53FF6A14-2E38-3FC3-C66E-47949A2B30CF}"/>
                </a:ext>
              </a:extLst>
            </p:cNvPr>
            <p:cNvSpPr/>
            <p:nvPr/>
          </p:nvSpPr>
          <p:spPr>
            <a:xfrm>
              <a:off x="2791849"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2" y="788"/>
                  </a:cubicBezTo>
                  <a:cubicBezTo>
                    <a:pt x="297" y="788"/>
                    <a:pt x="393" y="702"/>
                    <a:pt x="393" y="587"/>
                  </a:cubicBezTo>
                  <a:lnTo>
                    <a:pt x="393" y="195"/>
                  </a:lnTo>
                  <a:cubicBezTo>
                    <a:pt x="393" y="65"/>
                    <a:pt x="295"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5" name="Google Shape;8831;p60">
              <a:extLst>
                <a:ext uri="{FF2B5EF4-FFF2-40B4-BE49-F238E27FC236}">
                  <a16:creationId xmlns:a16="http://schemas.microsoft.com/office/drawing/2014/main" id="{EBD017A1-9C33-06F0-8903-4127DF687160}"/>
                </a:ext>
              </a:extLst>
            </p:cNvPr>
            <p:cNvSpPr/>
            <p:nvPr/>
          </p:nvSpPr>
          <p:spPr>
            <a:xfrm>
              <a:off x="281246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19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6" name="Google Shape;8832;p60">
              <a:extLst>
                <a:ext uri="{FF2B5EF4-FFF2-40B4-BE49-F238E27FC236}">
                  <a16:creationId xmlns:a16="http://schemas.microsoft.com/office/drawing/2014/main" id="{4D6BDD6C-84D3-B6B2-BF5D-20DD37DDC0FE}"/>
                </a:ext>
              </a:extLst>
            </p:cNvPr>
            <p:cNvSpPr/>
            <p:nvPr/>
          </p:nvSpPr>
          <p:spPr>
            <a:xfrm>
              <a:off x="2833051" y="3644850"/>
              <a:ext cx="10346" cy="20693"/>
            </a:xfrm>
            <a:custGeom>
              <a:avLst/>
              <a:gdLst/>
              <a:ahLst/>
              <a:cxnLst/>
              <a:rect l="l" t="t" r="r" b="b"/>
              <a:pathLst>
                <a:path w="394" h="788" extrusionOk="0">
                  <a:moveTo>
                    <a:pt x="197" y="1"/>
                  </a:moveTo>
                  <a:cubicBezTo>
                    <a:pt x="99" y="1"/>
                    <a:pt x="1" y="65"/>
                    <a:pt x="1" y="195"/>
                  </a:cubicBezTo>
                  <a:lnTo>
                    <a:pt x="1" y="587"/>
                  </a:lnTo>
                  <a:cubicBezTo>
                    <a:pt x="1" y="702"/>
                    <a:pt x="87" y="788"/>
                    <a:pt x="20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7" name="Google Shape;8833;p60">
              <a:extLst>
                <a:ext uri="{FF2B5EF4-FFF2-40B4-BE49-F238E27FC236}">
                  <a16:creationId xmlns:a16="http://schemas.microsoft.com/office/drawing/2014/main" id="{0C4CA890-4287-93E6-BD8B-3D5A7FC4B095}"/>
                </a:ext>
              </a:extLst>
            </p:cNvPr>
            <p:cNvSpPr/>
            <p:nvPr/>
          </p:nvSpPr>
          <p:spPr>
            <a:xfrm>
              <a:off x="2853665" y="3644850"/>
              <a:ext cx="10320" cy="20693"/>
            </a:xfrm>
            <a:custGeom>
              <a:avLst/>
              <a:gdLst/>
              <a:ahLst/>
              <a:cxnLst/>
              <a:rect l="l" t="t" r="r" b="b"/>
              <a:pathLst>
                <a:path w="393" h="788" extrusionOk="0">
                  <a:moveTo>
                    <a:pt x="197" y="1"/>
                  </a:moveTo>
                  <a:cubicBezTo>
                    <a:pt x="99" y="1"/>
                    <a:pt x="1" y="65"/>
                    <a:pt x="1" y="195"/>
                  </a:cubicBezTo>
                  <a:lnTo>
                    <a:pt x="1" y="587"/>
                  </a:lnTo>
                  <a:cubicBezTo>
                    <a:pt x="1" y="702"/>
                    <a:pt x="87" y="788"/>
                    <a:pt x="192"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8" name="Google Shape;8834;p60">
              <a:extLst>
                <a:ext uri="{FF2B5EF4-FFF2-40B4-BE49-F238E27FC236}">
                  <a16:creationId xmlns:a16="http://schemas.microsoft.com/office/drawing/2014/main" id="{18A95157-3F5A-694F-75C4-87456A818BC5}"/>
                </a:ext>
              </a:extLst>
            </p:cNvPr>
            <p:cNvSpPr/>
            <p:nvPr/>
          </p:nvSpPr>
          <p:spPr>
            <a:xfrm>
              <a:off x="2874279" y="3644850"/>
              <a:ext cx="10320" cy="20693"/>
            </a:xfrm>
            <a:custGeom>
              <a:avLst/>
              <a:gdLst/>
              <a:ahLst/>
              <a:cxnLst/>
              <a:rect l="l" t="t" r="r" b="b"/>
              <a:pathLst>
                <a:path w="393" h="788" extrusionOk="0">
                  <a:moveTo>
                    <a:pt x="197" y="1"/>
                  </a:moveTo>
                  <a:cubicBezTo>
                    <a:pt x="98" y="1"/>
                    <a:pt x="0" y="65"/>
                    <a:pt x="0" y="195"/>
                  </a:cubicBezTo>
                  <a:lnTo>
                    <a:pt x="0" y="587"/>
                  </a:lnTo>
                  <a:cubicBezTo>
                    <a:pt x="0" y="702"/>
                    <a:pt x="86" y="788"/>
                    <a:pt x="201" y="788"/>
                  </a:cubicBezTo>
                  <a:cubicBezTo>
                    <a:pt x="307" y="788"/>
                    <a:pt x="393" y="702"/>
                    <a:pt x="393" y="587"/>
                  </a:cubicBezTo>
                  <a:lnTo>
                    <a:pt x="393" y="195"/>
                  </a:lnTo>
                  <a:cubicBezTo>
                    <a:pt x="393" y="65"/>
                    <a:pt x="295" y="1"/>
                    <a:pt x="197"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9" name="Google Shape;8835;p60">
              <a:extLst>
                <a:ext uri="{FF2B5EF4-FFF2-40B4-BE49-F238E27FC236}">
                  <a16:creationId xmlns:a16="http://schemas.microsoft.com/office/drawing/2014/main" id="{A595B867-A25E-8DF3-BEFD-2F156BB0385E}"/>
                </a:ext>
              </a:extLst>
            </p:cNvPr>
            <p:cNvSpPr/>
            <p:nvPr/>
          </p:nvSpPr>
          <p:spPr>
            <a:xfrm>
              <a:off x="2894893" y="3644850"/>
              <a:ext cx="10320" cy="20693"/>
            </a:xfrm>
            <a:custGeom>
              <a:avLst/>
              <a:gdLst/>
              <a:ahLst/>
              <a:cxnLst/>
              <a:rect l="l" t="t" r="r" b="b"/>
              <a:pathLst>
                <a:path w="393" h="788" extrusionOk="0">
                  <a:moveTo>
                    <a:pt x="196" y="1"/>
                  </a:moveTo>
                  <a:cubicBezTo>
                    <a:pt x="98" y="1"/>
                    <a:pt x="0" y="65"/>
                    <a:pt x="0" y="195"/>
                  </a:cubicBezTo>
                  <a:lnTo>
                    <a:pt x="0" y="587"/>
                  </a:lnTo>
                  <a:cubicBezTo>
                    <a:pt x="0" y="702"/>
                    <a:pt x="86" y="788"/>
                    <a:pt x="201" y="788"/>
                  </a:cubicBezTo>
                  <a:cubicBezTo>
                    <a:pt x="306" y="788"/>
                    <a:pt x="392" y="702"/>
                    <a:pt x="392" y="587"/>
                  </a:cubicBezTo>
                  <a:lnTo>
                    <a:pt x="392" y="195"/>
                  </a:lnTo>
                  <a:cubicBezTo>
                    <a:pt x="392" y="65"/>
                    <a:pt x="294" y="1"/>
                    <a:pt x="196"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0" name="Google Shape;8836;p60">
              <a:extLst>
                <a:ext uri="{FF2B5EF4-FFF2-40B4-BE49-F238E27FC236}">
                  <a16:creationId xmlns:a16="http://schemas.microsoft.com/office/drawing/2014/main" id="{248B6EC9-AFEF-11E0-AAE1-40EBA79DFDE2}"/>
                </a:ext>
              </a:extLst>
            </p:cNvPr>
            <p:cNvSpPr/>
            <p:nvPr/>
          </p:nvSpPr>
          <p:spPr>
            <a:xfrm>
              <a:off x="2915481" y="3644850"/>
              <a:ext cx="10583" cy="20693"/>
            </a:xfrm>
            <a:custGeom>
              <a:avLst/>
              <a:gdLst/>
              <a:ahLst/>
              <a:cxnLst/>
              <a:rect l="l" t="t" r="r" b="b"/>
              <a:pathLst>
                <a:path w="403" h="788" extrusionOk="0">
                  <a:moveTo>
                    <a:pt x="202" y="1"/>
                  </a:moveTo>
                  <a:cubicBezTo>
                    <a:pt x="101" y="1"/>
                    <a:pt x="1" y="65"/>
                    <a:pt x="1" y="195"/>
                  </a:cubicBezTo>
                  <a:lnTo>
                    <a:pt x="1" y="587"/>
                  </a:lnTo>
                  <a:cubicBezTo>
                    <a:pt x="1" y="702"/>
                    <a:pt x="97" y="788"/>
                    <a:pt x="202" y="788"/>
                  </a:cubicBezTo>
                  <a:cubicBezTo>
                    <a:pt x="307" y="788"/>
                    <a:pt x="403" y="702"/>
                    <a:pt x="403" y="587"/>
                  </a:cubicBezTo>
                  <a:lnTo>
                    <a:pt x="403" y="195"/>
                  </a:lnTo>
                  <a:cubicBezTo>
                    <a:pt x="403" y="65"/>
                    <a:pt x="302" y="1"/>
                    <a:pt x="202" y="1"/>
                  </a:cubicBezTo>
                  <a:close/>
                </a:path>
              </a:pathLst>
            </a:custGeom>
            <a:solidFill>
              <a:srgbClr val="6C819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1" name="Google Shape;8837;p60">
              <a:extLst>
                <a:ext uri="{FF2B5EF4-FFF2-40B4-BE49-F238E27FC236}">
                  <a16:creationId xmlns:a16="http://schemas.microsoft.com/office/drawing/2014/main" id="{25823CF9-2C1B-E2B9-EFBF-EA7298AA5555}"/>
                </a:ext>
              </a:extLst>
            </p:cNvPr>
            <p:cNvSpPr/>
            <p:nvPr/>
          </p:nvSpPr>
          <p:spPr>
            <a:xfrm>
              <a:off x="2650597" y="3696451"/>
              <a:ext cx="333791" cy="10320"/>
            </a:xfrm>
            <a:custGeom>
              <a:avLst/>
              <a:gdLst/>
              <a:ahLst/>
              <a:cxnLst/>
              <a:rect l="l" t="t" r="r" b="b"/>
              <a:pathLst>
                <a:path w="12711" h="393" extrusionOk="0">
                  <a:moveTo>
                    <a:pt x="269" y="0"/>
                  </a:moveTo>
                  <a:cubicBezTo>
                    <a:pt x="1" y="0"/>
                    <a:pt x="1" y="392"/>
                    <a:pt x="269" y="392"/>
                  </a:cubicBezTo>
                  <a:lnTo>
                    <a:pt x="12452" y="392"/>
                  </a:lnTo>
                  <a:cubicBezTo>
                    <a:pt x="12710" y="392"/>
                    <a:pt x="12710" y="0"/>
                    <a:pt x="12452"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2" name="Google Shape;8838;p60">
              <a:extLst>
                <a:ext uri="{FF2B5EF4-FFF2-40B4-BE49-F238E27FC236}">
                  <a16:creationId xmlns:a16="http://schemas.microsoft.com/office/drawing/2014/main" id="{65D6FF1B-D3BF-D2DE-9554-277767F9FAA3}"/>
                </a:ext>
              </a:extLst>
            </p:cNvPr>
            <p:cNvSpPr/>
            <p:nvPr/>
          </p:nvSpPr>
          <p:spPr>
            <a:xfrm>
              <a:off x="2735049" y="3608742"/>
              <a:ext cx="226965" cy="20614"/>
            </a:xfrm>
            <a:custGeom>
              <a:avLst/>
              <a:gdLst/>
              <a:ahLst/>
              <a:cxnLst/>
              <a:rect l="l" t="t" r="r" b="b"/>
              <a:pathLst>
                <a:path w="8643" h="785" extrusionOk="0">
                  <a:moveTo>
                    <a:pt x="393" y="0"/>
                  </a:moveTo>
                  <a:cubicBezTo>
                    <a:pt x="173" y="0"/>
                    <a:pt x="0" y="172"/>
                    <a:pt x="0" y="392"/>
                  </a:cubicBezTo>
                  <a:cubicBezTo>
                    <a:pt x="0" y="612"/>
                    <a:pt x="173" y="785"/>
                    <a:pt x="393" y="785"/>
                  </a:cubicBezTo>
                  <a:lnTo>
                    <a:pt x="8250" y="785"/>
                  </a:lnTo>
                  <a:cubicBezTo>
                    <a:pt x="8470" y="785"/>
                    <a:pt x="8642" y="612"/>
                    <a:pt x="8642" y="392"/>
                  </a:cubicBezTo>
                  <a:cubicBezTo>
                    <a:pt x="8642" y="172"/>
                    <a:pt x="8470" y="0"/>
                    <a:pt x="8250" y="0"/>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3" name="Google Shape;8839;p60">
              <a:extLst>
                <a:ext uri="{FF2B5EF4-FFF2-40B4-BE49-F238E27FC236}">
                  <a16:creationId xmlns:a16="http://schemas.microsoft.com/office/drawing/2014/main" id="{62C1F9E6-1A8D-DCD2-A31F-D2134CEBCF22}"/>
                </a:ext>
              </a:extLst>
            </p:cNvPr>
            <p:cNvSpPr/>
            <p:nvPr/>
          </p:nvSpPr>
          <p:spPr>
            <a:xfrm>
              <a:off x="2740065" y="3619036"/>
              <a:ext cx="216908" cy="10320"/>
            </a:xfrm>
            <a:custGeom>
              <a:avLst/>
              <a:gdLst/>
              <a:ahLst/>
              <a:cxnLst/>
              <a:rect l="l" t="t" r="r" b="b"/>
              <a:pathLst>
                <a:path w="8260" h="393" extrusionOk="0">
                  <a:moveTo>
                    <a:pt x="202" y="0"/>
                  </a:moveTo>
                  <a:cubicBezTo>
                    <a:pt x="87" y="0"/>
                    <a:pt x="1" y="87"/>
                    <a:pt x="1" y="201"/>
                  </a:cubicBezTo>
                  <a:cubicBezTo>
                    <a:pt x="1" y="307"/>
                    <a:pt x="87" y="393"/>
                    <a:pt x="202" y="393"/>
                  </a:cubicBezTo>
                  <a:lnTo>
                    <a:pt x="8059" y="393"/>
                  </a:lnTo>
                  <a:cubicBezTo>
                    <a:pt x="8164" y="393"/>
                    <a:pt x="8260" y="307"/>
                    <a:pt x="8260" y="201"/>
                  </a:cubicBezTo>
                  <a:cubicBezTo>
                    <a:pt x="8260" y="87"/>
                    <a:pt x="8164" y="0"/>
                    <a:pt x="8059" y="0"/>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4" name="Google Shape;8840;p60">
              <a:extLst>
                <a:ext uri="{FF2B5EF4-FFF2-40B4-BE49-F238E27FC236}">
                  <a16:creationId xmlns:a16="http://schemas.microsoft.com/office/drawing/2014/main" id="{5CF7A0EC-BF9F-024F-609D-89A3C8A45694}"/>
                </a:ext>
              </a:extLst>
            </p:cNvPr>
            <p:cNvSpPr/>
            <p:nvPr/>
          </p:nvSpPr>
          <p:spPr>
            <a:xfrm>
              <a:off x="2770973" y="3644928"/>
              <a:ext cx="10583" cy="10320"/>
            </a:xfrm>
            <a:custGeom>
              <a:avLst/>
              <a:gdLst/>
              <a:ahLst/>
              <a:cxnLst/>
              <a:rect l="l" t="t" r="r" b="b"/>
              <a:pathLst>
                <a:path w="403" h="393" extrusionOk="0">
                  <a:moveTo>
                    <a:pt x="202" y="0"/>
                  </a:moveTo>
                  <a:cubicBezTo>
                    <a:pt x="97" y="0"/>
                    <a:pt x="1" y="86"/>
                    <a:pt x="1" y="192"/>
                  </a:cubicBezTo>
                  <a:lnTo>
                    <a:pt x="1" y="392"/>
                  </a:lnTo>
                  <a:lnTo>
                    <a:pt x="393" y="392"/>
                  </a:lnTo>
                  <a:lnTo>
                    <a:pt x="39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5" name="Google Shape;8841;p60">
              <a:extLst>
                <a:ext uri="{FF2B5EF4-FFF2-40B4-BE49-F238E27FC236}">
                  <a16:creationId xmlns:a16="http://schemas.microsoft.com/office/drawing/2014/main" id="{5FC4074C-432A-3EEA-8308-DEDFE5167D32}"/>
                </a:ext>
              </a:extLst>
            </p:cNvPr>
            <p:cNvSpPr/>
            <p:nvPr/>
          </p:nvSpPr>
          <p:spPr>
            <a:xfrm>
              <a:off x="2791849" y="3644928"/>
              <a:ext cx="10320" cy="10320"/>
            </a:xfrm>
            <a:custGeom>
              <a:avLst/>
              <a:gdLst/>
              <a:ahLst/>
              <a:cxnLst/>
              <a:rect l="l" t="t" r="r" b="b"/>
              <a:pathLst>
                <a:path w="393" h="393" extrusionOk="0">
                  <a:moveTo>
                    <a:pt x="192" y="0"/>
                  </a:moveTo>
                  <a:cubicBezTo>
                    <a:pt x="86" y="0"/>
                    <a:pt x="0" y="86"/>
                    <a:pt x="0" y="192"/>
                  </a:cubicBezTo>
                  <a:lnTo>
                    <a:pt x="0" y="392"/>
                  </a:lnTo>
                  <a:lnTo>
                    <a:pt x="393" y="392"/>
                  </a:lnTo>
                  <a:lnTo>
                    <a:pt x="393" y="192"/>
                  </a:lnTo>
                  <a:cubicBezTo>
                    <a:pt x="393" y="86"/>
                    <a:pt x="29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6" name="Google Shape;8842;p60">
              <a:extLst>
                <a:ext uri="{FF2B5EF4-FFF2-40B4-BE49-F238E27FC236}">
                  <a16:creationId xmlns:a16="http://schemas.microsoft.com/office/drawing/2014/main" id="{61C69683-E85D-A082-5A97-0ABBFF5312F2}"/>
                </a:ext>
              </a:extLst>
            </p:cNvPr>
            <p:cNvSpPr/>
            <p:nvPr/>
          </p:nvSpPr>
          <p:spPr>
            <a:xfrm>
              <a:off x="2812463" y="3644928"/>
              <a:ext cx="10320" cy="10320"/>
            </a:xfrm>
            <a:custGeom>
              <a:avLst/>
              <a:gdLst/>
              <a:ahLst/>
              <a:cxnLst/>
              <a:rect l="l" t="t" r="r" b="b"/>
              <a:pathLst>
                <a:path w="393" h="393" extrusionOk="0">
                  <a:moveTo>
                    <a:pt x="191" y="0"/>
                  </a:moveTo>
                  <a:cubicBezTo>
                    <a:pt x="86" y="0"/>
                    <a:pt x="0" y="86"/>
                    <a:pt x="0" y="192"/>
                  </a:cubicBezTo>
                  <a:lnTo>
                    <a:pt x="0" y="392"/>
                  </a:lnTo>
                  <a:lnTo>
                    <a:pt x="392" y="392"/>
                  </a:lnTo>
                  <a:lnTo>
                    <a:pt x="392" y="192"/>
                  </a:lnTo>
                  <a:cubicBezTo>
                    <a:pt x="392" y="86"/>
                    <a:pt x="306" y="0"/>
                    <a:pt x="19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7" name="Google Shape;8843;p60">
              <a:extLst>
                <a:ext uri="{FF2B5EF4-FFF2-40B4-BE49-F238E27FC236}">
                  <a16:creationId xmlns:a16="http://schemas.microsoft.com/office/drawing/2014/main" id="{B683D981-2E93-0AEA-A319-D06EA29FE9E0}"/>
                </a:ext>
              </a:extLst>
            </p:cNvPr>
            <p:cNvSpPr/>
            <p:nvPr/>
          </p:nvSpPr>
          <p:spPr>
            <a:xfrm>
              <a:off x="2833051" y="3644928"/>
              <a:ext cx="10346" cy="10320"/>
            </a:xfrm>
            <a:custGeom>
              <a:avLst/>
              <a:gdLst/>
              <a:ahLst/>
              <a:cxnLst/>
              <a:rect l="l" t="t" r="r" b="b"/>
              <a:pathLst>
                <a:path w="394" h="393" extrusionOk="0">
                  <a:moveTo>
                    <a:pt x="202" y="0"/>
                  </a:moveTo>
                  <a:cubicBezTo>
                    <a:pt x="87" y="0"/>
                    <a:pt x="1" y="86"/>
                    <a:pt x="1" y="192"/>
                  </a:cubicBezTo>
                  <a:lnTo>
                    <a:pt x="1" y="392"/>
                  </a:lnTo>
                  <a:lnTo>
                    <a:pt x="393" y="392"/>
                  </a:lnTo>
                  <a:lnTo>
                    <a:pt x="393" y="192"/>
                  </a:lnTo>
                  <a:cubicBezTo>
                    <a:pt x="39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8" name="Google Shape;8844;p60">
              <a:extLst>
                <a:ext uri="{FF2B5EF4-FFF2-40B4-BE49-F238E27FC236}">
                  <a16:creationId xmlns:a16="http://schemas.microsoft.com/office/drawing/2014/main" id="{E4067AA1-FACB-B2A5-DB9A-87022BDB1646}"/>
                </a:ext>
              </a:extLst>
            </p:cNvPr>
            <p:cNvSpPr/>
            <p:nvPr/>
          </p:nvSpPr>
          <p:spPr>
            <a:xfrm>
              <a:off x="2853665" y="3644928"/>
              <a:ext cx="10320" cy="10320"/>
            </a:xfrm>
            <a:custGeom>
              <a:avLst/>
              <a:gdLst/>
              <a:ahLst/>
              <a:cxnLst/>
              <a:rect l="l" t="t" r="r" b="b"/>
              <a:pathLst>
                <a:path w="393" h="393" extrusionOk="0">
                  <a:moveTo>
                    <a:pt x="192" y="0"/>
                  </a:moveTo>
                  <a:cubicBezTo>
                    <a:pt x="87" y="0"/>
                    <a:pt x="1" y="86"/>
                    <a:pt x="1" y="192"/>
                  </a:cubicBezTo>
                  <a:lnTo>
                    <a:pt x="1" y="392"/>
                  </a:lnTo>
                  <a:lnTo>
                    <a:pt x="393" y="392"/>
                  </a:lnTo>
                  <a:lnTo>
                    <a:pt x="393" y="192"/>
                  </a:lnTo>
                  <a:cubicBezTo>
                    <a:pt x="393" y="86"/>
                    <a:pt x="307" y="0"/>
                    <a:pt x="19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39" name="Google Shape;8845;p60">
              <a:extLst>
                <a:ext uri="{FF2B5EF4-FFF2-40B4-BE49-F238E27FC236}">
                  <a16:creationId xmlns:a16="http://schemas.microsoft.com/office/drawing/2014/main" id="{89F575F7-B5F4-EE86-6B4D-5D9A9F4EC87C}"/>
                </a:ext>
              </a:extLst>
            </p:cNvPr>
            <p:cNvSpPr/>
            <p:nvPr/>
          </p:nvSpPr>
          <p:spPr>
            <a:xfrm>
              <a:off x="2874279" y="3644928"/>
              <a:ext cx="10320" cy="10320"/>
            </a:xfrm>
            <a:custGeom>
              <a:avLst/>
              <a:gdLst/>
              <a:ahLst/>
              <a:cxnLst/>
              <a:rect l="l" t="t" r="r" b="b"/>
              <a:pathLst>
                <a:path w="393" h="393" extrusionOk="0">
                  <a:moveTo>
                    <a:pt x="201" y="0"/>
                  </a:moveTo>
                  <a:cubicBezTo>
                    <a:pt x="86" y="0"/>
                    <a:pt x="0" y="86"/>
                    <a:pt x="0" y="192"/>
                  </a:cubicBezTo>
                  <a:lnTo>
                    <a:pt x="0" y="392"/>
                  </a:lnTo>
                  <a:lnTo>
                    <a:pt x="393" y="392"/>
                  </a:lnTo>
                  <a:lnTo>
                    <a:pt x="393" y="192"/>
                  </a:lnTo>
                  <a:cubicBezTo>
                    <a:pt x="393" y="86"/>
                    <a:pt x="307"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0" name="Google Shape;8846;p60">
              <a:extLst>
                <a:ext uri="{FF2B5EF4-FFF2-40B4-BE49-F238E27FC236}">
                  <a16:creationId xmlns:a16="http://schemas.microsoft.com/office/drawing/2014/main" id="{632149BA-80A0-CB3E-73C4-8D9E290A961B}"/>
                </a:ext>
              </a:extLst>
            </p:cNvPr>
            <p:cNvSpPr/>
            <p:nvPr/>
          </p:nvSpPr>
          <p:spPr>
            <a:xfrm>
              <a:off x="2894893" y="3644928"/>
              <a:ext cx="10320" cy="10320"/>
            </a:xfrm>
            <a:custGeom>
              <a:avLst/>
              <a:gdLst/>
              <a:ahLst/>
              <a:cxnLst/>
              <a:rect l="l" t="t" r="r" b="b"/>
              <a:pathLst>
                <a:path w="393" h="393" extrusionOk="0">
                  <a:moveTo>
                    <a:pt x="201" y="0"/>
                  </a:moveTo>
                  <a:cubicBezTo>
                    <a:pt x="86" y="0"/>
                    <a:pt x="0" y="86"/>
                    <a:pt x="0" y="192"/>
                  </a:cubicBezTo>
                  <a:lnTo>
                    <a:pt x="0" y="392"/>
                  </a:lnTo>
                  <a:lnTo>
                    <a:pt x="392" y="392"/>
                  </a:lnTo>
                  <a:lnTo>
                    <a:pt x="392" y="192"/>
                  </a:lnTo>
                  <a:cubicBezTo>
                    <a:pt x="392" y="86"/>
                    <a:pt x="306" y="0"/>
                    <a:pt x="201"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1" name="Google Shape;8847;p60">
              <a:extLst>
                <a:ext uri="{FF2B5EF4-FFF2-40B4-BE49-F238E27FC236}">
                  <a16:creationId xmlns:a16="http://schemas.microsoft.com/office/drawing/2014/main" id="{6B19CA82-BDC8-83E3-BD8A-09F06AA13293}"/>
                </a:ext>
              </a:extLst>
            </p:cNvPr>
            <p:cNvSpPr/>
            <p:nvPr/>
          </p:nvSpPr>
          <p:spPr>
            <a:xfrm>
              <a:off x="2915481" y="3644928"/>
              <a:ext cx="10583" cy="10320"/>
            </a:xfrm>
            <a:custGeom>
              <a:avLst/>
              <a:gdLst/>
              <a:ahLst/>
              <a:cxnLst/>
              <a:rect l="l" t="t" r="r" b="b"/>
              <a:pathLst>
                <a:path w="403" h="393" extrusionOk="0">
                  <a:moveTo>
                    <a:pt x="202" y="0"/>
                  </a:moveTo>
                  <a:cubicBezTo>
                    <a:pt x="97" y="0"/>
                    <a:pt x="1" y="86"/>
                    <a:pt x="1" y="192"/>
                  </a:cubicBezTo>
                  <a:lnTo>
                    <a:pt x="1" y="392"/>
                  </a:lnTo>
                  <a:lnTo>
                    <a:pt x="403" y="392"/>
                  </a:lnTo>
                  <a:lnTo>
                    <a:pt x="403" y="192"/>
                  </a:lnTo>
                  <a:cubicBezTo>
                    <a:pt x="403" y="86"/>
                    <a:pt x="307" y="0"/>
                    <a:pt x="202" y="0"/>
                  </a:cubicBezTo>
                  <a:close/>
                </a:path>
              </a:pathLst>
            </a:custGeom>
            <a:solidFill>
              <a:srgbClr val="566D8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2" name="Google Shape;8848;p60">
              <a:extLst>
                <a:ext uri="{FF2B5EF4-FFF2-40B4-BE49-F238E27FC236}">
                  <a16:creationId xmlns:a16="http://schemas.microsoft.com/office/drawing/2014/main" id="{892B9F73-7C37-1D9D-91C8-171245234EC2}"/>
                </a:ext>
              </a:extLst>
            </p:cNvPr>
            <p:cNvSpPr/>
            <p:nvPr/>
          </p:nvSpPr>
          <p:spPr>
            <a:xfrm>
              <a:off x="2732081" y="3381777"/>
              <a:ext cx="260027" cy="113391"/>
            </a:xfrm>
            <a:custGeom>
              <a:avLst/>
              <a:gdLst/>
              <a:ahLst/>
              <a:cxnLst/>
              <a:rect l="l" t="t" r="r" b="b"/>
              <a:pathLst>
                <a:path w="9902" h="4318" extrusionOk="0">
                  <a:moveTo>
                    <a:pt x="7150" y="1"/>
                  </a:moveTo>
                  <a:cubicBezTo>
                    <a:pt x="6599" y="1"/>
                    <a:pt x="6077" y="220"/>
                    <a:pt x="5683" y="604"/>
                  </a:cubicBezTo>
                  <a:cubicBezTo>
                    <a:pt x="5383" y="330"/>
                    <a:pt x="5004" y="195"/>
                    <a:pt x="4627" y="195"/>
                  </a:cubicBezTo>
                  <a:cubicBezTo>
                    <a:pt x="4189" y="195"/>
                    <a:pt x="3753" y="378"/>
                    <a:pt x="3444" y="738"/>
                  </a:cubicBezTo>
                  <a:cubicBezTo>
                    <a:pt x="3260" y="633"/>
                    <a:pt x="3062" y="584"/>
                    <a:pt x="2868" y="584"/>
                  </a:cubicBezTo>
                  <a:cubicBezTo>
                    <a:pt x="2356" y="584"/>
                    <a:pt x="1870" y="924"/>
                    <a:pt x="1731" y="1465"/>
                  </a:cubicBezTo>
                  <a:cubicBezTo>
                    <a:pt x="1617" y="1400"/>
                    <a:pt x="1498" y="1370"/>
                    <a:pt x="1382" y="1370"/>
                  </a:cubicBezTo>
                  <a:cubicBezTo>
                    <a:pt x="1039" y="1370"/>
                    <a:pt x="728" y="1634"/>
                    <a:pt x="707" y="2020"/>
                  </a:cubicBezTo>
                  <a:cubicBezTo>
                    <a:pt x="649" y="1982"/>
                    <a:pt x="573" y="1963"/>
                    <a:pt x="506" y="1963"/>
                  </a:cubicBezTo>
                  <a:cubicBezTo>
                    <a:pt x="502" y="1963"/>
                    <a:pt x="497" y="1963"/>
                    <a:pt x="493" y="1963"/>
                  </a:cubicBezTo>
                  <a:cubicBezTo>
                    <a:pt x="185" y="1963"/>
                    <a:pt x="1" y="2311"/>
                    <a:pt x="171" y="2566"/>
                  </a:cubicBezTo>
                  <a:cubicBezTo>
                    <a:pt x="249" y="2687"/>
                    <a:pt x="374" y="2746"/>
                    <a:pt x="500" y="2746"/>
                  </a:cubicBezTo>
                  <a:cubicBezTo>
                    <a:pt x="651" y="2746"/>
                    <a:pt x="801" y="2661"/>
                    <a:pt x="869" y="2499"/>
                  </a:cubicBezTo>
                  <a:cubicBezTo>
                    <a:pt x="1005" y="2663"/>
                    <a:pt x="1198" y="2744"/>
                    <a:pt x="1391" y="2744"/>
                  </a:cubicBezTo>
                  <a:cubicBezTo>
                    <a:pt x="1591" y="2744"/>
                    <a:pt x="1790" y="2656"/>
                    <a:pt x="1922" y="2480"/>
                  </a:cubicBezTo>
                  <a:cubicBezTo>
                    <a:pt x="2155" y="2780"/>
                    <a:pt x="2503" y="2943"/>
                    <a:pt x="2858" y="2943"/>
                  </a:cubicBezTo>
                  <a:cubicBezTo>
                    <a:pt x="3057" y="2943"/>
                    <a:pt x="3258" y="2892"/>
                    <a:pt x="3444" y="2786"/>
                  </a:cubicBezTo>
                  <a:cubicBezTo>
                    <a:pt x="3750" y="3143"/>
                    <a:pt x="4184" y="3335"/>
                    <a:pt x="4629" y="3335"/>
                  </a:cubicBezTo>
                  <a:cubicBezTo>
                    <a:pt x="4852" y="3335"/>
                    <a:pt x="5077" y="3287"/>
                    <a:pt x="5291" y="3188"/>
                  </a:cubicBezTo>
                  <a:cubicBezTo>
                    <a:pt x="5701" y="3939"/>
                    <a:pt x="6447" y="4318"/>
                    <a:pt x="7193" y="4318"/>
                  </a:cubicBezTo>
                  <a:cubicBezTo>
                    <a:pt x="7911" y="4318"/>
                    <a:pt x="8630" y="3968"/>
                    <a:pt x="9052" y="3265"/>
                  </a:cubicBezTo>
                  <a:cubicBezTo>
                    <a:pt x="9902" y="1823"/>
                    <a:pt x="8866" y="1"/>
                    <a:pt x="7199" y="1"/>
                  </a:cubicBezTo>
                  <a:cubicBezTo>
                    <a:pt x="7195" y="1"/>
                    <a:pt x="7190" y="1"/>
                    <a:pt x="7186" y="1"/>
                  </a:cubicBezTo>
                  <a:cubicBezTo>
                    <a:pt x="7174" y="1"/>
                    <a:pt x="7162" y="1"/>
                    <a:pt x="7150" y="1"/>
                  </a:cubicBezTo>
                  <a:close/>
                </a:path>
              </a:pathLst>
            </a:custGeom>
            <a:solidFill>
              <a:srgbClr val="F5F7F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43" name="Google Shape;8849;p60">
              <a:extLst>
                <a:ext uri="{FF2B5EF4-FFF2-40B4-BE49-F238E27FC236}">
                  <a16:creationId xmlns:a16="http://schemas.microsoft.com/office/drawing/2014/main" id="{9A2E0D2F-272E-1400-5466-6E74A35A0F44}"/>
                </a:ext>
              </a:extLst>
            </p:cNvPr>
            <p:cNvSpPr/>
            <p:nvPr/>
          </p:nvSpPr>
          <p:spPr>
            <a:xfrm>
              <a:off x="2731845" y="3397612"/>
              <a:ext cx="241487" cy="97320"/>
            </a:xfrm>
            <a:custGeom>
              <a:avLst/>
              <a:gdLst/>
              <a:ahLst/>
              <a:cxnLst/>
              <a:rect l="l" t="t" r="r" b="b"/>
              <a:pathLst>
                <a:path w="9196" h="3706" extrusionOk="0">
                  <a:moveTo>
                    <a:pt x="2668" y="1"/>
                  </a:moveTo>
                  <a:cubicBezTo>
                    <a:pt x="2209" y="78"/>
                    <a:pt x="1845" y="413"/>
                    <a:pt x="1721" y="853"/>
                  </a:cubicBezTo>
                  <a:cubicBezTo>
                    <a:pt x="1612" y="791"/>
                    <a:pt x="1497" y="763"/>
                    <a:pt x="1385" y="763"/>
                  </a:cubicBezTo>
                  <a:cubicBezTo>
                    <a:pt x="1043" y="763"/>
                    <a:pt x="728" y="1026"/>
                    <a:pt x="706" y="1408"/>
                  </a:cubicBezTo>
                  <a:cubicBezTo>
                    <a:pt x="649" y="1379"/>
                    <a:pt x="572" y="1360"/>
                    <a:pt x="505" y="1360"/>
                  </a:cubicBezTo>
                  <a:cubicBezTo>
                    <a:pt x="501" y="1360"/>
                    <a:pt x="497" y="1360"/>
                    <a:pt x="493" y="1360"/>
                  </a:cubicBezTo>
                  <a:cubicBezTo>
                    <a:pt x="184" y="1360"/>
                    <a:pt x="0" y="1708"/>
                    <a:pt x="170" y="1963"/>
                  </a:cubicBezTo>
                  <a:cubicBezTo>
                    <a:pt x="248" y="2084"/>
                    <a:pt x="374" y="2143"/>
                    <a:pt x="499" y="2143"/>
                  </a:cubicBezTo>
                  <a:cubicBezTo>
                    <a:pt x="650" y="2143"/>
                    <a:pt x="801" y="2058"/>
                    <a:pt x="869" y="1896"/>
                  </a:cubicBezTo>
                  <a:cubicBezTo>
                    <a:pt x="1005" y="2060"/>
                    <a:pt x="1198" y="2141"/>
                    <a:pt x="1390" y="2141"/>
                  </a:cubicBezTo>
                  <a:cubicBezTo>
                    <a:pt x="1590" y="2141"/>
                    <a:pt x="1790" y="2053"/>
                    <a:pt x="1922" y="1877"/>
                  </a:cubicBezTo>
                  <a:cubicBezTo>
                    <a:pt x="2154" y="2182"/>
                    <a:pt x="2502" y="2347"/>
                    <a:pt x="2859" y="2347"/>
                  </a:cubicBezTo>
                  <a:cubicBezTo>
                    <a:pt x="3061" y="2347"/>
                    <a:pt x="3266" y="2294"/>
                    <a:pt x="3453" y="2183"/>
                  </a:cubicBezTo>
                  <a:cubicBezTo>
                    <a:pt x="3759" y="2540"/>
                    <a:pt x="4193" y="2732"/>
                    <a:pt x="4638" y="2732"/>
                  </a:cubicBezTo>
                  <a:cubicBezTo>
                    <a:pt x="4861" y="2732"/>
                    <a:pt x="5086" y="2684"/>
                    <a:pt x="5300" y="2585"/>
                  </a:cubicBezTo>
                  <a:cubicBezTo>
                    <a:pt x="5715" y="3339"/>
                    <a:pt x="6454" y="3705"/>
                    <a:pt x="7190" y="3705"/>
                  </a:cubicBezTo>
                  <a:cubicBezTo>
                    <a:pt x="8015" y="3705"/>
                    <a:pt x="8836" y="3245"/>
                    <a:pt x="9195" y="2355"/>
                  </a:cubicBezTo>
                  <a:lnTo>
                    <a:pt x="9195" y="2355"/>
                  </a:lnTo>
                  <a:cubicBezTo>
                    <a:pt x="8841" y="2604"/>
                    <a:pt x="8410" y="2729"/>
                    <a:pt x="7980" y="2729"/>
                  </a:cubicBezTo>
                  <a:cubicBezTo>
                    <a:pt x="7214" y="2729"/>
                    <a:pt x="6506" y="2327"/>
                    <a:pt x="6113" y="1666"/>
                  </a:cubicBezTo>
                  <a:cubicBezTo>
                    <a:pt x="6101" y="1641"/>
                    <a:pt x="6079" y="1628"/>
                    <a:pt x="6055" y="1628"/>
                  </a:cubicBezTo>
                  <a:cubicBezTo>
                    <a:pt x="6043" y="1628"/>
                    <a:pt x="6030" y="1631"/>
                    <a:pt x="6018" y="1637"/>
                  </a:cubicBezTo>
                  <a:cubicBezTo>
                    <a:pt x="5823" y="1716"/>
                    <a:pt x="5621" y="1754"/>
                    <a:pt x="5422" y="1754"/>
                  </a:cubicBezTo>
                  <a:cubicBezTo>
                    <a:pt x="4868" y="1754"/>
                    <a:pt x="4337" y="1462"/>
                    <a:pt x="4056" y="948"/>
                  </a:cubicBezTo>
                  <a:cubicBezTo>
                    <a:pt x="4040" y="925"/>
                    <a:pt x="4005" y="908"/>
                    <a:pt x="3977" y="908"/>
                  </a:cubicBezTo>
                  <a:cubicBezTo>
                    <a:pt x="3971" y="908"/>
                    <a:pt x="3965" y="908"/>
                    <a:pt x="3960" y="910"/>
                  </a:cubicBezTo>
                  <a:cubicBezTo>
                    <a:pt x="3855" y="948"/>
                    <a:pt x="3759" y="958"/>
                    <a:pt x="3654" y="968"/>
                  </a:cubicBezTo>
                  <a:cubicBezTo>
                    <a:pt x="3118" y="958"/>
                    <a:pt x="2678" y="527"/>
                    <a:pt x="2668" y="1"/>
                  </a:cubicBezTo>
                  <a:close/>
                </a:path>
              </a:pathLst>
            </a:custGeom>
            <a:solidFill>
              <a:srgbClr val="ECF0F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44" name="TextBox 43">
            <a:extLst>
              <a:ext uri="{FF2B5EF4-FFF2-40B4-BE49-F238E27FC236}">
                <a16:creationId xmlns:a16="http://schemas.microsoft.com/office/drawing/2014/main" id="{F271D834-2E15-2C39-6BCF-756A51FBE69C}"/>
              </a:ext>
            </a:extLst>
          </p:cNvPr>
          <p:cNvSpPr txBox="1"/>
          <p:nvPr/>
        </p:nvSpPr>
        <p:spPr>
          <a:xfrm>
            <a:off x="1176927" y="1747170"/>
            <a:ext cx="227309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0E166B"/>
                </a:solidFill>
                <a:effectLst/>
                <a:uLnTx/>
                <a:uFillTx/>
                <a:latin typeface="Arial"/>
                <a:ea typeface="+mn-ea"/>
                <a:cs typeface="+mn-cs"/>
              </a:rPr>
              <a:t>INDUSTRY</a:t>
            </a:r>
          </a:p>
        </p:txBody>
      </p:sp>
      <p:cxnSp>
        <p:nvCxnSpPr>
          <p:cNvPr id="82" name="Google Shape;2079;p158">
            <a:extLst>
              <a:ext uri="{FF2B5EF4-FFF2-40B4-BE49-F238E27FC236}">
                <a16:creationId xmlns:a16="http://schemas.microsoft.com/office/drawing/2014/main" id="{EADACE26-5E02-9529-E800-1470E0A61447}"/>
              </a:ext>
            </a:extLst>
          </p:cNvPr>
          <p:cNvCxnSpPr>
            <a:cxnSpLocks/>
          </p:cNvCxnSpPr>
          <p:nvPr/>
        </p:nvCxnSpPr>
        <p:spPr>
          <a:xfrm>
            <a:off x="4578485" y="2204626"/>
            <a:ext cx="0" cy="4010483"/>
          </a:xfrm>
          <a:prstGeom prst="straightConnector1">
            <a:avLst/>
          </a:prstGeom>
          <a:noFill/>
          <a:ln w="28575" cap="flat" cmpd="sng">
            <a:solidFill>
              <a:srgbClr val="0E166B"/>
            </a:solidFill>
            <a:prstDash val="solid"/>
            <a:round/>
            <a:headEnd type="none" w="med" len="med"/>
            <a:tailEnd type="none" w="med" len="med"/>
          </a:ln>
        </p:spPr>
      </p:cxnSp>
      <p:sp>
        <p:nvSpPr>
          <p:cNvPr id="85" name="TextBox 84">
            <a:extLst>
              <a:ext uri="{FF2B5EF4-FFF2-40B4-BE49-F238E27FC236}">
                <a16:creationId xmlns:a16="http://schemas.microsoft.com/office/drawing/2014/main" id="{A3338934-B158-505D-E441-79FA2C5314CD}"/>
              </a:ext>
            </a:extLst>
          </p:cNvPr>
          <p:cNvSpPr txBox="1"/>
          <p:nvPr/>
        </p:nvSpPr>
        <p:spPr>
          <a:xfrm>
            <a:off x="1120958" y="3718154"/>
            <a:ext cx="2273094" cy="369332"/>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0E166B"/>
                </a:solidFill>
                <a:effectLst/>
                <a:uLnTx/>
                <a:uFillTx/>
                <a:latin typeface="Arial"/>
                <a:ea typeface="+mn-ea"/>
                <a:cs typeface="+mn-cs"/>
              </a:rPr>
              <a:t>THE </a:t>
            </a:r>
            <a:r>
              <a:rPr lang="es-ES" b="1" dirty="0">
                <a:solidFill>
                  <a:srgbClr val="0E166B"/>
                </a:solidFill>
                <a:latin typeface="Arial"/>
              </a:rPr>
              <a:t>CHALLENGE</a:t>
            </a:r>
            <a:endParaRPr kumimoji="0" lang="es-ES" sz="1800" b="1" i="0" u="none" strike="noStrike" kern="1200" cap="none" spc="0" normalizeH="0" baseline="0" noProof="0" dirty="0">
              <a:ln>
                <a:noFill/>
              </a:ln>
              <a:solidFill>
                <a:srgbClr val="0E166B"/>
              </a:solidFill>
              <a:effectLst/>
              <a:uLnTx/>
              <a:uFillTx/>
              <a:latin typeface="Arial"/>
              <a:ea typeface="+mn-ea"/>
              <a:cs typeface="+mn-cs"/>
            </a:endParaRPr>
          </a:p>
        </p:txBody>
      </p:sp>
      <p:grpSp>
        <p:nvGrpSpPr>
          <p:cNvPr id="87" name="Google Shape;8505;p60">
            <a:extLst>
              <a:ext uri="{FF2B5EF4-FFF2-40B4-BE49-F238E27FC236}">
                <a16:creationId xmlns:a16="http://schemas.microsoft.com/office/drawing/2014/main" id="{135091D8-6628-B5BB-E531-34AEE879CA0F}"/>
              </a:ext>
            </a:extLst>
          </p:cNvPr>
          <p:cNvGrpSpPr/>
          <p:nvPr/>
        </p:nvGrpSpPr>
        <p:grpSpPr>
          <a:xfrm>
            <a:off x="585217" y="3633190"/>
            <a:ext cx="555447" cy="513067"/>
            <a:chOff x="2180884" y="2888719"/>
            <a:chExt cx="376752" cy="374468"/>
          </a:xfrm>
        </p:grpSpPr>
        <p:sp>
          <p:nvSpPr>
            <p:cNvPr id="88" name="Google Shape;8506;p60">
              <a:extLst>
                <a:ext uri="{FF2B5EF4-FFF2-40B4-BE49-F238E27FC236}">
                  <a16:creationId xmlns:a16="http://schemas.microsoft.com/office/drawing/2014/main" id="{376465E7-D646-6DDD-C923-E4221EF68EFB}"/>
                </a:ext>
              </a:extLst>
            </p:cNvPr>
            <p:cNvSpPr/>
            <p:nvPr/>
          </p:nvSpPr>
          <p:spPr>
            <a:xfrm>
              <a:off x="2180884" y="2954054"/>
              <a:ext cx="309395" cy="309133"/>
            </a:xfrm>
            <a:custGeom>
              <a:avLst/>
              <a:gdLst/>
              <a:ahLst/>
              <a:cxnLst/>
              <a:rect l="l" t="t" r="r" b="b"/>
              <a:pathLst>
                <a:path w="11782" h="11772" extrusionOk="0">
                  <a:moveTo>
                    <a:pt x="5896" y="0"/>
                  </a:moveTo>
                  <a:cubicBezTo>
                    <a:pt x="2642" y="0"/>
                    <a:pt x="1" y="2632"/>
                    <a:pt x="1" y="5886"/>
                  </a:cubicBezTo>
                  <a:cubicBezTo>
                    <a:pt x="1" y="9140"/>
                    <a:pt x="2642" y="11772"/>
                    <a:pt x="5896" y="11772"/>
                  </a:cubicBezTo>
                  <a:cubicBezTo>
                    <a:pt x="9150" y="11772"/>
                    <a:pt x="11782" y="9140"/>
                    <a:pt x="11782" y="5886"/>
                  </a:cubicBezTo>
                  <a:cubicBezTo>
                    <a:pt x="11782" y="2632"/>
                    <a:pt x="9150" y="0"/>
                    <a:pt x="5896"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89" name="Google Shape;8507;p60">
              <a:extLst>
                <a:ext uri="{FF2B5EF4-FFF2-40B4-BE49-F238E27FC236}">
                  <a16:creationId xmlns:a16="http://schemas.microsoft.com/office/drawing/2014/main" id="{986C7AAA-0317-4040-74C2-11F1F4917F31}"/>
                </a:ext>
              </a:extLst>
            </p:cNvPr>
            <p:cNvSpPr/>
            <p:nvPr/>
          </p:nvSpPr>
          <p:spPr>
            <a:xfrm>
              <a:off x="2335713" y="3102082"/>
              <a:ext cx="154330" cy="12579"/>
            </a:xfrm>
            <a:custGeom>
              <a:avLst/>
              <a:gdLst/>
              <a:ahLst/>
              <a:cxnLst/>
              <a:rect l="l" t="t" r="r" b="b"/>
              <a:pathLst>
                <a:path w="5877" h="479" extrusionOk="0">
                  <a:moveTo>
                    <a:pt x="0" y="0"/>
                  </a:moveTo>
                  <a:lnTo>
                    <a:pt x="0" y="479"/>
                  </a:lnTo>
                  <a:lnTo>
                    <a:pt x="5876" y="479"/>
                  </a:lnTo>
                  <a:lnTo>
                    <a:pt x="5876" y="240"/>
                  </a:lnTo>
                  <a:lnTo>
                    <a:pt x="5876" y="0"/>
                  </a:ln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0" name="Google Shape;8508;p60">
              <a:extLst>
                <a:ext uri="{FF2B5EF4-FFF2-40B4-BE49-F238E27FC236}">
                  <a16:creationId xmlns:a16="http://schemas.microsoft.com/office/drawing/2014/main" id="{0C716A8C-018D-5C7B-E209-EC30A0EE4C96}"/>
                </a:ext>
              </a:extLst>
            </p:cNvPr>
            <p:cNvSpPr/>
            <p:nvPr/>
          </p:nvSpPr>
          <p:spPr>
            <a:xfrm>
              <a:off x="2465648" y="2888719"/>
              <a:ext cx="91989" cy="89993"/>
            </a:xfrm>
            <a:custGeom>
              <a:avLst/>
              <a:gdLst/>
              <a:ahLst/>
              <a:cxnLst/>
              <a:rect l="l" t="t" r="r" b="b"/>
              <a:pathLst>
                <a:path w="3503" h="3427" extrusionOk="0">
                  <a:moveTo>
                    <a:pt x="2115" y="1"/>
                  </a:moveTo>
                  <a:cubicBezTo>
                    <a:pt x="2059" y="1"/>
                    <a:pt x="2001" y="21"/>
                    <a:pt x="1952" y="67"/>
                  </a:cubicBezTo>
                  <a:lnTo>
                    <a:pt x="211" y="1809"/>
                  </a:lnTo>
                  <a:cubicBezTo>
                    <a:pt x="77" y="1943"/>
                    <a:pt x="0" y="2125"/>
                    <a:pt x="0" y="2307"/>
                  </a:cubicBezTo>
                  <a:lnTo>
                    <a:pt x="0" y="3426"/>
                  </a:lnTo>
                  <a:lnTo>
                    <a:pt x="1120" y="3426"/>
                  </a:lnTo>
                  <a:cubicBezTo>
                    <a:pt x="1311" y="3426"/>
                    <a:pt x="1483" y="3350"/>
                    <a:pt x="1617" y="3216"/>
                  </a:cubicBezTo>
                  <a:lnTo>
                    <a:pt x="3369" y="1474"/>
                  </a:lnTo>
                  <a:cubicBezTo>
                    <a:pt x="3503" y="1321"/>
                    <a:pt x="3407" y="1082"/>
                    <a:pt x="3197" y="1072"/>
                  </a:cubicBez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1" name="Google Shape;8509;p60">
              <a:extLst>
                <a:ext uri="{FF2B5EF4-FFF2-40B4-BE49-F238E27FC236}">
                  <a16:creationId xmlns:a16="http://schemas.microsoft.com/office/drawing/2014/main" id="{D488A5A4-2FA6-6C51-F37F-FFE6316D37FC}"/>
                </a:ext>
              </a:extLst>
            </p:cNvPr>
            <p:cNvSpPr/>
            <p:nvPr/>
          </p:nvSpPr>
          <p:spPr>
            <a:xfrm>
              <a:off x="2465648" y="2888719"/>
              <a:ext cx="61842" cy="90229"/>
            </a:xfrm>
            <a:custGeom>
              <a:avLst/>
              <a:gdLst/>
              <a:ahLst/>
              <a:cxnLst/>
              <a:rect l="l" t="t" r="r" b="b"/>
              <a:pathLst>
                <a:path w="2355" h="3436" extrusionOk="0">
                  <a:moveTo>
                    <a:pt x="2115" y="1"/>
                  </a:moveTo>
                  <a:cubicBezTo>
                    <a:pt x="2059" y="1"/>
                    <a:pt x="2001" y="21"/>
                    <a:pt x="1952" y="67"/>
                  </a:cubicBezTo>
                  <a:lnTo>
                    <a:pt x="211" y="1809"/>
                  </a:lnTo>
                  <a:cubicBezTo>
                    <a:pt x="77" y="1943"/>
                    <a:pt x="0" y="2125"/>
                    <a:pt x="0" y="2307"/>
                  </a:cubicBezTo>
                  <a:lnTo>
                    <a:pt x="0" y="3436"/>
                  </a:lnTo>
                  <a:lnTo>
                    <a:pt x="2354" y="1072"/>
                  </a:lnTo>
                  <a:lnTo>
                    <a:pt x="2354" y="230"/>
                  </a:lnTo>
                  <a:cubicBezTo>
                    <a:pt x="2348" y="93"/>
                    <a:pt x="2235" y="1"/>
                    <a:pt x="2115"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2" name="Google Shape;8510;p60">
              <a:extLst>
                <a:ext uri="{FF2B5EF4-FFF2-40B4-BE49-F238E27FC236}">
                  <a16:creationId xmlns:a16="http://schemas.microsoft.com/office/drawing/2014/main" id="{9C2A9632-B665-C354-9EA7-7D4320B3358E}"/>
                </a:ext>
              </a:extLst>
            </p:cNvPr>
            <p:cNvSpPr/>
            <p:nvPr/>
          </p:nvSpPr>
          <p:spPr>
            <a:xfrm>
              <a:off x="2218094" y="2991002"/>
              <a:ext cx="235263" cy="235263"/>
            </a:xfrm>
            <a:custGeom>
              <a:avLst/>
              <a:gdLst/>
              <a:ahLst/>
              <a:cxnLst/>
              <a:rect l="l" t="t" r="r" b="b"/>
              <a:pathLst>
                <a:path w="8959" h="8959" extrusionOk="0">
                  <a:moveTo>
                    <a:pt x="4479" y="0"/>
                  </a:moveTo>
                  <a:cubicBezTo>
                    <a:pt x="2010" y="0"/>
                    <a:pt x="0" y="2010"/>
                    <a:pt x="0" y="4479"/>
                  </a:cubicBezTo>
                  <a:cubicBezTo>
                    <a:pt x="0" y="6948"/>
                    <a:pt x="2010" y="8958"/>
                    <a:pt x="4479" y="8958"/>
                  </a:cubicBezTo>
                  <a:cubicBezTo>
                    <a:pt x="6948" y="8958"/>
                    <a:pt x="8958" y="6948"/>
                    <a:pt x="8958" y="4479"/>
                  </a:cubicBezTo>
                  <a:cubicBezTo>
                    <a:pt x="8958" y="2010"/>
                    <a:pt x="6948" y="0"/>
                    <a:pt x="4479"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3" name="Google Shape;8511;p60">
              <a:extLst>
                <a:ext uri="{FF2B5EF4-FFF2-40B4-BE49-F238E27FC236}">
                  <a16:creationId xmlns:a16="http://schemas.microsoft.com/office/drawing/2014/main" id="{631BA2CD-F069-0C89-D936-5C367FCC2682}"/>
                </a:ext>
              </a:extLst>
            </p:cNvPr>
            <p:cNvSpPr/>
            <p:nvPr/>
          </p:nvSpPr>
          <p:spPr>
            <a:xfrm>
              <a:off x="2335713" y="3102082"/>
              <a:ext cx="117382" cy="12579"/>
            </a:xfrm>
            <a:custGeom>
              <a:avLst/>
              <a:gdLst/>
              <a:ahLst/>
              <a:cxnLst/>
              <a:rect l="l" t="t" r="r" b="b"/>
              <a:pathLst>
                <a:path w="4470" h="479" extrusionOk="0">
                  <a:moveTo>
                    <a:pt x="0" y="0"/>
                  </a:moveTo>
                  <a:lnTo>
                    <a:pt x="0" y="479"/>
                  </a:lnTo>
                  <a:lnTo>
                    <a:pt x="4460" y="479"/>
                  </a:lnTo>
                  <a:cubicBezTo>
                    <a:pt x="4460" y="402"/>
                    <a:pt x="4470" y="326"/>
                    <a:pt x="4470" y="240"/>
                  </a:cubicBezTo>
                  <a:cubicBezTo>
                    <a:pt x="4470" y="153"/>
                    <a:pt x="4460" y="87"/>
                    <a:pt x="4460" y="0"/>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4" name="Google Shape;8512;p60">
              <a:extLst>
                <a:ext uri="{FF2B5EF4-FFF2-40B4-BE49-F238E27FC236}">
                  <a16:creationId xmlns:a16="http://schemas.microsoft.com/office/drawing/2014/main" id="{19179B4B-57AD-B256-32E5-B8437BA175FC}"/>
                </a:ext>
              </a:extLst>
            </p:cNvPr>
            <p:cNvSpPr/>
            <p:nvPr/>
          </p:nvSpPr>
          <p:spPr>
            <a:xfrm>
              <a:off x="2249003" y="3021910"/>
              <a:ext cx="173185" cy="173421"/>
            </a:xfrm>
            <a:custGeom>
              <a:avLst/>
              <a:gdLst/>
              <a:ahLst/>
              <a:cxnLst/>
              <a:rect l="l" t="t" r="r" b="b"/>
              <a:pathLst>
                <a:path w="6595" h="6604" extrusionOk="0">
                  <a:moveTo>
                    <a:pt x="3302" y="0"/>
                  </a:moveTo>
                  <a:cubicBezTo>
                    <a:pt x="1484" y="0"/>
                    <a:pt x="0" y="1484"/>
                    <a:pt x="0" y="3302"/>
                  </a:cubicBezTo>
                  <a:cubicBezTo>
                    <a:pt x="0" y="5121"/>
                    <a:pt x="1484" y="6604"/>
                    <a:pt x="3302" y="6604"/>
                  </a:cubicBezTo>
                  <a:cubicBezTo>
                    <a:pt x="5121" y="6604"/>
                    <a:pt x="6594" y="5121"/>
                    <a:pt x="6594" y="3302"/>
                  </a:cubicBezTo>
                  <a:cubicBezTo>
                    <a:pt x="6594" y="1484"/>
                    <a:pt x="5121" y="0"/>
                    <a:pt x="3302"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5" name="Google Shape;8513;p60">
              <a:extLst>
                <a:ext uri="{FF2B5EF4-FFF2-40B4-BE49-F238E27FC236}">
                  <a16:creationId xmlns:a16="http://schemas.microsoft.com/office/drawing/2014/main" id="{D6127DB2-29C9-3508-FED9-0D292EF4E5C1}"/>
                </a:ext>
              </a:extLst>
            </p:cNvPr>
            <p:cNvSpPr/>
            <p:nvPr/>
          </p:nvSpPr>
          <p:spPr>
            <a:xfrm>
              <a:off x="2335713" y="3102082"/>
              <a:ext cx="86711" cy="12579"/>
            </a:xfrm>
            <a:custGeom>
              <a:avLst/>
              <a:gdLst/>
              <a:ahLst/>
              <a:cxnLst/>
              <a:rect l="l" t="t" r="r" b="b"/>
              <a:pathLst>
                <a:path w="3302" h="479" extrusionOk="0">
                  <a:moveTo>
                    <a:pt x="0" y="0"/>
                  </a:moveTo>
                  <a:lnTo>
                    <a:pt x="0" y="479"/>
                  </a:lnTo>
                  <a:lnTo>
                    <a:pt x="3283" y="479"/>
                  </a:lnTo>
                  <a:cubicBezTo>
                    <a:pt x="3283" y="402"/>
                    <a:pt x="3302" y="326"/>
                    <a:pt x="3302" y="240"/>
                  </a:cubicBezTo>
                  <a:cubicBezTo>
                    <a:pt x="3302" y="153"/>
                    <a:pt x="3292" y="87"/>
                    <a:pt x="3283" y="0"/>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6" name="Google Shape;8514;p60">
              <a:extLst>
                <a:ext uri="{FF2B5EF4-FFF2-40B4-BE49-F238E27FC236}">
                  <a16:creationId xmlns:a16="http://schemas.microsoft.com/office/drawing/2014/main" id="{FA2714F1-E982-EF97-35FF-A9C884BE9493}"/>
                </a:ext>
              </a:extLst>
            </p:cNvPr>
            <p:cNvSpPr/>
            <p:nvPr/>
          </p:nvSpPr>
          <p:spPr>
            <a:xfrm>
              <a:off x="2286187" y="3059094"/>
              <a:ext cx="99053" cy="99053"/>
            </a:xfrm>
            <a:custGeom>
              <a:avLst/>
              <a:gdLst/>
              <a:ahLst/>
              <a:cxnLst/>
              <a:rect l="l" t="t" r="r" b="b"/>
              <a:pathLst>
                <a:path w="3772" h="3772" extrusionOk="0">
                  <a:moveTo>
                    <a:pt x="1886" y="1"/>
                  </a:moveTo>
                  <a:cubicBezTo>
                    <a:pt x="843" y="1"/>
                    <a:pt x="1" y="843"/>
                    <a:pt x="1" y="1886"/>
                  </a:cubicBezTo>
                  <a:cubicBezTo>
                    <a:pt x="1" y="2929"/>
                    <a:pt x="843" y="3772"/>
                    <a:pt x="1886" y="3772"/>
                  </a:cubicBezTo>
                  <a:cubicBezTo>
                    <a:pt x="2929" y="3772"/>
                    <a:pt x="3772" y="2929"/>
                    <a:pt x="3772" y="1886"/>
                  </a:cubicBezTo>
                  <a:cubicBezTo>
                    <a:pt x="3772" y="843"/>
                    <a:pt x="2929" y="1"/>
                    <a:pt x="18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7" name="Google Shape;8515;p60">
              <a:extLst>
                <a:ext uri="{FF2B5EF4-FFF2-40B4-BE49-F238E27FC236}">
                  <a16:creationId xmlns:a16="http://schemas.microsoft.com/office/drawing/2014/main" id="{759312F2-DB7E-C175-1E6C-BE08DD5A86CD}"/>
                </a:ext>
              </a:extLst>
            </p:cNvPr>
            <p:cNvSpPr/>
            <p:nvPr/>
          </p:nvSpPr>
          <p:spPr>
            <a:xfrm>
              <a:off x="2335713" y="3102318"/>
              <a:ext cx="49526" cy="12342"/>
            </a:xfrm>
            <a:custGeom>
              <a:avLst/>
              <a:gdLst/>
              <a:ahLst/>
              <a:cxnLst/>
              <a:rect l="l" t="t" r="r" b="b"/>
              <a:pathLst>
                <a:path w="1886" h="470" extrusionOk="0">
                  <a:moveTo>
                    <a:pt x="0" y="1"/>
                  </a:moveTo>
                  <a:lnTo>
                    <a:pt x="0" y="470"/>
                  </a:lnTo>
                  <a:lnTo>
                    <a:pt x="1866" y="470"/>
                  </a:lnTo>
                  <a:cubicBezTo>
                    <a:pt x="1886" y="317"/>
                    <a:pt x="1886" y="154"/>
                    <a:pt x="1866" y="1"/>
                  </a:cubicBezTo>
                  <a:close/>
                </a:path>
              </a:pathLst>
            </a:custGeom>
            <a:solidFill>
              <a:srgbClr val="E2E9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8" name="Google Shape;8516;p60">
              <a:extLst>
                <a:ext uri="{FF2B5EF4-FFF2-40B4-BE49-F238E27FC236}">
                  <a16:creationId xmlns:a16="http://schemas.microsoft.com/office/drawing/2014/main" id="{F12DFDB7-0A65-2159-B9D8-DF093129C68E}"/>
                </a:ext>
              </a:extLst>
            </p:cNvPr>
            <p:cNvSpPr/>
            <p:nvPr/>
          </p:nvSpPr>
          <p:spPr>
            <a:xfrm>
              <a:off x="2317095" y="3090002"/>
              <a:ext cx="37237" cy="37237"/>
            </a:xfrm>
            <a:custGeom>
              <a:avLst/>
              <a:gdLst/>
              <a:ahLst/>
              <a:cxnLst/>
              <a:rect l="l" t="t" r="r" b="b"/>
              <a:pathLst>
                <a:path w="1418" h="1418" extrusionOk="0">
                  <a:moveTo>
                    <a:pt x="709" y="1"/>
                  </a:moveTo>
                  <a:cubicBezTo>
                    <a:pt x="317" y="1"/>
                    <a:pt x="1" y="317"/>
                    <a:pt x="1" y="709"/>
                  </a:cubicBezTo>
                  <a:cubicBezTo>
                    <a:pt x="1" y="1102"/>
                    <a:pt x="317" y="1417"/>
                    <a:pt x="709" y="1417"/>
                  </a:cubicBezTo>
                  <a:cubicBezTo>
                    <a:pt x="1102" y="1417"/>
                    <a:pt x="1417" y="1102"/>
                    <a:pt x="1417" y="709"/>
                  </a:cubicBezTo>
                  <a:cubicBezTo>
                    <a:pt x="1417" y="317"/>
                    <a:pt x="1102" y="1"/>
                    <a:pt x="709"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99" name="Google Shape;8517;p60">
              <a:extLst>
                <a:ext uri="{FF2B5EF4-FFF2-40B4-BE49-F238E27FC236}">
                  <a16:creationId xmlns:a16="http://schemas.microsoft.com/office/drawing/2014/main" id="{ED13FDF6-56E7-F5D7-D490-56585BCDD54C}"/>
                </a:ext>
              </a:extLst>
            </p:cNvPr>
            <p:cNvSpPr/>
            <p:nvPr/>
          </p:nvSpPr>
          <p:spPr>
            <a:xfrm>
              <a:off x="2335713" y="3102318"/>
              <a:ext cx="18855" cy="12342"/>
            </a:xfrm>
            <a:custGeom>
              <a:avLst/>
              <a:gdLst/>
              <a:ahLst/>
              <a:cxnLst/>
              <a:rect l="l" t="t" r="r" b="b"/>
              <a:pathLst>
                <a:path w="718" h="470" extrusionOk="0">
                  <a:moveTo>
                    <a:pt x="0" y="1"/>
                  </a:moveTo>
                  <a:lnTo>
                    <a:pt x="0" y="470"/>
                  </a:lnTo>
                  <a:lnTo>
                    <a:pt x="661" y="470"/>
                  </a:lnTo>
                  <a:cubicBezTo>
                    <a:pt x="718" y="317"/>
                    <a:pt x="718" y="154"/>
                    <a:pt x="661" y="1"/>
                  </a:cubicBezTo>
                  <a:close/>
                </a:path>
              </a:pathLst>
            </a:custGeom>
            <a:solidFill>
              <a:srgbClr val="657A8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0" name="Google Shape;8518;p60">
              <a:extLst>
                <a:ext uri="{FF2B5EF4-FFF2-40B4-BE49-F238E27FC236}">
                  <a16:creationId xmlns:a16="http://schemas.microsoft.com/office/drawing/2014/main" id="{37578C4D-F093-5717-4B04-0A351E1BA840}"/>
                </a:ext>
              </a:extLst>
            </p:cNvPr>
            <p:cNvSpPr/>
            <p:nvPr/>
          </p:nvSpPr>
          <p:spPr>
            <a:xfrm>
              <a:off x="2326496" y="3073169"/>
              <a:ext cx="44668" cy="41570"/>
            </a:xfrm>
            <a:custGeom>
              <a:avLst/>
              <a:gdLst/>
              <a:ahLst/>
              <a:cxnLst/>
              <a:rect l="l" t="t" r="r" b="b"/>
              <a:pathLst>
                <a:path w="1701" h="1583" extrusionOk="0">
                  <a:moveTo>
                    <a:pt x="1366" y="1"/>
                  </a:moveTo>
                  <a:lnTo>
                    <a:pt x="188" y="1178"/>
                  </a:lnTo>
                  <a:cubicBezTo>
                    <a:pt x="0" y="1306"/>
                    <a:pt x="215" y="1582"/>
                    <a:pt x="390" y="1582"/>
                  </a:cubicBezTo>
                  <a:cubicBezTo>
                    <a:pt x="437" y="1582"/>
                    <a:pt x="481" y="1562"/>
                    <a:pt x="514" y="1513"/>
                  </a:cubicBezTo>
                  <a:lnTo>
                    <a:pt x="1701" y="336"/>
                  </a:lnTo>
                  <a:lnTo>
                    <a:pt x="1366" y="1"/>
                  </a:lnTo>
                  <a:close/>
                </a:path>
              </a:pathLst>
            </a:custGeom>
            <a:solidFill>
              <a:srgbClr val="8E9EA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1" name="Google Shape;8519;p60">
              <a:extLst>
                <a:ext uri="{FF2B5EF4-FFF2-40B4-BE49-F238E27FC236}">
                  <a16:creationId xmlns:a16="http://schemas.microsoft.com/office/drawing/2014/main" id="{C6D64864-A662-28D4-E72D-0341599273E3}"/>
                </a:ext>
              </a:extLst>
            </p:cNvPr>
            <p:cNvSpPr/>
            <p:nvPr/>
          </p:nvSpPr>
          <p:spPr>
            <a:xfrm>
              <a:off x="2355566" y="2901954"/>
              <a:ext cx="188704" cy="185080"/>
            </a:xfrm>
            <a:custGeom>
              <a:avLst/>
              <a:gdLst/>
              <a:ahLst/>
              <a:cxnLst/>
              <a:rect l="l" t="t" r="r" b="b"/>
              <a:pathLst>
                <a:path w="7186" h="7048" extrusionOk="0">
                  <a:moveTo>
                    <a:pt x="6868" y="0"/>
                  </a:moveTo>
                  <a:cubicBezTo>
                    <a:pt x="6825" y="0"/>
                    <a:pt x="6780" y="13"/>
                    <a:pt x="6738" y="42"/>
                  </a:cubicBezTo>
                  <a:lnTo>
                    <a:pt x="134" y="6645"/>
                  </a:lnTo>
                  <a:cubicBezTo>
                    <a:pt x="0" y="6789"/>
                    <a:pt x="96" y="7038"/>
                    <a:pt x="306" y="7047"/>
                  </a:cubicBezTo>
                  <a:cubicBezTo>
                    <a:pt x="364" y="7047"/>
                    <a:pt x="421" y="7018"/>
                    <a:pt x="469" y="6980"/>
                  </a:cubicBezTo>
                  <a:lnTo>
                    <a:pt x="7063" y="377"/>
                  </a:lnTo>
                  <a:cubicBezTo>
                    <a:pt x="7186" y="201"/>
                    <a:pt x="7039" y="0"/>
                    <a:pt x="6868" y="0"/>
                  </a:cubicBezTo>
                  <a:close/>
                </a:path>
              </a:pathLst>
            </a:custGeom>
            <a:solidFill>
              <a:srgbClr val="47607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184" name="Google Shape;1746;p147">
            <a:extLst>
              <a:ext uri="{FF2B5EF4-FFF2-40B4-BE49-F238E27FC236}">
                <a16:creationId xmlns:a16="http://schemas.microsoft.com/office/drawing/2014/main" id="{E74F86B6-336C-A07D-BAB4-EDAB324E71C7}"/>
              </a:ext>
            </a:extLst>
          </p:cNvPr>
          <p:cNvGrpSpPr/>
          <p:nvPr/>
        </p:nvGrpSpPr>
        <p:grpSpPr>
          <a:xfrm>
            <a:off x="6279225" y="3537511"/>
            <a:ext cx="4228423" cy="979620"/>
            <a:chOff x="2457787" y="2317237"/>
            <a:chExt cx="4228423" cy="979620"/>
          </a:xfrm>
          <a:solidFill>
            <a:srgbClr val="EAECFC"/>
          </a:solidFill>
        </p:grpSpPr>
        <p:sp>
          <p:nvSpPr>
            <p:cNvPr id="185" name="Google Shape;1747;p147">
              <a:extLst>
                <a:ext uri="{FF2B5EF4-FFF2-40B4-BE49-F238E27FC236}">
                  <a16:creationId xmlns:a16="http://schemas.microsoft.com/office/drawing/2014/main" id="{A7D18F7F-C129-ABE0-32EF-5CFB768AB6D8}"/>
                </a:ext>
              </a:extLst>
            </p:cNvPr>
            <p:cNvSpPr/>
            <p:nvPr/>
          </p:nvSpPr>
          <p:spPr>
            <a:xfrm>
              <a:off x="2457787" y="2317237"/>
              <a:ext cx="2069813" cy="979620"/>
            </a:xfrm>
            <a:custGeom>
              <a:avLst/>
              <a:gdLst/>
              <a:ahLst/>
              <a:cxnLst/>
              <a:rect l="l" t="t" r="r" b="b"/>
              <a:pathLst>
                <a:path w="34368" h="16266" extrusionOk="0">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6" name="Google Shape;1748;p147">
              <a:extLst>
                <a:ext uri="{FF2B5EF4-FFF2-40B4-BE49-F238E27FC236}">
                  <a16:creationId xmlns:a16="http://schemas.microsoft.com/office/drawing/2014/main" id="{EA42EA45-BA3A-B779-D822-A38E8BE6CF9D}"/>
                </a:ext>
              </a:extLst>
            </p:cNvPr>
            <p:cNvSpPr/>
            <p:nvPr/>
          </p:nvSpPr>
          <p:spPr>
            <a:xfrm>
              <a:off x="4615554" y="2317237"/>
              <a:ext cx="2070656" cy="979620"/>
            </a:xfrm>
            <a:custGeom>
              <a:avLst/>
              <a:gdLst/>
              <a:ahLst/>
              <a:cxnLst/>
              <a:rect l="l" t="t" r="r" b="b"/>
              <a:pathLst>
                <a:path w="34382" h="16266" extrusionOk="0">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87" name="Google Shape;1749;p147">
              <a:extLst>
                <a:ext uri="{FF2B5EF4-FFF2-40B4-BE49-F238E27FC236}">
                  <a16:creationId xmlns:a16="http://schemas.microsoft.com/office/drawing/2014/main" id="{48099AAD-D9C4-6BE1-AE23-47D77E00D4E8}"/>
                </a:ext>
              </a:extLst>
            </p:cNvPr>
            <p:cNvSpPr/>
            <p:nvPr/>
          </p:nvSpPr>
          <p:spPr>
            <a:xfrm>
              <a:off x="3580437" y="2317237"/>
              <a:ext cx="1978512" cy="979620"/>
            </a:xfrm>
            <a:custGeom>
              <a:avLst/>
              <a:gdLst/>
              <a:ahLst/>
              <a:cxnLst/>
              <a:rect l="l" t="t" r="r" b="b"/>
              <a:pathLst>
                <a:path w="32852" h="16266" extrusionOk="0">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cxnSp>
        <p:nvCxnSpPr>
          <p:cNvPr id="188" name="Google Shape;1750;p147">
            <a:extLst>
              <a:ext uri="{FF2B5EF4-FFF2-40B4-BE49-F238E27FC236}">
                <a16:creationId xmlns:a16="http://schemas.microsoft.com/office/drawing/2014/main" id="{3758B29E-213B-D585-24B6-523FF89EE27D}"/>
              </a:ext>
            </a:extLst>
          </p:cNvPr>
          <p:cNvCxnSpPr/>
          <p:nvPr/>
        </p:nvCxnSpPr>
        <p:spPr>
          <a:xfrm rot="10800000">
            <a:off x="9946463" y="3308374"/>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189" name="Google Shape;1751;p147">
            <a:extLst>
              <a:ext uri="{FF2B5EF4-FFF2-40B4-BE49-F238E27FC236}">
                <a16:creationId xmlns:a16="http://schemas.microsoft.com/office/drawing/2014/main" id="{7E6E1584-7845-9979-8395-AE9BD57DE533}"/>
              </a:ext>
            </a:extLst>
          </p:cNvPr>
          <p:cNvCxnSpPr/>
          <p:nvPr/>
        </p:nvCxnSpPr>
        <p:spPr>
          <a:xfrm rot="10800000">
            <a:off x="7880738" y="3308524"/>
            <a:ext cx="0" cy="229200"/>
          </a:xfrm>
          <a:prstGeom prst="straightConnector1">
            <a:avLst/>
          </a:prstGeom>
          <a:noFill/>
          <a:ln w="19050" cap="flat" cmpd="sng">
            <a:solidFill>
              <a:srgbClr val="0E166B"/>
            </a:solidFill>
            <a:prstDash val="solid"/>
            <a:round/>
            <a:headEnd type="none" w="med" len="med"/>
            <a:tailEnd type="diamond" w="med" len="med"/>
          </a:ln>
        </p:spPr>
      </p:cxnSp>
      <p:grpSp>
        <p:nvGrpSpPr>
          <p:cNvPr id="190" name="Google Shape;1752;p147">
            <a:extLst>
              <a:ext uri="{FF2B5EF4-FFF2-40B4-BE49-F238E27FC236}">
                <a16:creationId xmlns:a16="http://schemas.microsoft.com/office/drawing/2014/main" id="{C0209291-0C7A-EE54-021B-A2B59E397CD0}"/>
              </a:ext>
            </a:extLst>
          </p:cNvPr>
          <p:cNvGrpSpPr/>
          <p:nvPr/>
        </p:nvGrpSpPr>
        <p:grpSpPr>
          <a:xfrm>
            <a:off x="6635529" y="3826372"/>
            <a:ext cx="3511204" cy="401926"/>
            <a:chOff x="2814091" y="2606098"/>
            <a:chExt cx="3511204" cy="401926"/>
          </a:xfrm>
          <a:solidFill>
            <a:srgbClr val="921D86"/>
          </a:solidFill>
        </p:grpSpPr>
        <p:grpSp>
          <p:nvGrpSpPr>
            <p:cNvPr id="191" name="Google Shape;1753;p147">
              <a:extLst>
                <a:ext uri="{FF2B5EF4-FFF2-40B4-BE49-F238E27FC236}">
                  <a16:creationId xmlns:a16="http://schemas.microsoft.com/office/drawing/2014/main" id="{5131F9F6-4898-9B45-BB5F-C6722BD0DC6A}"/>
                </a:ext>
              </a:extLst>
            </p:cNvPr>
            <p:cNvGrpSpPr/>
            <p:nvPr/>
          </p:nvGrpSpPr>
          <p:grpSpPr>
            <a:xfrm>
              <a:off x="2814091" y="2606098"/>
              <a:ext cx="400860" cy="401926"/>
              <a:chOff x="-1700225" y="2768875"/>
              <a:chExt cx="291450" cy="292225"/>
            </a:xfrm>
            <a:grpFill/>
          </p:grpSpPr>
          <p:sp>
            <p:nvSpPr>
              <p:cNvPr id="202" name="Google Shape;1754;p147">
                <a:extLst>
                  <a:ext uri="{FF2B5EF4-FFF2-40B4-BE49-F238E27FC236}">
                    <a16:creationId xmlns:a16="http://schemas.microsoft.com/office/drawing/2014/main" id="{C14F4832-AC15-C4E2-E844-3844FCD713FA}"/>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3" name="Google Shape;1755;p147">
                <a:extLst>
                  <a:ext uri="{FF2B5EF4-FFF2-40B4-BE49-F238E27FC236}">
                    <a16:creationId xmlns:a16="http://schemas.microsoft.com/office/drawing/2014/main" id="{2E69BEC8-F4E2-432F-D76E-02A538819B3D}"/>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4" name="Google Shape;1756;p147">
                <a:extLst>
                  <a:ext uri="{FF2B5EF4-FFF2-40B4-BE49-F238E27FC236}">
                    <a16:creationId xmlns:a16="http://schemas.microsoft.com/office/drawing/2014/main" id="{04E47911-6C68-5D12-650D-3EB25435E3D9}"/>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5" name="Google Shape;1757;p147">
                <a:extLst>
                  <a:ext uri="{FF2B5EF4-FFF2-40B4-BE49-F238E27FC236}">
                    <a16:creationId xmlns:a16="http://schemas.microsoft.com/office/drawing/2014/main" id="{E526DFFD-8C6F-8D30-D978-F48C1366716A}"/>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6" name="Google Shape;1758;p147">
                <a:extLst>
                  <a:ext uri="{FF2B5EF4-FFF2-40B4-BE49-F238E27FC236}">
                    <a16:creationId xmlns:a16="http://schemas.microsoft.com/office/drawing/2014/main" id="{FFE1698C-8B90-CF1B-77D8-CF67B4930560}"/>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7" name="Google Shape;1759;p147">
                <a:extLst>
                  <a:ext uri="{FF2B5EF4-FFF2-40B4-BE49-F238E27FC236}">
                    <a16:creationId xmlns:a16="http://schemas.microsoft.com/office/drawing/2014/main" id="{AC6B57B5-310A-E295-7C4E-DD1926DD39E0}"/>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nvGrpSpPr>
            <p:cNvPr id="192" name="Google Shape;1760;p147">
              <a:extLst>
                <a:ext uri="{FF2B5EF4-FFF2-40B4-BE49-F238E27FC236}">
                  <a16:creationId xmlns:a16="http://schemas.microsoft.com/office/drawing/2014/main" id="{8709DA1E-081D-1395-2215-B18FA2F6F0E9}"/>
                </a:ext>
              </a:extLst>
            </p:cNvPr>
            <p:cNvGrpSpPr/>
            <p:nvPr/>
          </p:nvGrpSpPr>
          <p:grpSpPr>
            <a:xfrm>
              <a:off x="5924435" y="2606144"/>
              <a:ext cx="400860" cy="401789"/>
              <a:chOff x="-3137650" y="2408950"/>
              <a:chExt cx="291450" cy="292125"/>
            </a:xfrm>
            <a:grpFill/>
          </p:grpSpPr>
          <p:sp>
            <p:nvSpPr>
              <p:cNvPr id="197" name="Google Shape;1761;p147">
                <a:extLst>
                  <a:ext uri="{FF2B5EF4-FFF2-40B4-BE49-F238E27FC236}">
                    <a16:creationId xmlns:a16="http://schemas.microsoft.com/office/drawing/2014/main" id="{22CA21B9-8329-A761-672C-B4D4CC13BC40}"/>
                  </a:ext>
                </a:extLst>
              </p:cNvPr>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8" name="Google Shape;1762;p147">
                <a:extLst>
                  <a:ext uri="{FF2B5EF4-FFF2-40B4-BE49-F238E27FC236}">
                    <a16:creationId xmlns:a16="http://schemas.microsoft.com/office/drawing/2014/main" id="{D05B4680-4B05-CC59-FC28-8438FAED1926}"/>
                  </a:ext>
                </a:extLst>
              </p:cNvPr>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9" name="Google Shape;1763;p147">
                <a:extLst>
                  <a:ext uri="{FF2B5EF4-FFF2-40B4-BE49-F238E27FC236}">
                    <a16:creationId xmlns:a16="http://schemas.microsoft.com/office/drawing/2014/main" id="{962F124A-1871-055B-21AF-6DDD6A941B31}"/>
                  </a:ext>
                </a:extLst>
              </p:cNvPr>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0" name="Google Shape;1764;p147">
                <a:extLst>
                  <a:ext uri="{FF2B5EF4-FFF2-40B4-BE49-F238E27FC236}">
                    <a16:creationId xmlns:a16="http://schemas.microsoft.com/office/drawing/2014/main" id="{4C7F17CD-E67D-A923-9D51-DE9B4B23F992}"/>
                  </a:ext>
                </a:extLst>
              </p:cNvPr>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201" name="Google Shape;1765;p147">
                <a:extLst>
                  <a:ext uri="{FF2B5EF4-FFF2-40B4-BE49-F238E27FC236}">
                    <a16:creationId xmlns:a16="http://schemas.microsoft.com/office/drawing/2014/main" id="{82057C05-5CC0-3964-99F1-AB67B1139727}"/>
                  </a:ext>
                </a:extLst>
              </p:cNvPr>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193" name="Google Shape;1766;p147">
              <a:extLst>
                <a:ext uri="{FF2B5EF4-FFF2-40B4-BE49-F238E27FC236}">
                  <a16:creationId xmlns:a16="http://schemas.microsoft.com/office/drawing/2014/main" id="{57A1AC65-E094-788B-1B37-04AA006869F0}"/>
                </a:ext>
              </a:extLst>
            </p:cNvPr>
            <p:cNvSpPr/>
            <p:nvPr/>
          </p:nvSpPr>
          <p:spPr>
            <a:xfrm>
              <a:off x="4921858" y="2638589"/>
              <a:ext cx="334919" cy="336896"/>
            </a:xfrm>
            <a:custGeom>
              <a:avLst/>
              <a:gdLst/>
              <a:ahLst/>
              <a:cxnLst/>
              <a:rect l="l" t="t" r="r" b="b"/>
              <a:pathLst>
                <a:path w="11689" h="11758" extrusionOk="0">
                  <a:moveTo>
                    <a:pt x="8538" y="2747"/>
                  </a:moveTo>
                  <a:cubicBezTo>
                    <a:pt x="8727" y="2747"/>
                    <a:pt x="8853" y="2905"/>
                    <a:pt x="8853" y="3094"/>
                  </a:cubicBezTo>
                  <a:cubicBezTo>
                    <a:pt x="8885" y="3251"/>
                    <a:pt x="8727" y="3409"/>
                    <a:pt x="8538" y="3409"/>
                  </a:cubicBezTo>
                  <a:cubicBezTo>
                    <a:pt x="8444" y="3409"/>
                    <a:pt x="8381" y="3377"/>
                    <a:pt x="8286" y="3346"/>
                  </a:cubicBezTo>
                  <a:lnTo>
                    <a:pt x="8538" y="2747"/>
                  </a:lnTo>
                  <a:close/>
                  <a:moveTo>
                    <a:pt x="3277" y="1581"/>
                  </a:moveTo>
                  <a:cubicBezTo>
                    <a:pt x="3844" y="1581"/>
                    <a:pt x="4316" y="2023"/>
                    <a:pt x="4316" y="2590"/>
                  </a:cubicBezTo>
                  <a:cubicBezTo>
                    <a:pt x="4316" y="3157"/>
                    <a:pt x="3844" y="3598"/>
                    <a:pt x="3277" y="3598"/>
                  </a:cubicBezTo>
                  <a:cubicBezTo>
                    <a:pt x="2741" y="3598"/>
                    <a:pt x="2269" y="3157"/>
                    <a:pt x="2269" y="2590"/>
                  </a:cubicBezTo>
                  <a:cubicBezTo>
                    <a:pt x="2269" y="1991"/>
                    <a:pt x="2741" y="1581"/>
                    <a:pt x="3277" y="1581"/>
                  </a:cubicBezTo>
                  <a:close/>
                  <a:moveTo>
                    <a:pt x="9231" y="5457"/>
                  </a:moveTo>
                  <a:cubicBezTo>
                    <a:pt x="9672" y="5457"/>
                    <a:pt x="10050" y="5740"/>
                    <a:pt x="10208" y="6150"/>
                  </a:cubicBezTo>
                  <a:lnTo>
                    <a:pt x="8286" y="6150"/>
                  </a:lnTo>
                  <a:cubicBezTo>
                    <a:pt x="8412" y="5772"/>
                    <a:pt x="8759" y="5457"/>
                    <a:pt x="9231" y="5457"/>
                  </a:cubicBezTo>
                  <a:close/>
                  <a:moveTo>
                    <a:pt x="10932" y="6843"/>
                  </a:moveTo>
                  <a:lnTo>
                    <a:pt x="10932" y="7504"/>
                  </a:lnTo>
                  <a:lnTo>
                    <a:pt x="5262" y="7504"/>
                  </a:lnTo>
                  <a:lnTo>
                    <a:pt x="5262" y="6843"/>
                  </a:lnTo>
                  <a:close/>
                  <a:moveTo>
                    <a:pt x="3403" y="4291"/>
                  </a:moveTo>
                  <a:cubicBezTo>
                    <a:pt x="4064" y="4322"/>
                    <a:pt x="4631" y="4921"/>
                    <a:pt x="4631" y="5583"/>
                  </a:cubicBezTo>
                  <a:lnTo>
                    <a:pt x="4631" y="7725"/>
                  </a:lnTo>
                  <a:cubicBezTo>
                    <a:pt x="4348" y="7567"/>
                    <a:pt x="4033" y="7441"/>
                    <a:pt x="3686" y="7441"/>
                  </a:cubicBezTo>
                  <a:lnTo>
                    <a:pt x="3340" y="7441"/>
                  </a:lnTo>
                  <a:lnTo>
                    <a:pt x="3340" y="6402"/>
                  </a:lnTo>
                  <a:cubicBezTo>
                    <a:pt x="3340" y="6213"/>
                    <a:pt x="3182" y="6055"/>
                    <a:pt x="2962" y="6055"/>
                  </a:cubicBezTo>
                  <a:cubicBezTo>
                    <a:pt x="2773" y="6055"/>
                    <a:pt x="2615" y="6213"/>
                    <a:pt x="2615" y="6402"/>
                  </a:cubicBezTo>
                  <a:lnTo>
                    <a:pt x="2615" y="7788"/>
                  </a:lnTo>
                  <a:cubicBezTo>
                    <a:pt x="2615" y="7977"/>
                    <a:pt x="2773" y="8134"/>
                    <a:pt x="2962" y="8134"/>
                  </a:cubicBezTo>
                  <a:lnTo>
                    <a:pt x="3655" y="8134"/>
                  </a:lnTo>
                  <a:cubicBezTo>
                    <a:pt x="4064" y="8134"/>
                    <a:pt x="4474" y="8418"/>
                    <a:pt x="4600" y="8828"/>
                  </a:cubicBezTo>
                  <a:lnTo>
                    <a:pt x="1985" y="8828"/>
                  </a:lnTo>
                  <a:lnTo>
                    <a:pt x="1985" y="5583"/>
                  </a:lnTo>
                  <a:lnTo>
                    <a:pt x="2080" y="5583"/>
                  </a:lnTo>
                  <a:cubicBezTo>
                    <a:pt x="2080" y="5236"/>
                    <a:pt x="2237" y="4858"/>
                    <a:pt x="2458" y="4637"/>
                  </a:cubicBezTo>
                  <a:cubicBezTo>
                    <a:pt x="2741" y="4385"/>
                    <a:pt x="3056" y="4291"/>
                    <a:pt x="3403" y="4291"/>
                  </a:cubicBezTo>
                  <a:close/>
                  <a:moveTo>
                    <a:pt x="1040" y="4795"/>
                  </a:moveTo>
                  <a:cubicBezTo>
                    <a:pt x="1229" y="4795"/>
                    <a:pt x="1418" y="4952"/>
                    <a:pt x="1418" y="5141"/>
                  </a:cubicBezTo>
                  <a:lnTo>
                    <a:pt x="1418" y="9174"/>
                  </a:lnTo>
                  <a:lnTo>
                    <a:pt x="1418" y="9300"/>
                  </a:lnTo>
                  <a:cubicBezTo>
                    <a:pt x="1449" y="9458"/>
                    <a:pt x="1575" y="9521"/>
                    <a:pt x="1733" y="9521"/>
                  </a:cubicBezTo>
                  <a:lnTo>
                    <a:pt x="5860" y="9521"/>
                  </a:lnTo>
                  <a:cubicBezTo>
                    <a:pt x="6049" y="9521"/>
                    <a:pt x="6175" y="9678"/>
                    <a:pt x="6175" y="9836"/>
                  </a:cubicBezTo>
                  <a:lnTo>
                    <a:pt x="6175" y="10938"/>
                  </a:lnTo>
                  <a:lnTo>
                    <a:pt x="693" y="10938"/>
                  </a:lnTo>
                  <a:lnTo>
                    <a:pt x="693" y="5141"/>
                  </a:lnTo>
                  <a:cubicBezTo>
                    <a:pt x="693" y="4952"/>
                    <a:pt x="851" y="4795"/>
                    <a:pt x="1040" y="4795"/>
                  </a:cubicBezTo>
                  <a:close/>
                  <a:moveTo>
                    <a:pt x="7656" y="8197"/>
                  </a:moveTo>
                  <a:cubicBezTo>
                    <a:pt x="7971" y="8260"/>
                    <a:pt x="8254" y="8576"/>
                    <a:pt x="8254" y="8922"/>
                  </a:cubicBezTo>
                  <a:lnTo>
                    <a:pt x="8254" y="10938"/>
                  </a:lnTo>
                  <a:lnTo>
                    <a:pt x="6868" y="10938"/>
                  </a:lnTo>
                  <a:lnTo>
                    <a:pt x="6868" y="9836"/>
                  </a:lnTo>
                  <a:cubicBezTo>
                    <a:pt x="6868" y="9269"/>
                    <a:pt x="6396" y="8796"/>
                    <a:pt x="5860" y="8796"/>
                  </a:cubicBezTo>
                  <a:lnTo>
                    <a:pt x="5388" y="8796"/>
                  </a:lnTo>
                  <a:cubicBezTo>
                    <a:pt x="5356" y="8576"/>
                    <a:pt x="5230" y="8386"/>
                    <a:pt x="5104" y="8197"/>
                  </a:cubicBezTo>
                  <a:close/>
                  <a:moveTo>
                    <a:pt x="9185" y="1"/>
                  </a:moveTo>
                  <a:cubicBezTo>
                    <a:pt x="9049" y="1"/>
                    <a:pt x="8908" y="88"/>
                    <a:pt x="8885" y="227"/>
                  </a:cubicBezTo>
                  <a:lnTo>
                    <a:pt x="6837" y="5078"/>
                  </a:lnTo>
                  <a:cubicBezTo>
                    <a:pt x="6774" y="5236"/>
                    <a:pt x="6837" y="5457"/>
                    <a:pt x="7026" y="5520"/>
                  </a:cubicBezTo>
                  <a:cubicBezTo>
                    <a:pt x="7089" y="5520"/>
                    <a:pt x="7120" y="5551"/>
                    <a:pt x="7152" y="5551"/>
                  </a:cubicBezTo>
                  <a:cubicBezTo>
                    <a:pt x="7278" y="5551"/>
                    <a:pt x="7435" y="5457"/>
                    <a:pt x="7467" y="5362"/>
                  </a:cubicBezTo>
                  <a:lnTo>
                    <a:pt x="8034" y="4039"/>
                  </a:lnTo>
                  <a:cubicBezTo>
                    <a:pt x="8191" y="4133"/>
                    <a:pt x="8349" y="4165"/>
                    <a:pt x="8538" y="4165"/>
                  </a:cubicBezTo>
                  <a:cubicBezTo>
                    <a:pt x="8664" y="4165"/>
                    <a:pt x="8759" y="4133"/>
                    <a:pt x="8885" y="4133"/>
                  </a:cubicBezTo>
                  <a:lnTo>
                    <a:pt x="8885" y="4921"/>
                  </a:lnTo>
                  <a:cubicBezTo>
                    <a:pt x="8223" y="5047"/>
                    <a:pt x="7719" y="5583"/>
                    <a:pt x="7561" y="6244"/>
                  </a:cubicBezTo>
                  <a:lnTo>
                    <a:pt x="5293" y="6244"/>
                  </a:lnTo>
                  <a:lnTo>
                    <a:pt x="5293" y="5709"/>
                  </a:lnTo>
                  <a:cubicBezTo>
                    <a:pt x="5293" y="4984"/>
                    <a:pt x="4915" y="4354"/>
                    <a:pt x="4348" y="4007"/>
                  </a:cubicBezTo>
                  <a:cubicBezTo>
                    <a:pt x="4757" y="3692"/>
                    <a:pt x="4978" y="3220"/>
                    <a:pt x="4978" y="2653"/>
                  </a:cubicBezTo>
                  <a:cubicBezTo>
                    <a:pt x="4978" y="1707"/>
                    <a:pt x="4253" y="983"/>
                    <a:pt x="3308" y="983"/>
                  </a:cubicBezTo>
                  <a:cubicBezTo>
                    <a:pt x="2363" y="983"/>
                    <a:pt x="1607" y="1707"/>
                    <a:pt x="1607" y="2653"/>
                  </a:cubicBezTo>
                  <a:cubicBezTo>
                    <a:pt x="1607" y="3220"/>
                    <a:pt x="1890" y="3724"/>
                    <a:pt x="2269" y="4039"/>
                  </a:cubicBezTo>
                  <a:cubicBezTo>
                    <a:pt x="2143" y="4133"/>
                    <a:pt x="2080" y="4196"/>
                    <a:pt x="1985" y="4291"/>
                  </a:cubicBezTo>
                  <a:cubicBezTo>
                    <a:pt x="1922" y="4354"/>
                    <a:pt x="1827" y="4448"/>
                    <a:pt x="1764" y="4543"/>
                  </a:cubicBezTo>
                  <a:cubicBezTo>
                    <a:pt x="1575" y="4354"/>
                    <a:pt x="1323" y="4228"/>
                    <a:pt x="1008" y="4228"/>
                  </a:cubicBezTo>
                  <a:cubicBezTo>
                    <a:pt x="473" y="4228"/>
                    <a:pt x="0" y="4700"/>
                    <a:pt x="0" y="5268"/>
                  </a:cubicBezTo>
                  <a:lnTo>
                    <a:pt x="0" y="11411"/>
                  </a:lnTo>
                  <a:cubicBezTo>
                    <a:pt x="0" y="11600"/>
                    <a:pt x="158" y="11758"/>
                    <a:pt x="347" y="11758"/>
                  </a:cubicBezTo>
                  <a:lnTo>
                    <a:pt x="8570" y="11758"/>
                  </a:lnTo>
                  <a:cubicBezTo>
                    <a:pt x="8759" y="11758"/>
                    <a:pt x="8916" y="11600"/>
                    <a:pt x="8916" y="11411"/>
                  </a:cubicBezTo>
                  <a:lnTo>
                    <a:pt x="8916" y="9048"/>
                  </a:lnTo>
                  <a:cubicBezTo>
                    <a:pt x="8916" y="8765"/>
                    <a:pt x="8853" y="8544"/>
                    <a:pt x="8727" y="8292"/>
                  </a:cubicBezTo>
                  <a:lnTo>
                    <a:pt x="11342" y="8292"/>
                  </a:lnTo>
                  <a:cubicBezTo>
                    <a:pt x="11531" y="8292"/>
                    <a:pt x="11689" y="8134"/>
                    <a:pt x="11689" y="7945"/>
                  </a:cubicBezTo>
                  <a:lnTo>
                    <a:pt x="11689" y="6559"/>
                  </a:lnTo>
                  <a:cubicBezTo>
                    <a:pt x="11689" y="6339"/>
                    <a:pt x="11531" y="6181"/>
                    <a:pt x="11310" y="6181"/>
                  </a:cubicBezTo>
                  <a:lnTo>
                    <a:pt x="10901" y="6181"/>
                  </a:lnTo>
                  <a:cubicBezTo>
                    <a:pt x="10775" y="5520"/>
                    <a:pt x="10239" y="4984"/>
                    <a:pt x="9546" y="4826"/>
                  </a:cubicBezTo>
                  <a:lnTo>
                    <a:pt x="9546" y="3094"/>
                  </a:lnTo>
                  <a:cubicBezTo>
                    <a:pt x="9546" y="2621"/>
                    <a:pt x="9231" y="2243"/>
                    <a:pt x="8790" y="2117"/>
                  </a:cubicBezTo>
                  <a:lnTo>
                    <a:pt x="9515" y="447"/>
                  </a:lnTo>
                  <a:cubicBezTo>
                    <a:pt x="9578" y="290"/>
                    <a:pt x="9515" y="69"/>
                    <a:pt x="9326" y="38"/>
                  </a:cubicBezTo>
                  <a:cubicBezTo>
                    <a:pt x="9283" y="12"/>
                    <a:pt x="9234" y="1"/>
                    <a:pt x="9185" y="1"/>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nvGrpSpPr>
            <p:cNvPr id="194" name="Google Shape;1767;p147">
              <a:extLst>
                <a:ext uri="{FF2B5EF4-FFF2-40B4-BE49-F238E27FC236}">
                  <a16:creationId xmlns:a16="http://schemas.microsoft.com/office/drawing/2014/main" id="{0F000B93-C3C6-ED70-5B61-DF138B70592D}"/>
                </a:ext>
              </a:extLst>
            </p:cNvPr>
            <p:cNvGrpSpPr/>
            <p:nvPr/>
          </p:nvGrpSpPr>
          <p:grpSpPr>
            <a:xfrm>
              <a:off x="3882351" y="2632325"/>
              <a:ext cx="342486" cy="349421"/>
              <a:chOff x="-65129950" y="2646800"/>
              <a:chExt cx="311125" cy="317425"/>
            </a:xfrm>
            <a:grpFill/>
          </p:grpSpPr>
          <p:sp>
            <p:nvSpPr>
              <p:cNvPr id="195" name="Google Shape;1768;p147">
                <a:extLst>
                  <a:ext uri="{FF2B5EF4-FFF2-40B4-BE49-F238E27FC236}">
                    <a16:creationId xmlns:a16="http://schemas.microsoft.com/office/drawing/2014/main" id="{EE57F7D2-CF3D-F92A-E6C5-89E7FB6625CB}"/>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96" name="Google Shape;1769;p147">
                <a:extLst>
                  <a:ext uri="{FF2B5EF4-FFF2-40B4-BE49-F238E27FC236}">
                    <a16:creationId xmlns:a16="http://schemas.microsoft.com/office/drawing/2014/main" id="{FDF282C7-37D7-FF3A-210E-0F0325F71CFE}"/>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grp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grpSp>
      <p:cxnSp>
        <p:nvCxnSpPr>
          <p:cNvPr id="208" name="Google Shape;1770;p147">
            <a:extLst>
              <a:ext uri="{FF2B5EF4-FFF2-40B4-BE49-F238E27FC236}">
                <a16:creationId xmlns:a16="http://schemas.microsoft.com/office/drawing/2014/main" id="{15C7C5D0-5711-E428-033C-FB7D48048400}"/>
              </a:ext>
            </a:extLst>
          </p:cNvPr>
          <p:cNvCxnSpPr/>
          <p:nvPr/>
        </p:nvCxnSpPr>
        <p:spPr>
          <a:xfrm>
            <a:off x="6829716" y="4522315"/>
            <a:ext cx="0" cy="234600"/>
          </a:xfrm>
          <a:prstGeom prst="straightConnector1">
            <a:avLst/>
          </a:prstGeom>
          <a:noFill/>
          <a:ln w="19050" cap="flat" cmpd="sng">
            <a:solidFill>
              <a:srgbClr val="0E166B"/>
            </a:solidFill>
            <a:prstDash val="solid"/>
            <a:round/>
            <a:headEnd type="none" w="med" len="med"/>
            <a:tailEnd type="diamond" w="med" len="med"/>
          </a:ln>
        </p:spPr>
      </p:cxnSp>
      <p:cxnSp>
        <p:nvCxnSpPr>
          <p:cNvPr id="209" name="Google Shape;1771;p147">
            <a:extLst>
              <a:ext uri="{FF2B5EF4-FFF2-40B4-BE49-F238E27FC236}">
                <a16:creationId xmlns:a16="http://schemas.microsoft.com/office/drawing/2014/main" id="{65C47E08-5B25-A110-3195-C63DEDAF29A2}"/>
              </a:ext>
            </a:extLst>
          </p:cNvPr>
          <p:cNvCxnSpPr/>
          <p:nvPr/>
        </p:nvCxnSpPr>
        <p:spPr>
          <a:xfrm>
            <a:off x="8895441" y="4522306"/>
            <a:ext cx="0" cy="229200"/>
          </a:xfrm>
          <a:prstGeom prst="straightConnector1">
            <a:avLst/>
          </a:prstGeom>
          <a:noFill/>
          <a:ln w="19050" cap="flat" cmpd="sng">
            <a:solidFill>
              <a:srgbClr val="0E166B"/>
            </a:solidFill>
            <a:prstDash val="solid"/>
            <a:round/>
            <a:headEnd type="none" w="med" len="med"/>
            <a:tailEnd type="diamond" w="med" len="med"/>
          </a:ln>
        </p:spPr>
      </p:cxnSp>
      <p:sp>
        <p:nvSpPr>
          <p:cNvPr id="210" name="TextBox 209">
            <a:extLst>
              <a:ext uri="{FF2B5EF4-FFF2-40B4-BE49-F238E27FC236}">
                <a16:creationId xmlns:a16="http://schemas.microsoft.com/office/drawing/2014/main" id="{E792CF0F-AD7A-3384-2560-60E24D221112}"/>
              </a:ext>
            </a:extLst>
          </p:cNvPr>
          <p:cNvSpPr txBox="1"/>
          <p:nvPr/>
        </p:nvSpPr>
        <p:spPr>
          <a:xfrm>
            <a:off x="5328348" y="1715910"/>
            <a:ext cx="20805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a:ln>
                  <a:noFill/>
                </a:ln>
                <a:solidFill>
                  <a:srgbClr val="0E166B"/>
                </a:solidFill>
                <a:effectLst/>
                <a:uLnTx/>
                <a:uFillTx/>
                <a:latin typeface="Arial"/>
                <a:ea typeface="+mn-ea"/>
                <a:cs typeface="+mn-cs"/>
              </a:rPr>
              <a:t>OUR APPROACH</a:t>
            </a:r>
          </a:p>
        </p:txBody>
      </p:sp>
      <p:grpSp>
        <p:nvGrpSpPr>
          <p:cNvPr id="211" name="Google Shape;12619;p62">
            <a:extLst>
              <a:ext uri="{FF2B5EF4-FFF2-40B4-BE49-F238E27FC236}">
                <a16:creationId xmlns:a16="http://schemas.microsoft.com/office/drawing/2014/main" id="{28284167-9B85-9382-3A10-8456CA1E6C57}"/>
              </a:ext>
            </a:extLst>
          </p:cNvPr>
          <p:cNvGrpSpPr/>
          <p:nvPr/>
        </p:nvGrpSpPr>
        <p:grpSpPr>
          <a:xfrm>
            <a:off x="4707255" y="1619127"/>
            <a:ext cx="514140" cy="461597"/>
            <a:chOff x="3965190" y="3842252"/>
            <a:chExt cx="369800" cy="296813"/>
          </a:xfrm>
        </p:grpSpPr>
        <p:sp>
          <p:nvSpPr>
            <p:cNvPr id="212" name="Google Shape;12620;p62">
              <a:extLst>
                <a:ext uri="{FF2B5EF4-FFF2-40B4-BE49-F238E27FC236}">
                  <a16:creationId xmlns:a16="http://schemas.microsoft.com/office/drawing/2014/main" id="{DD357A14-FA4E-0005-C6E2-44FE5ED59C24}"/>
                </a:ext>
              </a:extLst>
            </p:cNvPr>
            <p:cNvSpPr/>
            <p:nvPr/>
          </p:nvSpPr>
          <p:spPr>
            <a:xfrm>
              <a:off x="3965190" y="3869404"/>
              <a:ext cx="366665" cy="269661"/>
            </a:xfrm>
            <a:custGeom>
              <a:avLst/>
              <a:gdLst/>
              <a:ahLst/>
              <a:cxnLst/>
              <a:rect l="l" t="t" r="r" b="b"/>
              <a:pathLst>
                <a:path w="14031" h="10319" extrusionOk="0">
                  <a:moveTo>
                    <a:pt x="1193" y="0"/>
                  </a:moveTo>
                  <a:cubicBezTo>
                    <a:pt x="1077" y="0"/>
                    <a:pt x="972" y="10"/>
                    <a:pt x="866" y="49"/>
                  </a:cubicBezTo>
                  <a:lnTo>
                    <a:pt x="818" y="58"/>
                  </a:lnTo>
                  <a:cubicBezTo>
                    <a:pt x="327" y="222"/>
                    <a:pt x="0" y="674"/>
                    <a:pt x="0" y="1183"/>
                  </a:cubicBezTo>
                  <a:lnTo>
                    <a:pt x="0" y="9126"/>
                  </a:lnTo>
                  <a:cubicBezTo>
                    <a:pt x="0" y="9780"/>
                    <a:pt x="529" y="10309"/>
                    <a:pt x="1193" y="10318"/>
                  </a:cubicBezTo>
                  <a:lnTo>
                    <a:pt x="12838" y="10318"/>
                  </a:lnTo>
                  <a:cubicBezTo>
                    <a:pt x="13492" y="10318"/>
                    <a:pt x="14030" y="9780"/>
                    <a:pt x="14030" y="9126"/>
                  </a:cubicBezTo>
                  <a:lnTo>
                    <a:pt x="14030" y="1183"/>
                  </a:lnTo>
                  <a:cubicBezTo>
                    <a:pt x="14030" y="529"/>
                    <a:pt x="13492" y="0"/>
                    <a:pt x="12838" y="0"/>
                  </a:cubicBezTo>
                  <a:close/>
                </a:path>
              </a:pathLst>
            </a:custGeom>
            <a:solidFill>
              <a:srgbClr val="DFE5E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3" name="Google Shape;12621;p62">
              <a:extLst>
                <a:ext uri="{FF2B5EF4-FFF2-40B4-BE49-F238E27FC236}">
                  <a16:creationId xmlns:a16="http://schemas.microsoft.com/office/drawing/2014/main" id="{7271BBD1-1CC0-53C9-76C1-392C548DE6B9}"/>
                </a:ext>
              </a:extLst>
            </p:cNvPr>
            <p:cNvSpPr/>
            <p:nvPr/>
          </p:nvSpPr>
          <p:spPr>
            <a:xfrm>
              <a:off x="3986043" y="3869404"/>
              <a:ext cx="348947" cy="245567"/>
            </a:xfrm>
            <a:custGeom>
              <a:avLst/>
              <a:gdLst/>
              <a:ahLst/>
              <a:cxnLst/>
              <a:rect l="l" t="t" r="r" b="b"/>
              <a:pathLst>
                <a:path w="13353" h="9397" extrusionOk="0">
                  <a:moveTo>
                    <a:pt x="385" y="0"/>
                  </a:moveTo>
                  <a:cubicBezTo>
                    <a:pt x="279" y="0"/>
                    <a:pt x="164" y="10"/>
                    <a:pt x="58" y="49"/>
                  </a:cubicBezTo>
                  <a:lnTo>
                    <a:pt x="20" y="58"/>
                  </a:lnTo>
                  <a:cubicBezTo>
                    <a:pt x="10" y="116"/>
                    <a:pt x="0" y="183"/>
                    <a:pt x="0" y="241"/>
                  </a:cubicBezTo>
                  <a:lnTo>
                    <a:pt x="0" y="8184"/>
                  </a:lnTo>
                  <a:cubicBezTo>
                    <a:pt x="0" y="8838"/>
                    <a:pt x="529" y="9367"/>
                    <a:pt x="1193" y="9367"/>
                  </a:cubicBezTo>
                  <a:lnTo>
                    <a:pt x="12847" y="9367"/>
                  </a:lnTo>
                  <a:cubicBezTo>
                    <a:pt x="12891" y="9387"/>
                    <a:pt x="12934" y="9397"/>
                    <a:pt x="12976" y="9397"/>
                  </a:cubicBezTo>
                  <a:cubicBezTo>
                    <a:pt x="13185" y="9397"/>
                    <a:pt x="13352" y="9161"/>
                    <a:pt x="13232" y="8953"/>
                  </a:cubicBezTo>
                  <a:lnTo>
                    <a:pt x="13232" y="1183"/>
                  </a:lnTo>
                  <a:cubicBezTo>
                    <a:pt x="13232" y="529"/>
                    <a:pt x="12694" y="0"/>
                    <a:pt x="12040" y="0"/>
                  </a:cubicBezTo>
                  <a:close/>
                </a:path>
              </a:pathLst>
            </a:custGeom>
            <a:solidFill>
              <a:srgbClr val="ECEFF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4" name="Google Shape;12622;p62">
              <a:extLst>
                <a:ext uri="{FF2B5EF4-FFF2-40B4-BE49-F238E27FC236}">
                  <a16:creationId xmlns:a16="http://schemas.microsoft.com/office/drawing/2014/main" id="{713A88A8-5DB2-2393-D845-EBB5F8E59E47}"/>
                </a:ext>
              </a:extLst>
            </p:cNvPr>
            <p:cNvSpPr/>
            <p:nvPr/>
          </p:nvSpPr>
          <p:spPr>
            <a:xfrm>
              <a:off x="4038047" y="3842252"/>
              <a:ext cx="21141" cy="53127"/>
            </a:xfrm>
            <a:custGeom>
              <a:avLst/>
              <a:gdLst/>
              <a:ahLst/>
              <a:cxnLst/>
              <a:rect l="l" t="t" r="r" b="b"/>
              <a:pathLst>
                <a:path w="809" h="2033" extrusionOk="0">
                  <a:moveTo>
                    <a:pt x="405" y="1"/>
                  </a:moveTo>
                  <a:cubicBezTo>
                    <a:pt x="203" y="1"/>
                    <a:pt x="1" y="136"/>
                    <a:pt x="1" y="405"/>
                  </a:cubicBezTo>
                  <a:lnTo>
                    <a:pt x="1" y="1636"/>
                  </a:lnTo>
                  <a:cubicBezTo>
                    <a:pt x="1" y="1900"/>
                    <a:pt x="203" y="2032"/>
                    <a:pt x="405" y="2032"/>
                  </a:cubicBezTo>
                  <a:cubicBezTo>
                    <a:pt x="607" y="2032"/>
                    <a:pt x="809" y="1900"/>
                    <a:pt x="809" y="1636"/>
                  </a:cubicBezTo>
                  <a:lnTo>
                    <a:pt x="809" y="405"/>
                  </a:lnTo>
                  <a:cubicBezTo>
                    <a:pt x="809" y="136"/>
                    <a:pt x="607" y="1"/>
                    <a:pt x="405"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5" name="Google Shape;12623;p62">
              <a:extLst>
                <a:ext uri="{FF2B5EF4-FFF2-40B4-BE49-F238E27FC236}">
                  <a16:creationId xmlns:a16="http://schemas.microsoft.com/office/drawing/2014/main" id="{F06B9B4F-B56B-464E-6AA1-0A3A2C38DFDE}"/>
                </a:ext>
              </a:extLst>
            </p:cNvPr>
            <p:cNvSpPr/>
            <p:nvPr/>
          </p:nvSpPr>
          <p:spPr>
            <a:xfrm>
              <a:off x="4104659" y="3842252"/>
              <a:ext cx="21115" cy="53127"/>
            </a:xfrm>
            <a:custGeom>
              <a:avLst/>
              <a:gdLst/>
              <a:ahLst/>
              <a:cxnLst/>
              <a:rect l="l" t="t" r="r" b="b"/>
              <a:pathLst>
                <a:path w="808" h="2033" extrusionOk="0">
                  <a:moveTo>
                    <a:pt x="404" y="1"/>
                  </a:moveTo>
                  <a:cubicBezTo>
                    <a:pt x="202" y="1"/>
                    <a:pt x="0" y="136"/>
                    <a:pt x="0" y="405"/>
                  </a:cubicBezTo>
                  <a:lnTo>
                    <a:pt x="0" y="1636"/>
                  </a:lnTo>
                  <a:cubicBezTo>
                    <a:pt x="0" y="1900"/>
                    <a:pt x="202" y="2032"/>
                    <a:pt x="404" y="2032"/>
                  </a:cubicBezTo>
                  <a:cubicBezTo>
                    <a:pt x="606" y="2032"/>
                    <a:pt x="808"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6" name="Google Shape;12624;p62">
              <a:extLst>
                <a:ext uri="{FF2B5EF4-FFF2-40B4-BE49-F238E27FC236}">
                  <a16:creationId xmlns:a16="http://schemas.microsoft.com/office/drawing/2014/main" id="{1E1B3D74-8EA0-CC9C-EA48-2B0D837B9D63}"/>
                </a:ext>
              </a:extLst>
            </p:cNvPr>
            <p:cNvSpPr/>
            <p:nvPr/>
          </p:nvSpPr>
          <p:spPr>
            <a:xfrm>
              <a:off x="4171244" y="3842252"/>
              <a:ext cx="21141" cy="53127"/>
            </a:xfrm>
            <a:custGeom>
              <a:avLst/>
              <a:gdLst/>
              <a:ahLst/>
              <a:cxnLst/>
              <a:rect l="l" t="t" r="r" b="b"/>
              <a:pathLst>
                <a:path w="809" h="2033" extrusionOk="0">
                  <a:moveTo>
                    <a:pt x="404" y="1"/>
                  </a:moveTo>
                  <a:cubicBezTo>
                    <a:pt x="202" y="1"/>
                    <a:pt x="0" y="136"/>
                    <a:pt x="0" y="405"/>
                  </a:cubicBezTo>
                  <a:lnTo>
                    <a:pt x="0" y="1636"/>
                  </a:lnTo>
                  <a:cubicBezTo>
                    <a:pt x="0" y="1900"/>
                    <a:pt x="200" y="2032"/>
                    <a:pt x="401" y="2032"/>
                  </a:cubicBezTo>
                  <a:cubicBezTo>
                    <a:pt x="601" y="2032"/>
                    <a:pt x="803" y="1900"/>
                    <a:pt x="808" y="1636"/>
                  </a:cubicBezTo>
                  <a:lnTo>
                    <a:pt x="808" y="405"/>
                  </a:lnTo>
                  <a:cubicBezTo>
                    <a:pt x="808" y="136"/>
                    <a:pt x="606" y="1"/>
                    <a:pt x="404"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7" name="Google Shape;12625;p62">
              <a:extLst>
                <a:ext uri="{FF2B5EF4-FFF2-40B4-BE49-F238E27FC236}">
                  <a16:creationId xmlns:a16="http://schemas.microsoft.com/office/drawing/2014/main" id="{E32270DE-757B-053A-A69F-E9FEFB7BB721}"/>
                </a:ext>
              </a:extLst>
            </p:cNvPr>
            <p:cNvSpPr/>
            <p:nvPr/>
          </p:nvSpPr>
          <p:spPr>
            <a:xfrm>
              <a:off x="4238091" y="3842252"/>
              <a:ext cx="20880" cy="53127"/>
            </a:xfrm>
            <a:custGeom>
              <a:avLst/>
              <a:gdLst/>
              <a:ahLst/>
              <a:cxnLst/>
              <a:rect l="l" t="t" r="r" b="b"/>
              <a:pathLst>
                <a:path w="799" h="2033" extrusionOk="0">
                  <a:moveTo>
                    <a:pt x="399" y="1"/>
                  </a:moveTo>
                  <a:cubicBezTo>
                    <a:pt x="200" y="1"/>
                    <a:pt x="0" y="136"/>
                    <a:pt x="0" y="405"/>
                  </a:cubicBezTo>
                  <a:lnTo>
                    <a:pt x="0" y="1636"/>
                  </a:lnTo>
                  <a:cubicBezTo>
                    <a:pt x="0" y="1900"/>
                    <a:pt x="200" y="2032"/>
                    <a:pt x="399" y="2032"/>
                  </a:cubicBezTo>
                  <a:cubicBezTo>
                    <a:pt x="599" y="2032"/>
                    <a:pt x="798" y="1900"/>
                    <a:pt x="798" y="1636"/>
                  </a:cubicBezTo>
                  <a:lnTo>
                    <a:pt x="798" y="405"/>
                  </a:lnTo>
                  <a:cubicBezTo>
                    <a:pt x="798" y="136"/>
                    <a:pt x="599" y="1"/>
                    <a:pt x="399" y="1"/>
                  </a:cubicBezTo>
                  <a:close/>
                </a:path>
              </a:pathLst>
            </a:custGeom>
            <a:solidFill>
              <a:srgbClr val="C7D2D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8" name="Google Shape;12626;p62">
              <a:extLst>
                <a:ext uri="{FF2B5EF4-FFF2-40B4-BE49-F238E27FC236}">
                  <a16:creationId xmlns:a16="http://schemas.microsoft.com/office/drawing/2014/main" id="{428B2D9C-5C7C-06CE-1DFC-BCA5F60C359C}"/>
                </a:ext>
              </a:extLst>
            </p:cNvPr>
            <p:cNvSpPr/>
            <p:nvPr/>
          </p:nvSpPr>
          <p:spPr>
            <a:xfrm>
              <a:off x="4038047" y="3842252"/>
              <a:ext cx="21141" cy="29504"/>
            </a:xfrm>
            <a:custGeom>
              <a:avLst/>
              <a:gdLst/>
              <a:ahLst/>
              <a:cxnLst/>
              <a:rect l="l" t="t" r="r" b="b"/>
              <a:pathLst>
                <a:path w="809" h="1129" extrusionOk="0">
                  <a:moveTo>
                    <a:pt x="405" y="1"/>
                  </a:moveTo>
                  <a:cubicBezTo>
                    <a:pt x="203" y="1"/>
                    <a:pt x="1" y="136"/>
                    <a:pt x="1" y="405"/>
                  </a:cubicBezTo>
                  <a:lnTo>
                    <a:pt x="1" y="732"/>
                  </a:lnTo>
                  <a:cubicBezTo>
                    <a:pt x="1" y="996"/>
                    <a:pt x="203" y="1128"/>
                    <a:pt x="405" y="1128"/>
                  </a:cubicBezTo>
                  <a:cubicBezTo>
                    <a:pt x="607" y="1128"/>
                    <a:pt x="809" y="996"/>
                    <a:pt x="809" y="732"/>
                  </a:cubicBezTo>
                  <a:lnTo>
                    <a:pt x="809" y="405"/>
                  </a:lnTo>
                  <a:cubicBezTo>
                    <a:pt x="809" y="136"/>
                    <a:pt x="607" y="1"/>
                    <a:pt x="405"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19" name="Google Shape;12627;p62">
              <a:extLst>
                <a:ext uri="{FF2B5EF4-FFF2-40B4-BE49-F238E27FC236}">
                  <a16:creationId xmlns:a16="http://schemas.microsoft.com/office/drawing/2014/main" id="{A51574E2-B759-55BB-2EF5-3F451D2C3521}"/>
                </a:ext>
              </a:extLst>
            </p:cNvPr>
            <p:cNvSpPr/>
            <p:nvPr/>
          </p:nvSpPr>
          <p:spPr>
            <a:xfrm>
              <a:off x="4104659" y="3842252"/>
              <a:ext cx="21115" cy="29504"/>
            </a:xfrm>
            <a:custGeom>
              <a:avLst/>
              <a:gdLst/>
              <a:ahLst/>
              <a:cxnLst/>
              <a:rect l="l" t="t" r="r" b="b"/>
              <a:pathLst>
                <a:path w="808" h="1129" extrusionOk="0">
                  <a:moveTo>
                    <a:pt x="404" y="1"/>
                  </a:moveTo>
                  <a:cubicBezTo>
                    <a:pt x="202" y="1"/>
                    <a:pt x="0" y="136"/>
                    <a:pt x="0" y="405"/>
                  </a:cubicBezTo>
                  <a:lnTo>
                    <a:pt x="0" y="732"/>
                  </a:lnTo>
                  <a:cubicBezTo>
                    <a:pt x="0" y="996"/>
                    <a:pt x="202" y="1128"/>
                    <a:pt x="404" y="1128"/>
                  </a:cubicBezTo>
                  <a:cubicBezTo>
                    <a:pt x="606" y="1128"/>
                    <a:pt x="808"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0" name="Google Shape;12628;p62">
              <a:extLst>
                <a:ext uri="{FF2B5EF4-FFF2-40B4-BE49-F238E27FC236}">
                  <a16:creationId xmlns:a16="http://schemas.microsoft.com/office/drawing/2014/main" id="{6A4403F1-EEC4-2D85-CBC5-A0F7CF8D468E}"/>
                </a:ext>
              </a:extLst>
            </p:cNvPr>
            <p:cNvSpPr/>
            <p:nvPr/>
          </p:nvSpPr>
          <p:spPr>
            <a:xfrm>
              <a:off x="4171244" y="3842252"/>
              <a:ext cx="21141" cy="29504"/>
            </a:xfrm>
            <a:custGeom>
              <a:avLst/>
              <a:gdLst/>
              <a:ahLst/>
              <a:cxnLst/>
              <a:rect l="l" t="t" r="r" b="b"/>
              <a:pathLst>
                <a:path w="809" h="1129" extrusionOk="0">
                  <a:moveTo>
                    <a:pt x="404" y="1"/>
                  </a:moveTo>
                  <a:cubicBezTo>
                    <a:pt x="202" y="1"/>
                    <a:pt x="0" y="136"/>
                    <a:pt x="0" y="405"/>
                  </a:cubicBezTo>
                  <a:lnTo>
                    <a:pt x="0" y="732"/>
                  </a:lnTo>
                  <a:cubicBezTo>
                    <a:pt x="0" y="996"/>
                    <a:pt x="200" y="1128"/>
                    <a:pt x="401" y="1128"/>
                  </a:cubicBezTo>
                  <a:cubicBezTo>
                    <a:pt x="601" y="1128"/>
                    <a:pt x="803" y="996"/>
                    <a:pt x="808" y="732"/>
                  </a:cubicBezTo>
                  <a:lnTo>
                    <a:pt x="808" y="405"/>
                  </a:lnTo>
                  <a:cubicBezTo>
                    <a:pt x="808" y="136"/>
                    <a:pt x="606" y="1"/>
                    <a:pt x="404"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1" name="Google Shape;12629;p62">
              <a:extLst>
                <a:ext uri="{FF2B5EF4-FFF2-40B4-BE49-F238E27FC236}">
                  <a16:creationId xmlns:a16="http://schemas.microsoft.com/office/drawing/2014/main" id="{AA51A9DC-D36D-697E-DB99-93F4EDCAA607}"/>
                </a:ext>
              </a:extLst>
            </p:cNvPr>
            <p:cNvSpPr/>
            <p:nvPr/>
          </p:nvSpPr>
          <p:spPr>
            <a:xfrm>
              <a:off x="4238091" y="3842252"/>
              <a:ext cx="20880" cy="29504"/>
            </a:xfrm>
            <a:custGeom>
              <a:avLst/>
              <a:gdLst/>
              <a:ahLst/>
              <a:cxnLst/>
              <a:rect l="l" t="t" r="r" b="b"/>
              <a:pathLst>
                <a:path w="799" h="1129" extrusionOk="0">
                  <a:moveTo>
                    <a:pt x="399" y="1"/>
                  </a:moveTo>
                  <a:cubicBezTo>
                    <a:pt x="200" y="1"/>
                    <a:pt x="0" y="136"/>
                    <a:pt x="0" y="405"/>
                  </a:cubicBezTo>
                  <a:lnTo>
                    <a:pt x="0" y="732"/>
                  </a:lnTo>
                  <a:cubicBezTo>
                    <a:pt x="0" y="996"/>
                    <a:pt x="200" y="1128"/>
                    <a:pt x="399" y="1128"/>
                  </a:cubicBezTo>
                  <a:cubicBezTo>
                    <a:pt x="599" y="1128"/>
                    <a:pt x="798" y="996"/>
                    <a:pt x="798" y="732"/>
                  </a:cubicBezTo>
                  <a:lnTo>
                    <a:pt x="798" y="405"/>
                  </a:lnTo>
                  <a:cubicBezTo>
                    <a:pt x="798" y="136"/>
                    <a:pt x="599" y="1"/>
                    <a:pt x="399" y="1"/>
                  </a:cubicBez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2" name="Google Shape;12630;p62">
              <a:extLst>
                <a:ext uri="{FF2B5EF4-FFF2-40B4-BE49-F238E27FC236}">
                  <a16:creationId xmlns:a16="http://schemas.microsoft.com/office/drawing/2014/main" id="{743E87D4-2B82-E45C-4FC4-6492C00E5D87}"/>
                </a:ext>
              </a:extLst>
            </p:cNvPr>
            <p:cNvSpPr/>
            <p:nvPr/>
          </p:nvSpPr>
          <p:spPr>
            <a:xfrm>
              <a:off x="3985547" y="3919657"/>
              <a:ext cx="167483" cy="163145"/>
            </a:xfrm>
            <a:custGeom>
              <a:avLst/>
              <a:gdLst/>
              <a:ahLst/>
              <a:cxnLst/>
              <a:rect l="l" t="t" r="r" b="b"/>
              <a:pathLst>
                <a:path w="6409" h="6243" extrusionOk="0">
                  <a:moveTo>
                    <a:pt x="226" y="1"/>
                  </a:moveTo>
                  <a:cubicBezTo>
                    <a:pt x="113" y="1"/>
                    <a:pt x="0" y="78"/>
                    <a:pt x="10" y="231"/>
                  </a:cubicBezTo>
                  <a:lnTo>
                    <a:pt x="10" y="1607"/>
                  </a:lnTo>
                  <a:cubicBezTo>
                    <a:pt x="19" y="2626"/>
                    <a:pt x="837" y="3443"/>
                    <a:pt x="1856" y="3453"/>
                  </a:cubicBezTo>
                  <a:lnTo>
                    <a:pt x="2606" y="3453"/>
                  </a:lnTo>
                  <a:cubicBezTo>
                    <a:pt x="3260" y="3453"/>
                    <a:pt x="3789" y="3972"/>
                    <a:pt x="3789" y="4626"/>
                  </a:cubicBezTo>
                  <a:cubicBezTo>
                    <a:pt x="3789" y="5520"/>
                    <a:pt x="4510" y="6241"/>
                    <a:pt x="5404" y="6241"/>
                  </a:cubicBezTo>
                  <a:lnTo>
                    <a:pt x="6106" y="6241"/>
                  </a:lnTo>
                  <a:cubicBezTo>
                    <a:pt x="6113" y="6242"/>
                    <a:pt x="6119" y="6242"/>
                    <a:pt x="6124" y="6242"/>
                  </a:cubicBezTo>
                  <a:cubicBezTo>
                    <a:pt x="6408" y="6242"/>
                    <a:pt x="6408" y="5808"/>
                    <a:pt x="6124" y="5808"/>
                  </a:cubicBezTo>
                  <a:cubicBezTo>
                    <a:pt x="6119" y="5808"/>
                    <a:pt x="6113" y="5808"/>
                    <a:pt x="6106" y="5809"/>
                  </a:cubicBezTo>
                  <a:lnTo>
                    <a:pt x="6106" y="5818"/>
                  </a:lnTo>
                  <a:lnTo>
                    <a:pt x="5404" y="5818"/>
                  </a:lnTo>
                  <a:cubicBezTo>
                    <a:pt x="4751" y="5818"/>
                    <a:pt x="4222" y="5290"/>
                    <a:pt x="4222" y="4636"/>
                  </a:cubicBezTo>
                  <a:cubicBezTo>
                    <a:pt x="4222" y="3741"/>
                    <a:pt x="3500" y="3020"/>
                    <a:pt x="2606" y="3020"/>
                  </a:cubicBezTo>
                  <a:lnTo>
                    <a:pt x="1856" y="3020"/>
                  </a:lnTo>
                  <a:cubicBezTo>
                    <a:pt x="1077" y="3020"/>
                    <a:pt x="443" y="2385"/>
                    <a:pt x="443" y="1607"/>
                  </a:cubicBezTo>
                  <a:lnTo>
                    <a:pt x="443" y="231"/>
                  </a:lnTo>
                  <a:cubicBezTo>
                    <a:pt x="452" y="78"/>
                    <a:pt x="339" y="1"/>
                    <a:pt x="226"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3" name="Google Shape;12631;p62">
              <a:extLst>
                <a:ext uri="{FF2B5EF4-FFF2-40B4-BE49-F238E27FC236}">
                  <a16:creationId xmlns:a16="http://schemas.microsoft.com/office/drawing/2014/main" id="{1A77941F-1CB3-C9E6-5DF7-7257DF622C70}"/>
                </a:ext>
              </a:extLst>
            </p:cNvPr>
            <p:cNvSpPr/>
            <p:nvPr/>
          </p:nvSpPr>
          <p:spPr>
            <a:xfrm>
              <a:off x="4167116" y="3935990"/>
              <a:ext cx="147126" cy="143755"/>
            </a:xfrm>
            <a:custGeom>
              <a:avLst/>
              <a:gdLst/>
              <a:ahLst/>
              <a:cxnLst/>
              <a:rect l="l" t="t" r="r" b="b"/>
              <a:pathLst>
                <a:path w="5630" h="5501" extrusionOk="0">
                  <a:moveTo>
                    <a:pt x="4505" y="1"/>
                  </a:moveTo>
                  <a:cubicBezTo>
                    <a:pt x="4244" y="1"/>
                    <a:pt x="3983" y="99"/>
                    <a:pt x="3784" y="299"/>
                  </a:cubicBezTo>
                  <a:lnTo>
                    <a:pt x="3764" y="308"/>
                  </a:lnTo>
                  <a:lnTo>
                    <a:pt x="3120" y="953"/>
                  </a:lnTo>
                  <a:lnTo>
                    <a:pt x="755" y="3318"/>
                  </a:lnTo>
                  <a:cubicBezTo>
                    <a:pt x="658" y="3414"/>
                    <a:pt x="582" y="3539"/>
                    <a:pt x="543" y="3674"/>
                  </a:cubicBezTo>
                  <a:lnTo>
                    <a:pt x="245" y="4636"/>
                  </a:lnTo>
                  <a:lnTo>
                    <a:pt x="33" y="5347"/>
                  </a:lnTo>
                  <a:cubicBezTo>
                    <a:pt x="1" y="5420"/>
                    <a:pt x="58" y="5500"/>
                    <a:pt x="134" y="5500"/>
                  </a:cubicBezTo>
                  <a:cubicBezTo>
                    <a:pt x="148" y="5500"/>
                    <a:pt x="163" y="5497"/>
                    <a:pt x="178" y="5491"/>
                  </a:cubicBezTo>
                  <a:lnTo>
                    <a:pt x="880" y="5270"/>
                  </a:lnTo>
                  <a:lnTo>
                    <a:pt x="1841" y="4972"/>
                  </a:lnTo>
                  <a:cubicBezTo>
                    <a:pt x="1918" y="4953"/>
                    <a:pt x="1985" y="4924"/>
                    <a:pt x="2043" y="4886"/>
                  </a:cubicBezTo>
                  <a:cubicBezTo>
                    <a:pt x="2101" y="4847"/>
                    <a:pt x="2159" y="4809"/>
                    <a:pt x="2197" y="4761"/>
                  </a:cubicBezTo>
                  <a:lnTo>
                    <a:pt x="4563" y="2405"/>
                  </a:lnTo>
                  <a:lnTo>
                    <a:pt x="5226" y="1741"/>
                  </a:lnTo>
                  <a:cubicBezTo>
                    <a:pt x="5630" y="1337"/>
                    <a:pt x="5620" y="674"/>
                    <a:pt x="5207" y="280"/>
                  </a:cubicBezTo>
                  <a:cubicBezTo>
                    <a:pt x="5012" y="94"/>
                    <a:pt x="4759" y="1"/>
                    <a:pt x="4505" y="1"/>
                  </a:cubicBezTo>
                  <a:close/>
                </a:path>
              </a:pathLst>
            </a:custGeom>
            <a:solidFill>
              <a:srgbClr val="CAD5D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4" name="Google Shape;12632;p62">
              <a:extLst>
                <a:ext uri="{FF2B5EF4-FFF2-40B4-BE49-F238E27FC236}">
                  <a16:creationId xmlns:a16="http://schemas.microsoft.com/office/drawing/2014/main" id="{70738534-78AB-1EEB-7E9B-B5FC3C6514A1}"/>
                </a:ext>
              </a:extLst>
            </p:cNvPr>
            <p:cNvSpPr/>
            <p:nvPr/>
          </p:nvSpPr>
          <p:spPr>
            <a:xfrm>
              <a:off x="4167298" y="4057114"/>
              <a:ext cx="22814" cy="22474"/>
            </a:xfrm>
            <a:custGeom>
              <a:avLst/>
              <a:gdLst/>
              <a:ahLst/>
              <a:cxnLst/>
              <a:rect l="l" t="t" r="r" b="b"/>
              <a:pathLst>
                <a:path w="873" h="860" extrusionOk="0">
                  <a:moveTo>
                    <a:pt x="238" y="1"/>
                  </a:moveTo>
                  <a:lnTo>
                    <a:pt x="26" y="712"/>
                  </a:lnTo>
                  <a:cubicBezTo>
                    <a:pt x="1" y="790"/>
                    <a:pt x="60" y="859"/>
                    <a:pt x="134" y="859"/>
                  </a:cubicBezTo>
                  <a:cubicBezTo>
                    <a:pt x="143" y="859"/>
                    <a:pt x="152" y="859"/>
                    <a:pt x="161" y="856"/>
                  </a:cubicBezTo>
                  <a:lnTo>
                    <a:pt x="873" y="635"/>
                  </a:lnTo>
                  <a:cubicBezTo>
                    <a:pt x="844" y="299"/>
                    <a:pt x="575" y="30"/>
                    <a:pt x="238" y="1"/>
                  </a:cubicBezTo>
                  <a:close/>
                </a:path>
              </a:pathLst>
            </a:custGeom>
            <a:solidFill>
              <a:srgbClr val="8FA1B0"/>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5" name="Google Shape;12633;p62">
              <a:extLst>
                <a:ext uri="{FF2B5EF4-FFF2-40B4-BE49-F238E27FC236}">
                  <a16:creationId xmlns:a16="http://schemas.microsoft.com/office/drawing/2014/main" id="{2D2DC2F2-D061-B418-5B35-416B778BD4FD}"/>
                </a:ext>
              </a:extLst>
            </p:cNvPr>
            <p:cNvSpPr/>
            <p:nvPr/>
          </p:nvSpPr>
          <p:spPr>
            <a:xfrm>
              <a:off x="4183814" y="3960868"/>
              <a:ext cx="102544" cy="102570"/>
            </a:xfrm>
            <a:custGeom>
              <a:avLst/>
              <a:gdLst/>
              <a:ahLst/>
              <a:cxnLst/>
              <a:rect l="l" t="t" r="r" b="b"/>
              <a:pathLst>
                <a:path w="3924" h="3925" extrusionOk="0">
                  <a:moveTo>
                    <a:pt x="2472" y="1"/>
                  </a:moveTo>
                  <a:lnTo>
                    <a:pt x="116" y="2357"/>
                  </a:lnTo>
                  <a:cubicBezTo>
                    <a:pt x="68" y="2405"/>
                    <a:pt x="29" y="2453"/>
                    <a:pt x="0" y="2511"/>
                  </a:cubicBezTo>
                  <a:lnTo>
                    <a:pt x="673" y="3193"/>
                  </a:lnTo>
                  <a:lnTo>
                    <a:pt x="1395" y="3914"/>
                  </a:lnTo>
                  <a:lnTo>
                    <a:pt x="1404" y="3924"/>
                  </a:lnTo>
                  <a:cubicBezTo>
                    <a:pt x="1462" y="3895"/>
                    <a:pt x="1520" y="3847"/>
                    <a:pt x="1558" y="3809"/>
                  </a:cubicBezTo>
                  <a:lnTo>
                    <a:pt x="3924" y="1443"/>
                  </a:lnTo>
                  <a:lnTo>
                    <a:pt x="2472" y="1"/>
                  </a:lnTo>
                  <a:close/>
                </a:path>
              </a:pathLst>
            </a:custGeom>
            <a:solidFill>
              <a:srgbClr val="7C91A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6" name="Google Shape;12634;p62">
              <a:extLst>
                <a:ext uri="{FF2B5EF4-FFF2-40B4-BE49-F238E27FC236}">
                  <a16:creationId xmlns:a16="http://schemas.microsoft.com/office/drawing/2014/main" id="{319201A3-0760-C685-2099-DEAFFDCDE5DC}"/>
                </a:ext>
              </a:extLst>
            </p:cNvPr>
            <p:cNvSpPr/>
            <p:nvPr/>
          </p:nvSpPr>
          <p:spPr>
            <a:xfrm>
              <a:off x="4265975" y="3936120"/>
              <a:ext cx="48267" cy="45392"/>
            </a:xfrm>
            <a:custGeom>
              <a:avLst/>
              <a:gdLst/>
              <a:ahLst/>
              <a:cxnLst/>
              <a:rect l="l" t="t" r="r" b="b"/>
              <a:pathLst>
                <a:path w="1847" h="1737" extrusionOk="0">
                  <a:moveTo>
                    <a:pt x="722" y="1"/>
                  </a:moveTo>
                  <a:cubicBezTo>
                    <a:pt x="461" y="1"/>
                    <a:pt x="200" y="99"/>
                    <a:pt x="1" y="294"/>
                  </a:cubicBezTo>
                  <a:lnTo>
                    <a:pt x="1443" y="1736"/>
                  </a:lnTo>
                  <a:cubicBezTo>
                    <a:pt x="1847" y="1332"/>
                    <a:pt x="1837" y="678"/>
                    <a:pt x="1424" y="284"/>
                  </a:cubicBezTo>
                  <a:cubicBezTo>
                    <a:pt x="1229" y="94"/>
                    <a:pt x="976" y="1"/>
                    <a:pt x="722"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7" name="Google Shape;12635;p62">
              <a:extLst>
                <a:ext uri="{FF2B5EF4-FFF2-40B4-BE49-F238E27FC236}">
                  <a16:creationId xmlns:a16="http://schemas.microsoft.com/office/drawing/2014/main" id="{51D595EE-9EA1-BF7F-7C9E-E37D22EDC882}"/>
                </a:ext>
              </a:extLst>
            </p:cNvPr>
            <p:cNvSpPr/>
            <p:nvPr/>
          </p:nvSpPr>
          <p:spPr>
            <a:xfrm>
              <a:off x="4201401" y="3978455"/>
              <a:ext cx="84957" cy="84983"/>
            </a:xfrm>
            <a:custGeom>
              <a:avLst/>
              <a:gdLst/>
              <a:ahLst/>
              <a:cxnLst/>
              <a:rect l="l" t="t" r="r" b="b"/>
              <a:pathLst>
                <a:path w="3251" h="3252" extrusionOk="0">
                  <a:moveTo>
                    <a:pt x="2481" y="1"/>
                  </a:moveTo>
                  <a:lnTo>
                    <a:pt x="116" y="2366"/>
                  </a:lnTo>
                  <a:cubicBezTo>
                    <a:pt x="77" y="2405"/>
                    <a:pt x="29" y="2463"/>
                    <a:pt x="0" y="2520"/>
                  </a:cubicBezTo>
                  <a:lnTo>
                    <a:pt x="722" y="3241"/>
                  </a:lnTo>
                  <a:lnTo>
                    <a:pt x="731" y="3251"/>
                  </a:lnTo>
                  <a:cubicBezTo>
                    <a:pt x="789" y="3222"/>
                    <a:pt x="847" y="3174"/>
                    <a:pt x="885" y="3136"/>
                  </a:cubicBezTo>
                  <a:lnTo>
                    <a:pt x="3251" y="770"/>
                  </a:lnTo>
                  <a:lnTo>
                    <a:pt x="2481" y="1"/>
                  </a:lnTo>
                  <a:close/>
                </a:path>
              </a:pathLst>
            </a:custGeom>
            <a:solidFill>
              <a:srgbClr val="9EAEB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8" name="Google Shape;12636;p62">
              <a:extLst>
                <a:ext uri="{FF2B5EF4-FFF2-40B4-BE49-F238E27FC236}">
                  <a16:creationId xmlns:a16="http://schemas.microsoft.com/office/drawing/2014/main" id="{51196C27-2966-B053-41AA-CA68F15B8B5F}"/>
                </a:ext>
              </a:extLst>
            </p:cNvPr>
            <p:cNvSpPr/>
            <p:nvPr/>
          </p:nvSpPr>
          <p:spPr>
            <a:xfrm>
              <a:off x="4265975" y="3936120"/>
              <a:ext cx="48032" cy="45392"/>
            </a:xfrm>
            <a:custGeom>
              <a:avLst/>
              <a:gdLst/>
              <a:ahLst/>
              <a:cxnLst/>
              <a:rect l="l" t="t" r="r" b="b"/>
              <a:pathLst>
                <a:path w="1838" h="1737" extrusionOk="0">
                  <a:moveTo>
                    <a:pt x="718" y="1"/>
                  </a:moveTo>
                  <a:cubicBezTo>
                    <a:pt x="459" y="1"/>
                    <a:pt x="200" y="99"/>
                    <a:pt x="1" y="294"/>
                  </a:cubicBezTo>
                  <a:lnTo>
                    <a:pt x="674" y="967"/>
                  </a:lnTo>
                  <a:lnTo>
                    <a:pt x="1443" y="1736"/>
                  </a:lnTo>
                  <a:cubicBezTo>
                    <a:pt x="1837" y="1332"/>
                    <a:pt x="1837" y="678"/>
                    <a:pt x="1424" y="284"/>
                  </a:cubicBezTo>
                  <a:cubicBezTo>
                    <a:pt x="1224" y="94"/>
                    <a:pt x="971" y="1"/>
                    <a:pt x="718" y="1"/>
                  </a:cubicBezTo>
                  <a:close/>
                </a:path>
              </a:pathLst>
            </a:custGeom>
            <a:solidFill>
              <a:srgbClr val="65788A"/>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29" name="Google Shape;12637;p62">
              <a:extLst>
                <a:ext uri="{FF2B5EF4-FFF2-40B4-BE49-F238E27FC236}">
                  <a16:creationId xmlns:a16="http://schemas.microsoft.com/office/drawing/2014/main" id="{4A12ABCA-2B69-D7BA-64E7-67F32FA2EA89}"/>
                </a:ext>
              </a:extLst>
            </p:cNvPr>
            <p:cNvSpPr/>
            <p:nvPr/>
          </p:nvSpPr>
          <p:spPr>
            <a:xfrm>
              <a:off x="4283562" y="3953734"/>
              <a:ext cx="29425" cy="27779"/>
            </a:xfrm>
            <a:custGeom>
              <a:avLst/>
              <a:gdLst/>
              <a:ahLst/>
              <a:cxnLst/>
              <a:rect l="l" t="t" r="r" b="b"/>
              <a:pathLst>
                <a:path w="1126" h="1063" extrusionOk="0">
                  <a:moveTo>
                    <a:pt x="728" y="1"/>
                  </a:moveTo>
                  <a:cubicBezTo>
                    <a:pt x="461" y="1"/>
                    <a:pt x="198" y="103"/>
                    <a:pt x="1" y="293"/>
                  </a:cubicBezTo>
                  <a:lnTo>
                    <a:pt x="770" y="1062"/>
                  </a:lnTo>
                  <a:cubicBezTo>
                    <a:pt x="1030" y="793"/>
                    <a:pt x="1126" y="408"/>
                    <a:pt x="1020" y="43"/>
                  </a:cubicBezTo>
                  <a:cubicBezTo>
                    <a:pt x="924" y="15"/>
                    <a:pt x="826" y="1"/>
                    <a:pt x="728" y="1"/>
                  </a:cubicBezTo>
                  <a:close/>
                </a:path>
              </a:pathLst>
            </a:custGeom>
            <a:solidFill>
              <a:srgbClr val="96ABBC"/>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0" name="Google Shape;12638;p62">
              <a:extLst>
                <a:ext uri="{FF2B5EF4-FFF2-40B4-BE49-F238E27FC236}">
                  <a16:creationId xmlns:a16="http://schemas.microsoft.com/office/drawing/2014/main" id="{55DB788E-331F-932E-680F-2A2797362B67}"/>
                </a:ext>
              </a:extLst>
            </p:cNvPr>
            <p:cNvSpPr/>
            <p:nvPr/>
          </p:nvSpPr>
          <p:spPr>
            <a:xfrm>
              <a:off x="4248649" y="3943777"/>
              <a:ext cx="55061" cy="55061"/>
            </a:xfrm>
            <a:custGeom>
              <a:avLst/>
              <a:gdLst/>
              <a:ahLst/>
              <a:cxnLst/>
              <a:rect l="l" t="t" r="r" b="b"/>
              <a:pathLst>
                <a:path w="2107" h="2107" extrusionOk="0">
                  <a:moveTo>
                    <a:pt x="664" y="1"/>
                  </a:moveTo>
                  <a:lnTo>
                    <a:pt x="644" y="10"/>
                  </a:lnTo>
                  <a:lnTo>
                    <a:pt x="0" y="664"/>
                  </a:lnTo>
                  <a:lnTo>
                    <a:pt x="1443" y="2107"/>
                  </a:lnTo>
                  <a:lnTo>
                    <a:pt x="2106" y="1443"/>
                  </a:lnTo>
                  <a:lnTo>
                    <a:pt x="664" y="1"/>
                  </a:lnTo>
                  <a:close/>
                </a:path>
              </a:pathLst>
            </a:custGeom>
            <a:solidFill>
              <a:srgbClr val="D9E0E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1" name="Google Shape;12639;p62">
              <a:extLst>
                <a:ext uri="{FF2B5EF4-FFF2-40B4-BE49-F238E27FC236}">
                  <a16:creationId xmlns:a16="http://schemas.microsoft.com/office/drawing/2014/main" id="{1E6D151B-599C-0C67-9A2E-8363CA4559EF}"/>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sp>
          <p:nvSpPr>
            <p:cNvPr id="232" name="Google Shape;12640;p62">
              <a:extLst>
                <a:ext uri="{FF2B5EF4-FFF2-40B4-BE49-F238E27FC236}">
                  <a16:creationId xmlns:a16="http://schemas.microsoft.com/office/drawing/2014/main" id="{059FF2EF-68AB-C158-A7EB-270017705CE1}"/>
                </a:ext>
              </a:extLst>
            </p:cNvPr>
            <p:cNvSpPr/>
            <p:nvPr/>
          </p:nvSpPr>
          <p:spPr>
            <a:xfrm>
              <a:off x="4266236" y="3961364"/>
              <a:ext cx="37474" cy="37474"/>
            </a:xfrm>
            <a:custGeom>
              <a:avLst/>
              <a:gdLst/>
              <a:ahLst/>
              <a:cxnLst/>
              <a:rect l="l" t="t" r="r" b="b"/>
              <a:pathLst>
                <a:path w="1434" h="1434" extrusionOk="0">
                  <a:moveTo>
                    <a:pt x="664" y="1"/>
                  </a:moveTo>
                  <a:lnTo>
                    <a:pt x="654" y="20"/>
                  </a:lnTo>
                  <a:lnTo>
                    <a:pt x="0" y="664"/>
                  </a:lnTo>
                  <a:lnTo>
                    <a:pt x="770" y="1434"/>
                  </a:lnTo>
                  <a:lnTo>
                    <a:pt x="1433" y="770"/>
                  </a:lnTo>
                  <a:lnTo>
                    <a:pt x="664" y="1"/>
                  </a:lnTo>
                  <a:close/>
                </a:path>
              </a:pathLst>
            </a:custGeom>
            <a:solidFill>
              <a:srgbClr val="EAEEF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E166B"/>
                </a:solidFill>
                <a:effectLst/>
                <a:uLnTx/>
                <a:uFillTx/>
                <a:latin typeface="Arial"/>
                <a:ea typeface="+mn-ea"/>
                <a:cs typeface="Arial"/>
                <a:sym typeface="Arial"/>
              </a:endParaRPr>
            </a:p>
          </p:txBody>
        </p:sp>
      </p:grpSp>
      <p:sp>
        <p:nvSpPr>
          <p:cNvPr id="51" name="TextBox 50">
            <a:extLst>
              <a:ext uri="{FF2B5EF4-FFF2-40B4-BE49-F238E27FC236}">
                <a16:creationId xmlns:a16="http://schemas.microsoft.com/office/drawing/2014/main" id="{CAE8CBD1-0D66-2C43-1FFC-5199ED21D269}"/>
              </a:ext>
            </a:extLst>
          </p:cNvPr>
          <p:cNvSpPr txBox="1"/>
          <p:nvPr/>
        </p:nvSpPr>
        <p:spPr>
          <a:xfrm>
            <a:off x="5762919" y="4910805"/>
            <a:ext cx="2133594" cy="1200329"/>
          </a:xfrm>
          <a:prstGeom prst="rect">
            <a:avLst/>
          </a:prstGeom>
          <a:noFill/>
        </p:spPr>
        <p:txBody>
          <a:bodyPr wrap="square">
            <a:spAutoFit/>
          </a:bodyPr>
          <a:lstStyle/>
          <a:p>
            <a:pPr algn="ctr"/>
            <a:r>
              <a:rPr lang="en-US" altLang="bg-BG" sz="1400" b="1" dirty="0">
                <a:solidFill>
                  <a:srgbClr val="0E166B"/>
                </a:solidFill>
                <a:latin typeface="Segoe UI Light" panose="020B0502040204020203" pitchFamily="34" charset="0"/>
                <a:cs typeface="Segoe UI Light" panose="020B0502040204020203" pitchFamily="34" charset="0"/>
              </a:rPr>
              <a:t>A</a:t>
            </a:r>
            <a:r>
              <a:rPr lang="bg-BG" altLang="bg-BG" sz="1400" b="1" dirty="0">
                <a:solidFill>
                  <a:srgbClr val="0E166B"/>
                </a:solidFill>
                <a:latin typeface="Segoe UI Light" panose="020B0502040204020203" pitchFamily="34" charset="0"/>
                <a:cs typeface="Segoe UI Light" panose="020B0502040204020203" pitchFamily="34" charset="0"/>
              </a:rPr>
              <a:t>utomated </a:t>
            </a:r>
            <a:r>
              <a:rPr lang="en-US" altLang="bg-BG" sz="1400" b="1" dirty="0">
                <a:solidFill>
                  <a:srgbClr val="0E166B"/>
                </a:solidFill>
                <a:latin typeface="Segoe UI Light" panose="020B0502040204020203" pitchFamily="34" charset="0"/>
                <a:cs typeface="Segoe UI Light" panose="020B0502040204020203" pitchFamily="34" charset="0"/>
              </a:rPr>
              <a:t>Document</a:t>
            </a:r>
            <a:r>
              <a:rPr lang="bg-BG" altLang="bg-BG" sz="1400" b="1" dirty="0">
                <a:solidFill>
                  <a:srgbClr val="0E166B"/>
                </a:solidFill>
                <a:latin typeface="Segoe UI Light" panose="020B0502040204020203" pitchFamily="34" charset="0"/>
                <a:cs typeface="Segoe UI Light" panose="020B0502040204020203" pitchFamily="34" charset="0"/>
              </a:rPr>
              <a:t> Retrieval</a:t>
            </a:r>
            <a:endParaRPr lang="en-US" altLang="bg-BG" sz="1400" b="1" dirty="0">
              <a:solidFill>
                <a:srgbClr val="0E166B"/>
              </a:solidFill>
              <a:latin typeface="Segoe UI Light" panose="020B0502040204020203" pitchFamily="34" charset="0"/>
              <a:cs typeface="Segoe UI Light" panose="020B0502040204020203" pitchFamily="34" charset="0"/>
            </a:endParaRPr>
          </a:p>
          <a:p>
            <a:pPr algn="ctr"/>
            <a:r>
              <a:rPr lang="en-US" sz="1100" dirty="0">
                <a:solidFill>
                  <a:srgbClr val="0E166B"/>
                </a:solidFill>
                <a:latin typeface="Segoe UI Light" panose="020B0502040204020203" pitchFamily="34" charset="0"/>
                <a:cs typeface="Segoe UI Light" panose="020B0502040204020203" pitchFamily="34" charset="0"/>
              </a:rPr>
              <a:t>The system monitors a centralized inbox and automatically downloads invoice attachments.</a:t>
            </a:r>
            <a:endParaRPr lang="en-US" altLang="bg-BG" sz="1100" dirty="0">
              <a:solidFill>
                <a:srgbClr val="0E166B"/>
              </a:solidFill>
              <a:latin typeface="Segoe UI Light" panose="020B0502040204020203" pitchFamily="34" charset="0"/>
              <a:cs typeface="Segoe UI Light" panose="020B0502040204020203" pitchFamily="34" charset="0"/>
            </a:endParaRPr>
          </a:p>
        </p:txBody>
      </p:sp>
      <p:sp>
        <p:nvSpPr>
          <p:cNvPr id="53" name="TextBox 52">
            <a:extLst>
              <a:ext uri="{FF2B5EF4-FFF2-40B4-BE49-F238E27FC236}">
                <a16:creationId xmlns:a16="http://schemas.microsoft.com/office/drawing/2014/main" id="{6D89DE11-97C4-D69E-7A4D-BFB8D89E9729}"/>
              </a:ext>
            </a:extLst>
          </p:cNvPr>
          <p:cNvSpPr txBox="1"/>
          <p:nvPr/>
        </p:nvSpPr>
        <p:spPr>
          <a:xfrm>
            <a:off x="6743796" y="2394795"/>
            <a:ext cx="2273090" cy="815608"/>
          </a:xfrm>
          <a:prstGeom prst="rect">
            <a:avLst/>
          </a:prstGeom>
          <a:noFill/>
        </p:spPr>
        <p:txBody>
          <a:bodyPr wrap="square">
            <a:spAutoFit/>
          </a:bodyPr>
          <a:lstStyle/>
          <a:p>
            <a:pPr algn="ctr"/>
            <a:r>
              <a:rPr kumimoji="0" lang="bg-BG" altLang="bg-BG" sz="1400" b="1" i="0" u="none" strike="noStrike" cap="none" normalizeH="0" baseline="0" dirty="0">
                <a:ln>
                  <a:noFill/>
                </a:ln>
                <a:solidFill>
                  <a:srgbClr val="0E166B"/>
                </a:solidFill>
                <a:effectLst/>
                <a:latin typeface="Segoe UI Light" panose="020B0502040204020203" pitchFamily="34" charset="0"/>
                <a:cs typeface="Segoe UI Light" panose="020B0502040204020203" pitchFamily="34" charset="0"/>
              </a:rPr>
              <a:t>OCR-Based Data Extraction</a:t>
            </a:r>
            <a:endParaRPr kumimoji="0" lang="en-US" altLang="bg-BG" sz="1400" b="1" i="0" u="none" strike="noStrike" cap="none" normalizeH="0" baseline="0" dirty="0">
              <a:ln>
                <a:noFill/>
              </a:ln>
              <a:solidFill>
                <a:srgbClr val="0E166B"/>
              </a:solidFill>
              <a:effectLst/>
              <a:latin typeface="Segoe UI Light" panose="020B0502040204020203" pitchFamily="34" charset="0"/>
              <a:cs typeface="Segoe UI Light" panose="020B0502040204020203" pitchFamily="34" charset="0"/>
            </a:endParaRPr>
          </a:p>
          <a:p>
            <a:pPr algn="ctr"/>
            <a:r>
              <a:rPr lang="en-US" altLang="bg-BG" sz="1100" dirty="0">
                <a:solidFill>
                  <a:srgbClr val="0E166B"/>
                </a:solidFill>
                <a:latin typeface="Segoe UI Light" panose="020B0502040204020203" pitchFamily="34" charset="0"/>
                <a:cs typeface="Segoe UI Light" panose="020B0502040204020203" pitchFamily="34" charset="0"/>
              </a:rPr>
              <a:t>Extracts key invoice details such as vendor name, amount, and date for processing.</a:t>
            </a:r>
            <a:endParaRPr lang="bg-BG" sz="1400" b="1" dirty="0">
              <a:solidFill>
                <a:srgbClr val="0E166B"/>
              </a:solidFill>
              <a:latin typeface="Segoe UI Light" panose="020B0502040204020203" pitchFamily="34" charset="0"/>
              <a:cs typeface="Segoe UI Light" panose="020B0502040204020203" pitchFamily="34" charset="0"/>
            </a:endParaRPr>
          </a:p>
        </p:txBody>
      </p:sp>
      <p:sp>
        <p:nvSpPr>
          <p:cNvPr id="55" name="TextBox 54">
            <a:extLst>
              <a:ext uri="{FF2B5EF4-FFF2-40B4-BE49-F238E27FC236}">
                <a16:creationId xmlns:a16="http://schemas.microsoft.com/office/drawing/2014/main" id="{81B95BA8-2CA8-455C-4B7A-D2FE84675702}"/>
              </a:ext>
            </a:extLst>
          </p:cNvPr>
          <p:cNvSpPr txBox="1"/>
          <p:nvPr/>
        </p:nvSpPr>
        <p:spPr>
          <a:xfrm>
            <a:off x="8037602" y="4897015"/>
            <a:ext cx="2211142" cy="1323439"/>
          </a:xfrm>
          <a:prstGeom prst="rect">
            <a:avLst/>
          </a:prstGeom>
          <a:noFill/>
        </p:spPr>
        <p:txBody>
          <a:bodyPr wrap="square">
            <a:spAutoFit/>
          </a:bodyPr>
          <a:lstStyle/>
          <a:p>
            <a:pPr algn="ctr"/>
            <a:r>
              <a:rPr lang="en-US" altLang="bg-BG" sz="1400" b="1" dirty="0">
                <a:solidFill>
                  <a:srgbClr val="0E166B"/>
                </a:solidFill>
                <a:latin typeface="Segoe UI Light" panose="020B0502040204020203" pitchFamily="34" charset="0"/>
                <a:cs typeface="Segoe UI Light" panose="020B0502040204020203" pitchFamily="34" charset="0"/>
              </a:rPr>
              <a:t>3. Web App Integration</a:t>
            </a:r>
          </a:p>
          <a:p>
            <a:pPr algn="ctr"/>
            <a:r>
              <a:rPr lang="en-US" sz="1100" dirty="0">
                <a:solidFill>
                  <a:srgbClr val="0E166B"/>
                </a:solidFill>
                <a:latin typeface="Segoe UI Light" panose="020B0502040204020203" pitchFamily="34" charset="0"/>
                <a:cs typeface="Segoe UI Light" panose="020B0502040204020203" pitchFamily="34" charset="0"/>
              </a:rPr>
              <a:t>An integrated approval tool provides workflow automation, allowing authorized personnel to review and approve invoices efficiently while maintaining audit trails and compliance.</a:t>
            </a:r>
            <a:endParaRPr lang="bg-BG" sz="1100" b="1" dirty="0">
              <a:solidFill>
                <a:srgbClr val="0E166B"/>
              </a:solidFill>
              <a:latin typeface="Segoe UI Light" panose="020B0502040204020203" pitchFamily="34" charset="0"/>
              <a:cs typeface="Segoe UI Light" panose="020B0502040204020203" pitchFamily="34" charset="0"/>
            </a:endParaRPr>
          </a:p>
        </p:txBody>
      </p:sp>
      <p:sp>
        <p:nvSpPr>
          <p:cNvPr id="57" name="TextBox 56">
            <a:extLst>
              <a:ext uri="{FF2B5EF4-FFF2-40B4-BE49-F238E27FC236}">
                <a16:creationId xmlns:a16="http://schemas.microsoft.com/office/drawing/2014/main" id="{94DA3EA9-C60D-6E46-CF0E-860BC1F04784}"/>
              </a:ext>
            </a:extLst>
          </p:cNvPr>
          <p:cNvSpPr txBox="1"/>
          <p:nvPr/>
        </p:nvSpPr>
        <p:spPr>
          <a:xfrm>
            <a:off x="9016887" y="2329338"/>
            <a:ext cx="2989186" cy="815608"/>
          </a:xfrm>
          <a:prstGeom prst="rect">
            <a:avLst/>
          </a:prstGeom>
          <a:noFill/>
        </p:spPr>
        <p:txBody>
          <a:bodyPr wrap="square">
            <a:spAutoFit/>
          </a:bodyPr>
          <a:lstStyle/>
          <a:p>
            <a:pPr algn="ctr"/>
            <a:r>
              <a:rPr lang="en-US" altLang="bg-BG" sz="1400" b="1" dirty="0">
                <a:solidFill>
                  <a:srgbClr val="0E166B"/>
                </a:solidFill>
                <a:latin typeface="Segoe UI Light" panose="020B0502040204020203" pitchFamily="34" charset="0"/>
                <a:cs typeface="Segoe UI Light" panose="020B0502040204020203" pitchFamily="34" charset="0"/>
              </a:rPr>
              <a:t>Real-time Insights</a:t>
            </a:r>
            <a:r>
              <a:rPr lang="bg-BG" altLang="bg-BG" sz="1400" b="1" dirty="0">
                <a:solidFill>
                  <a:srgbClr val="0E166B"/>
                </a:solidFill>
                <a:latin typeface="Segoe UI Light" panose="020B0502040204020203" pitchFamily="34" charset="0"/>
                <a:cs typeface="Segoe UI Light" panose="020B0502040204020203" pitchFamily="34" charset="0"/>
              </a:rPr>
              <a:t> &amp; Reporting</a:t>
            </a:r>
            <a:endParaRPr lang="en-US" altLang="bg-BG" sz="1400" b="1" dirty="0">
              <a:solidFill>
                <a:srgbClr val="0E166B"/>
              </a:solidFill>
              <a:latin typeface="Segoe UI Light" panose="020B0502040204020203" pitchFamily="34" charset="0"/>
              <a:cs typeface="Segoe UI Light" panose="020B0502040204020203" pitchFamily="34" charset="0"/>
            </a:endParaRPr>
          </a:p>
          <a:p>
            <a:pPr algn="ctr"/>
            <a:r>
              <a:rPr lang="en-US" sz="1100" dirty="0">
                <a:solidFill>
                  <a:srgbClr val="0E166B"/>
                </a:solidFill>
                <a:latin typeface="Segoe UI Light" panose="020B0502040204020203" pitchFamily="34" charset="0"/>
                <a:cs typeface="Segoe UI Light" panose="020B0502040204020203" pitchFamily="34" charset="0"/>
              </a:rPr>
              <a:t>The system generates standard and customizable reports on invoice status, approval status/times, etc.</a:t>
            </a:r>
            <a:endParaRPr lang="bg-BG" sz="1100" dirty="0">
              <a:solidFill>
                <a:srgbClr val="0E166B"/>
              </a:solidFill>
              <a:latin typeface="Segoe UI Light" panose="020B0502040204020203" pitchFamily="34" charset="0"/>
              <a:cs typeface="Segoe UI Light" panose="020B0502040204020203" pitchFamily="34" charset="0"/>
            </a:endParaRPr>
          </a:p>
        </p:txBody>
      </p:sp>
      <p:sp>
        <p:nvSpPr>
          <p:cNvPr id="59" name="TextBox 58">
            <a:extLst>
              <a:ext uri="{FF2B5EF4-FFF2-40B4-BE49-F238E27FC236}">
                <a16:creationId xmlns:a16="http://schemas.microsoft.com/office/drawing/2014/main" id="{FC67D020-B05D-DEC9-7BCE-2B9D6F3D7289}"/>
              </a:ext>
            </a:extLst>
          </p:cNvPr>
          <p:cNvSpPr txBox="1"/>
          <p:nvPr/>
        </p:nvSpPr>
        <p:spPr>
          <a:xfrm>
            <a:off x="615720" y="2238415"/>
            <a:ext cx="3622950" cy="1223605"/>
          </a:xfrm>
          <a:prstGeom prst="rect">
            <a:avLst/>
          </a:prstGeom>
          <a:solidFill>
            <a:srgbClr val="EAECFC"/>
          </a:solidFill>
        </p:spPr>
        <p:txBody>
          <a:bodyPr wrap="square">
            <a:spAutoFit/>
          </a:bodyPr>
          <a:lstStyle>
            <a:defPPr>
              <a:defRPr lang="en-US"/>
            </a:defPPr>
            <a:lvl1pPr>
              <a:defRPr sz="1400">
                <a:solidFill>
                  <a:srgbClr val="0E166B"/>
                </a:solidFill>
                <a:latin typeface="Segoe UI Light" panose="020B0502040204020203" pitchFamily="34" charset="0"/>
                <a:cs typeface="Segoe UI Light" panose="020B0502040204020203" pitchFamily="34" charset="0"/>
              </a:defRPr>
            </a:lvl1pPr>
          </a:lstStyle>
          <a:p>
            <a:pPr>
              <a:lnSpc>
                <a:spcPct val="150000"/>
              </a:lnSpc>
            </a:pPr>
            <a:r>
              <a:rPr lang="en-US" b="1" dirty="0"/>
              <a:t>Industry: </a:t>
            </a:r>
            <a:r>
              <a:rPr lang="en-US" dirty="0"/>
              <a:t>Construction</a:t>
            </a:r>
            <a:br>
              <a:rPr lang="en-US" dirty="0"/>
            </a:br>
            <a:r>
              <a:rPr lang="en-US" b="1" dirty="0"/>
              <a:t>Sector: </a:t>
            </a:r>
            <a:r>
              <a:rPr lang="en-US" dirty="0"/>
              <a:t>Commercial &amp; Residential Building</a:t>
            </a:r>
            <a:br>
              <a:rPr lang="en-US" dirty="0"/>
            </a:br>
            <a:r>
              <a:rPr lang="en-US" b="1" dirty="0"/>
              <a:t>Size:</a:t>
            </a:r>
            <a:r>
              <a:rPr lang="en-US" dirty="0"/>
              <a:t> Medium (100-250 employees)</a:t>
            </a:r>
          </a:p>
          <a:p>
            <a:pPr>
              <a:lnSpc>
                <a:spcPct val="150000"/>
              </a:lnSpc>
            </a:pPr>
            <a:endParaRPr lang="en-US" sz="800" dirty="0"/>
          </a:p>
        </p:txBody>
      </p:sp>
      <p:sp>
        <p:nvSpPr>
          <p:cNvPr id="63" name="TextBox 62">
            <a:extLst>
              <a:ext uri="{FF2B5EF4-FFF2-40B4-BE49-F238E27FC236}">
                <a16:creationId xmlns:a16="http://schemas.microsoft.com/office/drawing/2014/main" id="{7903C476-E108-805E-3692-3D9C5B61D748}"/>
              </a:ext>
            </a:extLst>
          </p:cNvPr>
          <p:cNvSpPr txBox="1"/>
          <p:nvPr/>
        </p:nvSpPr>
        <p:spPr>
          <a:xfrm>
            <a:off x="585216" y="4287661"/>
            <a:ext cx="3665052" cy="1815882"/>
          </a:xfrm>
          <a:prstGeom prst="rect">
            <a:avLst/>
          </a:prstGeom>
          <a:solidFill>
            <a:srgbClr val="EAECFC"/>
          </a:solidFill>
        </p:spPr>
        <p:txBody>
          <a:bodyPr wrap="square">
            <a:spAutoFit/>
          </a:bodyPr>
          <a:lstStyle/>
          <a:p>
            <a:r>
              <a:rPr lang="en-US" sz="1400" dirty="0">
                <a:solidFill>
                  <a:srgbClr val="0E166B"/>
                </a:solidFill>
                <a:latin typeface="Segoe UI Light" panose="020B0502040204020203" pitchFamily="34" charset="0"/>
                <a:cs typeface="Segoe UI Light" panose="020B0502040204020203" pitchFamily="34" charset="0"/>
              </a:rPr>
              <a:t>Managing over </a:t>
            </a:r>
            <a:r>
              <a:rPr lang="en-US" sz="1400" b="1" dirty="0">
                <a:solidFill>
                  <a:srgbClr val="0E166B"/>
                </a:solidFill>
                <a:latin typeface="Segoe UI Light" panose="020B0502040204020203" pitchFamily="34" charset="0"/>
                <a:cs typeface="Segoe UI Light" panose="020B0502040204020203" pitchFamily="34" charset="0"/>
              </a:rPr>
              <a:t>15,000</a:t>
            </a:r>
            <a:r>
              <a:rPr lang="en-US" sz="1400" dirty="0">
                <a:solidFill>
                  <a:srgbClr val="0E166B"/>
                </a:solidFill>
                <a:latin typeface="Segoe UI Light" panose="020B0502040204020203" pitchFamily="34" charset="0"/>
                <a:cs typeface="Segoe UI Light" panose="020B0502040204020203" pitchFamily="34" charset="0"/>
              </a:rPr>
              <a:t> invoices annually through a fully manual process creates challenges, including time-consuming receipt handling, approval routing bottlenecks, and error-prone data entry. The lack of automation and visibility across the process leads to inefficiencies, delayed payments, and increased compliance risks. </a:t>
            </a:r>
            <a:endParaRPr lang="bg-BG" sz="1400" dirty="0">
              <a:solidFill>
                <a:srgbClr val="0E166B"/>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90314297"/>
      </p:ext>
    </p:extLst>
  </p:cSld>
  <p:clrMapOvr>
    <a:overrideClrMapping bg1="lt1" tx1="dk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A91DBC-9DEF-B623-D0E3-F96C66EF83B0}"/>
            </a:ext>
          </a:extLst>
        </p:cNvPr>
        <p:cNvGrpSpPr/>
        <p:nvPr/>
      </p:nvGrpSpPr>
      <p:grpSpPr>
        <a:xfrm>
          <a:off x="0" y="0"/>
          <a:ext cx="0" cy="0"/>
          <a:chOff x="0" y="0"/>
          <a:chExt cx="0" cy="0"/>
        </a:xfrm>
      </p:grpSpPr>
      <p:pic>
        <p:nvPicPr>
          <p:cNvPr id="17" name="Graphic 16" descr="Circles with arrows with solid fill">
            <a:extLst>
              <a:ext uri="{FF2B5EF4-FFF2-40B4-BE49-F238E27FC236}">
                <a16:creationId xmlns:a16="http://schemas.microsoft.com/office/drawing/2014/main" id="{B6795ECE-B8AF-DCEE-DE50-514E137E08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4314032">
            <a:off x="148635" y="931530"/>
            <a:ext cx="5455329" cy="5786993"/>
          </a:xfrm>
          <a:prstGeom prst="rect">
            <a:avLst/>
          </a:prstGeom>
        </p:spPr>
      </p:pic>
      <p:sp>
        <p:nvSpPr>
          <p:cNvPr id="19" name="Google Shape;1369;p189">
            <a:extLst>
              <a:ext uri="{FF2B5EF4-FFF2-40B4-BE49-F238E27FC236}">
                <a16:creationId xmlns:a16="http://schemas.microsoft.com/office/drawing/2014/main" id="{EEB871A3-B6F2-15EB-5D5C-93E2FAB7A6FF}"/>
              </a:ext>
            </a:extLst>
          </p:cNvPr>
          <p:cNvSpPr/>
          <p:nvPr/>
        </p:nvSpPr>
        <p:spPr>
          <a:xfrm>
            <a:off x="2930875" y="2766559"/>
            <a:ext cx="1280160" cy="1280160"/>
          </a:xfrm>
          <a:prstGeom prst="rect">
            <a:avLst/>
          </a:prstGeom>
          <a:solidFill>
            <a:srgbClr val="0E166B">
              <a:alpha val="200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0E166B"/>
              </a:solidFill>
              <a:latin typeface="Julius Sans One"/>
              <a:ea typeface="Arial"/>
              <a:cs typeface="Arial"/>
              <a:sym typeface="Arial"/>
            </a:endParaRPr>
          </a:p>
        </p:txBody>
      </p:sp>
      <p:sp>
        <p:nvSpPr>
          <p:cNvPr id="18" name="Google Shape;1367;p189">
            <a:extLst>
              <a:ext uri="{FF2B5EF4-FFF2-40B4-BE49-F238E27FC236}">
                <a16:creationId xmlns:a16="http://schemas.microsoft.com/office/drawing/2014/main" id="{6055B902-9B63-4F17-B0D5-78408002DBDE}"/>
              </a:ext>
            </a:extLst>
          </p:cNvPr>
          <p:cNvSpPr/>
          <p:nvPr/>
        </p:nvSpPr>
        <p:spPr>
          <a:xfrm>
            <a:off x="1524664" y="2746478"/>
            <a:ext cx="1280160" cy="1280160"/>
          </a:xfrm>
          <a:prstGeom prst="rect">
            <a:avLst/>
          </a:prstGeom>
          <a:solidFill>
            <a:srgbClr val="0E166B">
              <a:alpha val="100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0E166B"/>
              </a:solidFill>
              <a:latin typeface="Julius Sans One"/>
              <a:ea typeface="Arial"/>
              <a:cs typeface="Arial"/>
              <a:sym typeface="Arial"/>
            </a:endParaRPr>
          </a:p>
        </p:txBody>
      </p:sp>
      <p:sp>
        <p:nvSpPr>
          <p:cNvPr id="20" name="Google Shape;1368;p189">
            <a:extLst>
              <a:ext uri="{FF2B5EF4-FFF2-40B4-BE49-F238E27FC236}">
                <a16:creationId xmlns:a16="http://schemas.microsoft.com/office/drawing/2014/main" id="{AB044A1E-4190-6ED2-8FD4-2E97BEDE6DB2}"/>
              </a:ext>
            </a:extLst>
          </p:cNvPr>
          <p:cNvSpPr/>
          <p:nvPr/>
        </p:nvSpPr>
        <p:spPr>
          <a:xfrm>
            <a:off x="2213196" y="3752318"/>
            <a:ext cx="1280160" cy="1280160"/>
          </a:xfrm>
          <a:prstGeom prst="rect">
            <a:avLst/>
          </a:prstGeom>
          <a:solidFill>
            <a:srgbClr val="0E166B">
              <a:alpha val="30000"/>
            </a:srgbClr>
          </a:solidFill>
          <a:ln>
            <a:noFill/>
          </a:ln>
        </p:spPr>
        <p:txBody>
          <a:bodyPr spcFirstLastPara="1" wrap="square" lIns="183233" tIns="91567" rIns="183233" bIns="91567" anchor="ctr" anchorCtr="0">
            <a:noAutofit/>
          </a:bodyPr>
          <a:lstStyle/>
          <a:p>
            <a:pPr algn="ctr" defTabSz="1219170">
              <a:buClr>
                <a:srgbClr val="000000"/>
              </a:buClr>
            </a:pPr>
            <a:endParaRPr sz="2133" kern="0">
              <a:solidFill>
                <a:srgbClr val="0E166B"/>
              </a:solidFill>
              <a:latin typeface="Julius Sans One"/>
              <a:ea typeface="Arial"/>
              <a:cs typeface="Arial"/>
              <a:sym typeface="Arial"/>
            </a:endParaRPr>
          </a:p>
        </p:txBody>
      </p:sp>
      <p:grpSp>
        <p:nvGrpSpPr>
          <p:cNvPr id="3" name="Google Shape;1907;p152">
            <a:extLst>
              <a:ext uri="{FF2B5EF4-FFF2-40B4-BE49-F238E27FC236}">
                <a16:creationId xmlns:a16="http://schemas.microsoft.com/office/drawing/2014/main" id="{F3FA1E87-1038-BDEC-1DF8-D9854188FB57}"/>
              </a:ext>
            </a:extLst>
          </p:cNvPr>
          <p:cNvGrpSpPr/>
          <p:nvPr/>
        </p:nvGrpSpPr>
        <p:grpSpPr>
          <a:xfrm>
            <a:off x="6869167" y="2127379"/>
            <a:ext cx="4362832" cy="4730621"/>
            <a:chOff x="3899425" y="1624475"/>
            <a:chExt cx="2994015" cy="3526669"/>
          </a:xfrm>
        </p:grpSpPr>
        <p:sp>
          <p:nvSpPr>
            <p:cNvPr id="45" name="Google Shape;1908;p152">
              <a:extLst>
                <a:ext uri="{FF2B5EF4-FFF2-40B4-BE49-F238E27FC236}">
                  <a16:creationId xmlns:a16="http://schemas.microsoft.com/office/drawing/2014/main" id="{4B2F4508-9DEB-FAC4-8250-93D110D90269}"/>
                </a:ext>
              </a:extLst>
            </p:cNvPr>
            <p:cNvSpPr/>
            <p:nvPr/>
          </p:nvSpPr>
          <p:spPr>
            <a:xfrm>
              <a:off x="6271750" y="1624475"/>
              <a:ext cx="621690" cy="3526669"/>
            </a:xfrm>
            <a:custGeom>
              <a:avLst/>
              <a:gdLst/>
              <a:ahLst/>
              <a:cxnLst/>
              <a:rect l="l" t="t" r="r" b="b"/>
              <a:pathLst>
                <a:path w="1178559" h="6814820" extrusionOk="0">
                  <a:moveTo>
                    <a:pt x="589000" y="0"/>
                  </a:moveTo>
                  <a:lnTo>
                    <a:pt x="0" y="408266"/>
                  </a:lnTo>
                  <a:lnTo>
                    <a:pt x="0" y="6814413"/>
                  </a:lnTo>
                  <a:lnTo>
                    <a:pt x="1178001" y="6814413"/>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46" name="Google Shape;1909;p152">
              <a:extLst>
                <a:ext uri="{FF2B5EF4-FFF2-40B4-BE49-F238E27FC236}">
                  <a16:creationId xmlns:a16="http://schemas.microsoft.com/office/drawing/2014/main" id="{40EAB694-310D-6136-8ACE-ABFA1F12A6D1}"/>
                </a:ext>
              </a:extLst>
            </p:cNvPr>
            <p:cNvCxnSpPr/>
            <p:nvPr/>
          </p:nvCxnSpPr>
          <p:spPr>
            <a:xfrm rot="10800000">
              <a:off x="3899425" y="1842538"/>
              <a:ext cx="2377200" cy="87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47" name="Google Shape;1911;p152">
              <a:extLst>
                <a:ext uri="{FF2B5EF4-FFF2-40B4-BE49-F238E27FC236}">
                  <a16:creationId xmlns:a16="http://schemas.microsoft.com/office/drawing/2014/main" id="{F1A8E403-8DD7-F08C-4186-A692798D6401}"/>
                </a:ext>
              </a:extLst>
            </p:cNvPr>
            <p:cNvGrpSpPr/>
            <p:nvPr/>
          </p:nvGrpSpPr>
          <p:grpSpPr>
            <a:xfrm>
              <a:off x="6416311" y="1851230"/>
              <a:ext cx="332587" cy="329962"/>
              <a:chOff x="2508825" y="2318350"/>
              <a:chExt cx="297750" cy="295400"/>
            </a:xfrm>
          </p:grpSpPr>
          <p:sp>
            <p:nvSpPr>
              <p:cNvPr id="48" name="Google Shape;1912;p152">
                <a:extLst>
                  <a:ext uri="{FF2B5EF4-FFF2-40B4-BE49-F238E27FC236}">
                    <a16:creationId xmlns:a16="http://schemas.microsoft.com/office/drawing/2014/main" id="{620923F9-360E-58A4-DC32-3F42B447EF37}"/>
                  </a:ext>
                </a:extLst>
              </p:cNvPr>
              <p:cNvSpPr/>
              <p:nvPr/>
            </p:nvSpPr>
            <p:spPr>
              <a:xfrm>
                <a:off x="2508825" y="2318350"/>
                <a:ext cx="297750" cy="295400"/>
              </a:xfrm>
              <a:custGeom>
                <a:avLst/>
                <a:gdLst/>
                <a:ahLst/>
                <a:cxnLst/>
                <a:rect l="l" t="t" r="r" b="b"/>
                <a:pathLst>
                  <a:path w="11910" h="11816" extrusionOk="0">
                    <a:moveTo>
                      <a:pt x="5892" y="694"/>
                    </a:moveTo>
                    <a:cubicBezTo>
                      <a:pt x="7625" y="694"/>
                      <a:pt x="9043" y="2112"/>
                      <a:pt x="9043" y="3845"/>
                    </a:cubicBezTo>
                    <a:cubicBezTo>
                      <a:pt x="9043" y="5483"/>
                      <a:pt x="7751" y="6838"/>
                      <a:pt x="6081" y="6932"/>
                    </a:cubicBezTo>
                    <a:cubicBezTo>
                      <a:pt x="6018" y="6932"/>
                      <a:pt x="5987" y="6901"/>
                      <a:pt x="5924" y="6869"/>
                    </a:cubicBezTo>
                    <a:lnTo>
                      <a:pt x="5766" y="6711"/>
                    </a:lnTo>
                    <a:cubicBezTo>
                      <a:pt x="5297" y="6298"/>
                      <a:pt x="4683" y="6101"/>
                      <a:pt x="4072" y="6101"/>
                    </a:cubicBezTo>
                    <a:cubicBezTo>
                      <a:pt x="3985" y="6101"/>
                      <a:pt x="3899" y="6105"/>
                      <a:pt x="3813" y="6113"/>
                    </a:cubicBezTo>
                    <a:cubicBezTo>
                      <a:pt x="3151" y="5577"/>
                      <a:pt x="2773" y="4727"/>
                      <a:pt x="2773" y="3845"/>
                    </a:cubicBezTo>
                    <a:cubicBezTo>
                      <a:pt x="2773" y="2112"/>
                      <a:pt x="4191" y="694"/>
                      <a:pt x="5892" y="694"/>
                    </a:cubicBezTo>
                    <a:close/>
                    <a:moveTo>
                      <a:pt x="4171" y="6822"/>
                    </a:moveTo>
                    <a:cubicBezTo>
                      <a:pt x="4577" y="6822"/>
                      <a:pt x="4979" y="6964"/>
                      <a:pt x="5294" y="7247"/>
                    </a:cubicBezTo>
                    <a:cubicBezTo>
                      <a:pt x="5420" y="7373"/>
                      <a:pt x="5735" y="7657"/>
                      <a:pt x="5892" y="7657"/>
                    </a:cubicBezTo>
                    <a:lnTo>
                      <a:pt x="7972" y="7657"/>
                    </a:lnTo>
                    <a:cubicBezTo>
                      <a:pt x="8192" y="7657"/>
                      <a:pt x="8350" y="7814"/>
                      <a:pt x="8350" y="8003"/>
                    </a:cubicBezTo>
                    <a:cubicBezTo>
                      <a:pt x="8350" y="8192"/>
                      <a:pt x="8192" y="8350"/>
                      <a:pt x="7972" y="8350"/>
                    </a:cubicBezTo>
                    <a:lnTo>
                      <a:pt x="5514" y="8350"/>
                    </a:lnTo>
                    <a:cubicBezTo>
                      <a:pt x="5294" y="8350"/>
                      <a:pt x="5136" y="8507"/>
                      <a:pt x="5136" y="8728"/>
                    </a:cubicBezTo>
                    <a:cubicBezTo>
                      <a:pt x="5136" y="8917"/>
                      <a:pt x="5294" y="9074"/>
                      <a:pt x="5514" y="9074"/>
                    </a:cubicBezTo>
                    <a:lnTo>
                      <a:pt x="8224" y="9074"/>
                    </a:lnTo>
                    <a:cubicBezTo>
                      <a:pt x="8507" y="9074"/>
                      <a:pt x="8759" y="8948"/>
                      <a:pt x="8980" y="8759"/>
                    </a:cubicBezTo>
                    <a:lnTo>
                      <a:pt x="10492" y="7090"/>
                    </a:lnTo>
                    <a:cubicBezTo>
                      <a:pt x="10568" y="7033"/>
                      <a:pt x="10666" y="6987"/>
                      <a:pt x="10766" y="6987"/>
                    </a:cubicBezTo>
                    <a:cubicBezTo>
                      <a:pt x="10833" y="6987"/>
                      <a:pt x="10902" y="7008"/>
                      <a:pt x="10965" y="7058"/>
                    </a:cubicBezTo>
                    <a:cubicBezTo>
                      <a:pt x="11122" y="7184"/>
                      <a:pt x="11185" y="7373"/>
                      <a:pt x="11059" y="7531"/>
                    </a:cubicBezTo>
                    <a:lnTo>
                      <a:pt x="9389" y="9767"/>
                    </a:lnTo>
                    <a:cubicBezTo>
                      <a:pt x="9074" y="10209"/>
                      <a:pt x="8570" y="10492"/>
                      <a:pt x="8035" y="10492"/>
                    </a:cubicBezTo>
                    <a:lnTo>
                      <a:pt x="2773" y="10492"/>
                    </a:lnTo>
                    <a:lnTo>
                      <a:pt x="2773" y="7468"/>
                    </a:lnTo>
                    <a:lnTo>
                      <a:pt x="3025" y="7247"/>
                    </a:lnTo>
                    <a:cubicBezTo>
                      <a:pt x="3356" y="6964"/>
                      <a:pt x="3766" y="6822"/>
                      <a:pt x="4171" y="6822"/>
                    </a:cubicBezTo>
                    <a:close/>
                    <a:moveTo>
                      <a:pt x="1734" y="6932"/>
                    </a:moveTo>
                    <a:cubicBezTo>
                      <a:pt x="1923" y="6932"/>
                      <a:pt x="2080" y="7090"/>
                      <a:pt x="2080" y="7310"/>
                    </a:cubicBezTo>
                    <a:lnTo>
                      <a:pt x="2080" y="10807"/>
                    </a:lnTo>
                    <a:cubicBezTo>
                      <a:pt x="2080" y="10996"/>
                      <a:pt x="1923" y="11154"/>
                      <a:pt x="1734" y="11154"/>
                    </a:cubicBezTo>
                    <a:lnTo>
                      <a:pt x="662" y="11154"/>
                    </a:lnTo>
                    <a:lnTo>
                      <a:pt x="662" y="6932"/>
                    </a:lnTo>
                    <a:close/>
                    <a:moveTo>
                      <a:pt x="5924" y="1"/>
                    </a:moveTo>
                    <a:cubicBezTo>
                      <a:pt x="3844" y="1"/>
                      <a:pt x="2112" y="1734"/>
                      <a:pt x="2112" y="3845"/>
                    </a:cubicBezTo>
                    <a:cubicBezTo>
                      <a:pt x="2112" y="4790"/>
                      <a:pt x="2458" y="5672"/>
                      <a:pt x="3088" y="6396"/>
                    </a:cubicBezTo>
                    <a:cubicBezTo>
                      <a:pt x="2931" y="6459"/>
                      <a:pt x="2773" y="6585"/>
                      <a:pt x="2616" y="6711"/>
                    </a:cubicBezTo>
                    <a:cubicBezTo>
                      <a:pt x="2427" y="6428"/>
                      <a:pt x="2112" y="6270"/>
                      <a:pt x="1765" y="6270"/>
                    </a:cubicBezTo>
                    <a:lnTo>
                      <a:pt x="347" y="6270"/>
                    </a:lnTo>
                    <a:cubicBezTo>
                      <a:pt x="158" y="6270"/>
                      <a:pt x="1" y="6428"/>
                      <a:pt x="1" y="6585"/>
                    </a:cubicBezTo>
                    <a:lnTo>
                      <a:pt x="1" y="11469"/>
                    </a:lnTo>
                    <a:cubicBezTo>
                      <a:pt x="1" y="11658"/>
                      <a:pt x="158" y="11815"/>
                      <a:pt x="347" y="11815"/>
                    </a:cubicBezTo>
                    <a:lnTo>
                      <a:pt x="1765" y="11815"/>
                    </a:lnTo>
                    <a:cubicBezTo>
                      <a:pt x="2238" y="11815"/>
                      <a:pt x="2584" y="11563"/>
                      <a:pt x="2742" y="11122"/>
                    </a:cubicBezTo>
                    <a:lnTo>
                      <a:pt x="8035" y="11122"/>
                    </a:lnTo>
                    <a:cubicBezTo>
                      <a:pt x="8759" y="11122"/>
                      <a:pt x="9515" y="10776"/>
                      <a:pt x="9956" y="10146"/>
                    </a:cubicBezTo>
                    <a:lnTo>
                      <a:pt x="11595" y="7877"/>
                    </a:lnTo>
                    <a:cubicBezTo>
                      <a:pt x="11910" y="7468"/>
                      <a:pt x="11878" y="6838"/>
                      <a:pt x="11437" y="6459"/>
                    </a:cubicBezTo>
                    <a:cubicBezTo>
                      <a:pt x="11249" y="6301"/>
                      <a:pt x="11015" y="6221"/>
                      <a:pt x="10780" y="6221"/>
                    </a:cubicBezTo>
                    <a:cubicBezTo>
                      <a:pt x="10503" y="6221"/>
                      <a:pt x="10224" y="6332"/>
                      <a:pt x="10019" y="6554"/>
                    </a:cubicBezTo>
                    <a:lnTo>
                      <a:pt x="9011" y="7657"/>
                    </a:lnTo>
                    <a:cubicBezTo>
                      <a:pt x="8885" y="7247"/>
                      <a:pt x="8539" y="6932"/>
                      <a:pt x="8098" y="6932"/>
                    </a:cubicBezTo>
                    <a:cubicBezTo>
                      <a:pt x="8287" y="6838"/>
                      <a:pt x="8444" y="6680"/>
                      <a:pt x="8602" y="6522"/>
                    </a:cubicBezTo>
                    <a:cubicBezTo>
                      <a:pt x="9358" y="5798"/>
                      <a:pt x="9767" y="4821"/>
                      <a:pt x="9767" y="3845"/>
                    </a:cubicBezTo>
                    <a:cubicBezTo>
                      <a:pt x="9767" y="1734"/>
                      <a:pt x="8035" y="1"/>
                      <a:pt x="5924"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49" name="Google Shape;1913;p152">
                <a:extLst>
                  <a:ext uri="{FF2B5EF4-FFF2-40B4-BE49-F238E27FC236}">
                    <a16:creationId xmlns:a16="http://schemas.microsoft.com/office/drawing/2014/main" id="{1AD09C79-4556-20B6-F95F-D19C20211048}"/>
                  </a:ext>
                </a:extLst>
              </p:cNvPr>
              <p:cNvSpPr/>
              <p:nvPr/>
            </p:nvSpPr>
            <p:spPr>
              <a:xfrm>
                <a:off x="2629350" y="2353025"/>
                <a:ext cx="54350" cy="121300"/>
              </a:xfrm>
              <a:custGeom>
                <a:avLst/>
                <a:gdLst/>
                <a:ahLst/>
                <a:cxnLst/>
                <a:rect l="l" t="t" r="r" b="b"/>
                <a:pathLst>
                  <a:path w="2174" h="4852" extrusionOk="0">
                    <a:moveTo>
                      <a:pt x="1071" y="0"/>
                    </a:moveTo>
                    <a:cubicBezTo>
                      <a:pt x="882" y="0"/>
                      <a:pt x="725" y="158"/>
                      <a:pt x="725" y="347"/>
                    </a:cubicBezTo>
                    <a:lnTo>
                      <a:pt x="725" y="756"/>
                    </a:lnTo>
                    <a:cubicBezTo>
                      <a:pt x="315" y="914"/>
                      <a:pt x="63" y="1292"/>
                      <a:pt x="63" y="1733"/>
                    </a:cubicBezTo>
                    <a:cubicBezTo>
                      <a:pt x="0" y="2332"/>
                      <a:pt x="473" y="2804"/>
                      <a:pt x="1071" y="2804"/>
                    </a:cubicBezTo>
                    <a:cubicBezTo>
                      <a:pt x="1260" y="2804"/>
                      <a:pt x="1418" y="2962"/>
                      <a:pt x="1418" y="3151"/>
                    </a:cubicBezTo>
                    <a:cubicBezTo>
                      <a:pt x="1418" y="3308"/>
                      <a:pt x="1355" y="3434"/>
                      <a:pt x="1229" y="3466"/>
                    </a:cubicBezTo>
                    <a:cubicBezTo>
                      <a:pt x="1185" y="3492"/>
                      <a:pt x="1140" y="3503"/>
                      <a:pt x="1093" y="3503"/>
                    </a:cubicBezTo>
                    <a:cubicBezTo>
                      <a:pt x="970" y="3503"/>
                      <a:pt x="839" y="3422"/>
                      <a:pt x="725" y="3308"/>
                    </a:cubicBezTo>
                    <a:cubicBezTo>
                      <a:pt x="662" y="3245"/>
                      <a:pt x="575" y="3214"/>
                      <a:pt x="488" y="3214"/>
                    </a:cubicBezTo>
                    <a:cubicBezTo>
                      <a:pt x="402" y="3214"/>
                      <a:pt x="315" y="3245"/>
                      <a:pt x="252" y="3308"/>
                    </a:cubicBezTo>
                    <a:cubicBezTo>
                      <a:pt x="126" y="3434"/>
                      <a:pt x="126" y="3655"/>
                      <a:pt x="252" y="3781"/>
                    </a:cubicBezTo>
                    <a:cubicBezTo>
                      <a:pt x="410" y="3938"/>
                      <a:pt x="567" y="4064"/>
                      <a:pt x="756" y="4096"/>
                    </a:cubicBezTo>
                    <a:lnTo>
                      <a:pt x="756" y="4505"/>
                    </a:lnTo>
                    <a:cubicBezTo>
                      <a:pt x="756" y="4694"/>
                      <a:pt x="914" y="4852"/>
                      <a:pt x="1103" y="4852"/>
                    </a:cubicBezTo>
                    <a:cubicBezTo>
                      <a:pt x="1323" y="4852"/>
                      <a:pt x="1481" y="4694"/>
                      <a:pt x="1481" y="4505"/>
                    </a:cubicBezTo>
                    <a:lnTo>
                      <a:pt x="1481" y="4096"/>
                    </a:lnTo>
                    <a:cubicBezTo>
                      <a:pt x="1481" y="4096"/>
                      <a:pt x="1512" y="4096"/>
                      <a:pt x="1512" y="4064"/>
                    </a:cubicBezTo>
                    <a:cubicBezTo>
                      <a:pt x="1890" y="3907"/>
                      <a:pt x="2142" y="3497"/>
                      <a:pt x="2142" y="3119"/>
                    </a:cubicBezTo>
                    <a:cubicBezTo>
                      <a:pt x="2142" y="2521"/>
                      <a:pt x="1670" y="2079"/>
                      <a:pt x="1103" y="2079"/>
                    </a:cubicBezTo>
                    <a:cubicBezTo>
                      <a:pt x="914" y="2079"/>
                      <a:pt x="756" y="1922"/>
                      <a:pt x="756" y="1733"/>
                    </a:cubicBezTo>
                    <a:cubicBezTo>
                      <a:pt x="756" y="1575"/>
                      <a:pt x="851" y="1449"/>
                      <a:pt x="1008" y="1418"/>
                    </a:cubicBezTo>
                    <a:cubicBezTo>
                      <a:pt x="1047" y="1405"/>
                      <a:pt x="1085" y="1399"/>
                      <a:pt x="1124" y="1399"/>
                    </a:cubicBezTo>
                    <a:cubicBezTo>
                      <a:pt x="1273" y="1399"/>
                      <a:pt x="1418" y="1494"/>
                      <a:pt x="1544" y="1670"/>
                    </a:cubicBezTo>
                    <a:cubicBezTo>
                      <a:pt x="1610" y="1753"/>
                      <a:pt x="1703" y="1792"/>
                      <a:pt x="1795" y="1792"/>
                    </a:cubicBezTo>
                    <a:cubicBezTo>
                      <a:pt x="1876" y="1792"/>
                      <a:pt x="1957" y="1761"/>
                      <a:pt x="2016" y="1701"/>
                    </a:cubicBezTo>
                    <a:cubicBezTo>
                      <a:pt x="2174" y="1575"/>
                      <a:pt x="2174" y="1323"/>
                      <a:pt x="2048" y="1229"/>
                    </a:cubicBezTo>
                    <a:cubicBezTo>
                      <a:pt x="1859" y="977"/>
                      <a:pt x="1670" y="819"/>
                      <a:pt x="1418" y="756"/>
                    </a:cubicBezTo>
                    <a:lnTo>
                      <a:pt x="1418" y="347"/>
                    </a:ln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0" name="Google Shape;1914;p152">
            <a:extLst>
              <a:ext uri="{FF2B5EF4-FFF2-40B4-BE49-F238E27FC236}">
                <a16:creationId xmlns:a16="http://schemas.microsoft.com/office/drawing/2014/main" id="{6E0C274E-A206-0B19-FDED-6C363BF0E291}"/>
              </a:ext>
            </a:extLst>
          </p:cNvPr>
          <p:cNvGrpSpPr/>
          <p:nvPr/>
        </p:nvGrpSpPr>
        <p:grpSpPr>
          <a:xfrm>
            <a:off x="6869166" y="3115030"/>
            <a:ext cx="3910445" cy="3736043"/>
            <a:chOff x="3899425" y="2359004"/>
            <a:chExt cx="2683562" cy="2785213"/>
          </a:xfrm>
        </p:grpSpPr>
        <p:sp>
          <p:nvSpPr>
            <p:cNvPr id="51" name="Google Shape;1915;p152">
              <a:extLst>
                <a:ext uri="{FF2B5EF4-FFF2-40B4-BE49-F238E27FC236}">
                  <a16:creationId xmlns:a16="http://schemas.microsoft.com/office/drawing/2014/main" id="{E1C03B2B-320C-0929-D102-729E025FB1E2}"/>
                </a:ext>
              </a:extLst>
            </p:cNvPr>
            <p:cNvSpPr/>
            <p:nvPr/>
          </p:nvSpPr>
          <p:spPr>
            <a:xfrm>
              <a:off x="5961297" y="2359004"/>
              <a:ext cx="621690" cy="2785213"/>
            </a:xfrm>
            <a:custGeom>
              <a:avLst/>
              <a:gdLst/>
              <a:ahLst/>
              <a:cxnLst/>
              <a:rect l="l" t="t" r="r" b="b"/>
              <a:pathLst>
                <a:path w="1178559" h="5280025" extrusionOk="0">
                  <a:moveTo>
                    <a:pt x="589000" y="0"/>
                  </a:moveTo>
                  <a:lnTo>
                    <a:pt x="0" y="408266"/>
                  </a:lnTo>
                  <a:lnTo>
                    <a:pt x="0" y="5279859"/>
                  </a:lnTo>
                  <a:lnTo>
                    <a:pt x="1178001" y="5279859"/>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2" name="Google Shape;1916;p152">
              <a:extLst>
                <a:ext uri="{FF2B5EF4-FFF2-40B4-BE49-F238E27FC236}">
                  <a16:creationId xmlns:a16="http://schemas.microsoft.com/office/drawing/2014/main" id="{4FC60EF8-C780-35DE-9829-02717EF6E137}"/>
                </a:ext>
              </a:extLst>
            </p:cNvPr>
            <p:cNvCxnSpPr/>
            <p:nvPr/>
          </p:nvCxnSpPr>
          <p:spPr>
            <a:xfrm rot="10800000">
              <a:off x="3899425" y="2585329"/>
              <a:ext cx="20718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53" name="Google Shape;1918;p152">
              <a:extLst>
                <a:ext uri="{FF2B5EF4-FFF2-40B4-BE49-F238E27FC236}">
                  <a16:creationId xmlns:a16="http://schemas.microsoft.com/office/drawing/2014/main" id="{6A4E0AA9-EE65-EFA9-D5DE-81C4C3F2DE2B}"/>
                </a:ext>
              </a:extLst>
            </p:cNvPr>
            <p:cNvGrpSpPr/>
            <p:nvPr/>
          </p:nvGrpSpPr>
          <p:grpSpPr>
            <a:xfrm>
              <a:off x="6106713" y="2585336"/>
              <a:ext cx="330827" cy="329934"/>
              <a:chOff x="3962775" y="2683025"/>
              <a:chExt cx="296175" cy="295375"/>
            </a:xfrm>
          </p:grpSpPr>
          <p:sp>
            <p:nvSpPr>
              <p:cNvPr id="54" name="Google Shape;1919;p152">
                <a:extLst>
                  <a:ext uri="{FF2B5EF4-FFF2-40B4-BE49-F238E27FC236}">
                    <a16:creationId xmlns:a16="http://schemas.microsoft.com/office/drawing/2014/main" id="{7A77F5A0-50DD-44A7-CB71-665CF8BEA772}"/>
                  </a:ext>
                </a:extLst>
              </p:cNvPr>
              <p:cNvSpPr/>
              <p:nvPr/>
            </p:nvSpPr>
            <p:spPr>
              <a:xfrm>
                <a:off x="3962775" y="2838200"/>
                <a:ext cx="296175" cy="140200"/>
              </a:xfrm>
              <a:custGeom>
                <a:avLst/>
                <a:gdLst/>
                <a:ahLst/>
                <a:cxnLst/>
                <a:rect l="l" t="t" r="r" b="b"/>
                <a:pathLst>
                  <a:path w="11847" h="5608" extrusionOk="0">
                    <a:moveTo>
                      <a:pt x="3530" y="3466"/>
                    </a:moveTo>
                    <a:lnTo>
                      <a:pt x="3530" y="4883"/>
                    </a:lnTo>
                    <a:lnTo>
                      <a:pt x="757" y="4883"/>
                    </a:lnTo>
                    <a:lnTo>
                      <a:pt x="757" y="3466"/>
                    </a:lnTo>
                    <a:close/>
                    <a:moveTo>
                      <a:pt x="7688" y="725"/>
                    </a:moveTo>
                    <a:lnTo>
                      <a:pt x="7688" y="4883"/>
                    </a:lnTo>
                    <a:lnTo>
                      <a:pt x="4223" y="4883"/>
                    </a:lnTo>
                    <a:lnTo>
                      <a:pt x="4223" y="725"/>
                    </a:lnTo>
                    <a:close/>
                    <a:moveTo>
                      <a:pt x="11185" y="2111"/>
                    </a:moveTo>
                    <a:lnTo>
                      <a:pt x="11185" y="4883"/>
                    </a:lnTo>
                    <a:lnTo>
                      <a:pt x="8381" y="4883"/>
                    </a:lnTo>
                    <a:lnTo>
                      <a:pt x="8381" y="2111"/>
                    </a:lnTo>
                    <a:close/>
                    <a:moveTo>
                      <a:pt x="3845" y="0"/>
                    </a:moveTo>
                    <a:cubicBezTo>
                      <a:pt x="3656" y="0"/>
                      <a:pt x="3498" y="158"/>
                      <a:pt x="3498" y="378"/>
                    </a:cubicBezTo>
                    <a:lnTo>
                      <a:pt x="3498" y="2804"/>
                    </a:lnTo>
                    <a:lnTo>
                      <a:pt x="348" y="2804"/>
                    </a:lnTo>
                    <a:cubicBezTo>
                      <a:pt x="158" y="2804"/>
                      <a:pt x="1" y="2962"/>
                      <a:pt x="1" y="3151"/>
                    </a:cubicBezTo>
                    <a:lnTo>
                      <a:pt x="1" y="5261"/>
                    </a:lnTo>
                    <a:cubicBezTo>
                      <a:pt x="1" y="5450"/>
                      <a:pt x="158" y="5608"/>
                      <a:pt x="348" y="5608"/>
                    </a:cubicBezTo>
                    <a:lnTo>
                      <a:pt x="11500" y="5608"/>
                    </a:lnTo>
                    <a:cubicBezTo>
                      <a:pt x="11689" y="5608"/>
                      <a:pt x="11847" y="5450"/>
                      <a:pt x="11847" y="5261"/>
                    </a:cubicBezTo>
                    <a:lnTo>
                      <a:pt x="11847" y="1733"/>
                    </a:lnTo>
                    <a:cubicBezTo>
                      <a:pt x="11847" y="1544"/>
                      <a:pt x="11689" y="1386"/>
                      <a:pt x="11532" y="1386"/>
                    </a:cubicBezTo>
                    <a:lnTo>
                      <a:pt x="8381" y="1386"/>
                    </a:lnTo>
                    <a:lnTo>
                      <a:pt x="8381" y="378"/>
                    </a:lnTo>
                    <a:cubicBezTo>
                      <a:pt x="8381" y="158"/>
                      <a:pt x="8224" y="0"/>
                      <a:pt x="803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5" name="Google Shape;1920;p152">
                <a:extLst>
                  <a:ext uri="{FF2B5EF4-FFF2-40B4-BE49-F238E27FC236}">
                    <a16:creationId xmlns:a16="http://schemas.microsoft.com/office/drawing/2014/main" id="{90DCD8DB-BD76-1A2A-248C-8238CC1415E8}"/>
                  </a:ext>
                </a:extLst>
              </p:cNvPr>
              <p:cNvSpPr/>
              <p:nvPr/>
            </p:nvSpPr>
            <p:spPr>
              <a:xfrm>
                <a:off x="4051000" y="2683025"/>
                <a:ext cx="122100" cy="138650"/>
              </a:xfrm>
              <a:custGeom>
                <a:avLst/>
                <a:gdLst/>
                <a:ahLst/>
                <a:cxnLst/>
                <a:rect l="l" t="t" r="r" b="b"/>
                <a:pathLst>
                  <a:path w="4884" h="5546" extrusionOk="0">
                    <a:moveTo>
                      <a:pt x="2426" y="662"/>
                    </a:moveTo>
                    <a:cubicBezTo>
                      <a:pt x="2804" y="662"/>
                      <a:pt x="3120" y="977"/>
                      <a:pt x="3120" y="1387"/>
                    </a:cubicBezTo>
                    <a:cubicBezTo>
                      <a:pt x="3120" y="1765"/>
                      <a:pt x="2804" y="2080"/>
                      <a:pt x="2426" y="2080"/>
                    </a:cubicBezTo>
                    <a:cubicBezTo>
                      <a:pt x="2017" y="2080"/>
                      <a:pt x="1702" y="1765"/>
                      <a:pt x="1702" y="1387"/>
                    </a:cubicBezTo>
                    <a:cubicBezTo>
                      <a:pt x="1702" y="977"/>
                      <a:pt x="2017" y="662"/>
                      <a:pt x="2426" y="662"/>
                    </a:cubicBezTo>
                    <a:close/>
                    <a:moveTo>
                      <a:pt x="2426" y="2742"/>
                    </a:moveTo>
                    <a:cubicBezTo>
                      <a:pt x="3340" y="2742"/>
                      <a:pt x="4128" y="3529"/>
                      <a:pt x="4128" y="4474"/>
                    </a:cubicBezTo>
                    <a:lnTo>
                      <a:pt x="4128" y="4852"/>
                    </a:lnTo>
                    <a:lnTo>
                      <a:pt x="694" y="4852"/>
                    </a:lnTo>
                    <a:lnTo>
                      <a:pt x="694" y="4474"/>
                    </a:lnTo>
                    <a:cubicBezTo>
                      <a:pt x="694" y="3498"/>
                      <a:pt x="1481" y="2742"/>
                      <a:pt x="2426" y="2742"/>
                    </a:cubicBezTo>
                    <a:close/>
                    <a:moveTo>
                      <a:pt x="2489" y="1"/>
                    </a:moveTo>
                    <a:cubicBezTo>
                      <a:pt x="1733" y="1"/>
                      <a:pt x="1103" y="631"/>
                      <a:pt x="1103" y="1387"/>
                    </a:cubicBezTo>
                    <a:cubicBezTo>
                      <a:pt x="1103" y="1733"/>
                      <a:pt x="1229" y="2049"/>
                      <a:pt x="1450" y="2269"/>
                    </a:cubicBezTo>
                    <a:cubicBezTo>
                      <a:pt x="568" y="2679"/>
                      <a:pt x="1" y="3498"/>
                      <a:pt x="1" y="4474"/>
                    </a:cubicBezTo>
                    <a:lnTo>
                      <a:pt x="1" y="5199"/>
                    </a:lnTo>
                    <a:cubicBezTo>
                      <a:pt x="1" y="5388"/>
                      <a:pt x="158" y="5546"/>
                      <a:pt x="379" y="5546"/>
                    </a:cubicBezTo>
                    <a:lnTo>
                      <a:pt x="4537" y="5546"/>
                    </a:lnTo>
                    <a:cubicBezTo>
                      <a:pt x="4726" y="5546"/>
                      <a:pt x="4884" y="5388"/>
                      <a:pt x="4884" y="5199"/>
                    </a:cubicBezTo>
                    <a:lnTo>
                      <a:pt x="4884" y="4474"/>
                    </a:lnTo>
                    <a:cubicBezTo>
                      <a:pt x="4884" y="3498"/>
                      <a:pt x="4348" y="2679"/>
                      <a:pt x="3529" y="2269"/>
                    </a:cubicBezTo>
                    <a:cubicBezTo>
                      <a:pt x="3750" y="2049"/>
                      <a:pt x="3876" y="1733"/>
                      <a:pt x="3876" y="1387"/>
                    </a:cubicBezTo>
                    <a:cubicBezTo>
                      <a:pt x="3876" y="631"/>
                      <a:pt x="3246" y="1"/>
                      <a:pt x="2489"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56" name="Google Shape;1921;p152">
                <a:extLst>
                  <a:ext uri="{FF2B5EF4-FFF2-40B4-BE49-F238E27FC236}">
                    <a16:creationId xmlns:a16="http://schemas.microsoft.com/office/drawing/2014/main" id="{ACA4CC7E-CE35-5283-DC80-FB34FCC0F8AC}"/>
                  </a:ext>
                </a:extLst>
              </p:cNvPr>
              <p:cNvSpPr/>
              <p:nvPr/>
            </p:nvSpPr>
            <p:spPr>
              <a:xfrm>
                <a:off x="4084875" y="2873200"/>
                <a:ext cx="52800" cy="69775"/>
              </a:xfrm>
              <a:custGeom>
                <a:avLst/>
                <a:gdLst/>
                <a:ahLst/>
                <a:cxnLst/>
                <a:rect l="l" t="t" r="r" b="b"/>
                <a:pathLst>
                  <a:path w="2112" h="2791" extrusionOk="0">
                    <a:moveTo>
                      <a:pt x="1095" y="0"/>
                    </a:moveTo>
                    <a:cubicBezTo>
                      <a:pt x="1001" y="0"/>
                      <a:pt x="903" y="28"/>
                      <a:pt x="819" y="112"/>
                    </a:cubicBezTo>
                    <a:lnTo>
                      <a:pt x="126" y="805"/>
                    </a:lnTo>
                    <a:cubicBezTo>
                      <a:pt x="0" y="931"/>
                      <a:pt x="0" y="1184"/>
                      <a:pt x="126" y="1278"/>
                    </a:cubicBezTo>
                    <a:cubicBezTo>
                      <a:pt x="205" y="1341"/>
                      <a:pt x="292" y="1373"/>
                      <a:pt x="378" y="1373"/>
                    </a:cubicBezTo>
                    <a:cubicBezTo>
                      <a:pt x="465" y="1373"/>
                      <a:pt x="552" y="1341"/>
                      <a:pt x="630" y="1278"/>
                    </a:cubicBezTo>
                    <a:lnTo>
                      <a:pt x="756" y="1184"/>
                    </a:lnTo>
                    <a:lnTo>
                      <a:pt x="756" y="2066"/>
                    </a:lnTo>
                    <a:lnTo>
                      <a:pt x="378" y="2066"/>
                    </a:lnTo>
                    <a:cubicBezTo>
                      <a:pt x="189" y="2066"/>
                      <a:pt x="32" y="2223"/>
                      <a:pt x="32" y="2444"/>
                    </a:cubicBezTo>
                    <a:cubicBezTo>
                      <a:pt x="32" y="2633"/>
                      <a:pt x="189" y="2790"/>
                      <a:pt x="378" y="2790"/>
                    </a:cubicBezTo>
                    <a:lnTo>
                      <a:pt x="1765" y="2790"/>
                    </a:lnTo>
                    <a:cubicBezTo>
                      <a:pt x="1954" y="2790"/>
                      <a:pt x="2111" y="2633"/>
                      <a:pt x="2111" y="2444"/>
                    </a:cubicBezTo>
                    <a:cubicBezTo>
                      <a:pt x="2111" y="2223"/>
                      <a:pt x="1954" y="2066"/>
                      <a:pt x="1765" y="2066"/>
                    </a:cubicBezTo>
                    <a:lnTo>
                      <a:pt x="1418" y="2066"/>
                    </a:lnTo>
                    <a:lnTo>
                      <a:pt x="1418" y="333"/>
                    </a:lnTo>
                    <a:cubicBezTo>
                      <a:pt x="1418" y="175"/>
                      <a:pt x="1323" y="81"/>
                      <a:pt x="1229" y="18"/>
                    </a:cubicBezTo>
                    <a:cubicBezTo>
                      <a:pt x="1187" y="7"/>
                      <a:pt x="1141" y="0"/>
                      <a:pt x="1095"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57" name="Google Shape;1922;p152">
            <a:extLst>
              <a:ext uri="{FF2B5EF4-FFF2-40B4-BE49-F238E27FC236}">
                <a16:creationId xmlns:a16="http://schemas.microsoft.com/office/drawing/2014/main" id="{F7BA6329-3FFF-F4F3-3047-B65BBDAC60B8}"/>
              </a:ext>
            </a:extLst>
          </p:cNvPr>
          <p:cNvGrpSpPr/>
          <p:nvPr/>
        </p:nvGrpSpPr>
        <p:grpSpPr>
          <a:xfrm>
            <a:off x="6869166" y="4101982"/>
            <a:ext cx="3458043" cy="2756018"/>
            <a:chOff x="3899425" y="3094874"/>
            <a:chExt cx="2373100" cy="2054606"/>
          </a:xfrm>
        </p:grpSpPr>
        <p:sp>
          <p:nvSpPr>
            <p:cNvPr id="58" name="Google Shape;1923;p152">
              <a:extLst>
                <a:ext uri="{FF2B5EF4-FFF2-40B4-BE49-F238E27FC236}">
                  <a16:creationId xmlns:a16="http://schemas.microsoft.com/office/drawing/2014/main" id="{9D3451AE-E9DB-B12D-5B34-9BC24C6EA88A}"/>
                </a:ext>
              </a:extLst>
            </p:cNvPr>
            <p:cNvSpPr/>
            <p:nvPr/>
          </p:nvSpPr>
          <p:spPr>
            <a:xfrm>
              <a:off x="5650835" y="3094874"/>
              <a:ext cx="621690" cy="2054606"/>
            </a:xfrm>
            <a:custGeom>
              <a:avLst/>
              <a:gdLst/>
              <a:ahLst/>
              <a:cxnLst/>
              <a:rect l="l" t="t" r="r" b="b"/>
              <a:pathLst>
                <a:path w="1178559" h="3884929" extrusionOk="0">
                  <a:moveTo>
                    <a:pt x="589000" y="0"/>
                  </a:moveTo>
                  <a:lnTo>
                    <a:pt x="0" y="408266"/>
                  </a:lnTo>
                  <a:lnTo>
                    <a:pt x="0" y="3884307"/>
                  </a:lnTo>
                  <a:lnTo>
                    <a:pt x="1178001" y="3884307"/>
                  </a:lnTo>
                  <a:lnTo>
                    <a:pt x="1178001" y="408266"/>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cxnSp>
          <p:nvCxnSpPr>
            <p:cNvPr id="59" name="Google Shape;1924;p152">
              <a:extLst>
                <a:ext uri="{FF2B5EF4-FFF2-40B4-BE49-F238E27FC236}">
                  <a16:creationId xmlns:a16="http://schemas.microsoft.com/office/drawing/2014/main" id="{5814FBF2-8CFC-71B6-E29C-073C8651328B}"/>
                </a:ext>
              </a:extLst>
            </p:cNvPr>
            <p:cNvCxnSpPr/>
            <p:nvPr/>
          </p:nvCxnSpPr>
          <p:spPr>
            <a:xfrm rot="10800000">
              <a:off x="3899425" y="3307071"/>
              <a:ext cx="1759800" cy="1230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grpSp>
          <p:nvGrpSpPr>
            <p:cNvPr id="60" name="Google Shape;1926;p152">
              <a:extLst>
                <a:ext uri="{FF2B5EF4-FFF2-40B4-BE49-F238E27FC236}">
                  <a16:creationId xmlns:a16="http://schemas.microsoft.com/office/drawing/2014/main" id="{6AD285C1-CF5A-BFAB-E0F4-0FABB9E1F403}"/>
                </a:ext>
              </a:extLst>
            </p:cNvPr>
            <p:cNvGrpSpPr/>
            <p:nvPr/>
          </p:nvGrpSpPr>
          <p:grpSpPr>
            <a:xfrm>
              <a:off x="5797765" y="3319416"/>
              <a:ext cx="327823" cy="328695"/>
              <a:chOff x="-1333200" y="2770450"/>
              <a:chExt cx="291450" cy="292225"/>
            </a:xfrm>
          </p:grpSpPr>
          <p:sp>
            <p:nvSpPr>
              <p:cNvPr id="61" name="Google Shape;1927;p152">
                <a:extLst>
                  <a:ext uri="{FF2B5EF4-FFF2-40B4-BE49-F238E27FC236}">
                    <a16:creationId xmlns:a16="http://schemas.microsoft.com/office/drawing/2014/main" id="{C8E68338-9A02-5D42-2459-B2AC362EE028}"/>
                  </a:ext>
                </a:extLst>
              </p:cNvPr>
              <p:cNvSpPr/>
              <p:nvPr/>
            </p:nvSpPr>
            <p:spPr>
              <a:xfrm>
                <a:off x="-1299325" y="2808250"/>
                <a:ext cx="222925" cy="134725"/>
              </a:xfrm>
              <a:custGeom>
                <a:avLst/>
                <a:gdLst/>
                <a:ahLst/>
                <a:cxnLst/>
                <a:rect l="l" t="t" r="r" b="b"/>
                <a:pathLst>
                  <a:path w="8917" h="5389" extrusionOk="0">
                    <a:moveTo>
                      <a:pt x="7877" y="631"/>
                    </a:moveTo>
                    <a:cubicBezTo>
                      <a:pt x="8066" y="631"/>
                      <a:pt x="8223" y="789"/>
                      <a:pt x="8223" y="978"/>
                    </a:cubicBezTo>
                    <a:cubicBezTo>
                      <a:pt x="8223" y="1167"/>
                      <a:pt x="8066" y="1324"/>
                      <a:pt x="7877" y="1324"/>
                    </a:cubicBezTo>
                    <a:cubicBezTo>
                      <a:pt x="7656" y="1324"/>
                      <a:pt x="7498" y="1167"/>
                      <a:pt x="7498" y="978"/>
                    </a:cubicBezTo>
                    <a:cubicBezTo>
                      <a:pt x="7498" y="789"/>
                      <a:pt x="7656" y="631"/>
                      <a:pt x="7877" y="631"/>
                    </a:cubicBezTo>
                    <a:close/>
                    <a:moveTo>
                      <a:pt x="3056" y="1293"/>
                    </a:moveTo>
                    <a:cubicBezTo>
                      <a:pt x="3245" y="1293"/>
                      <a:pt x="3403" y="1450"/>
                      <a:pt x="3403" y="1639"/>
                    </a:cubicBezTo>
                    <a:cubicBezTo>
                      <a:pt x="3403" y="1828"/>
                      <a:pt x="3245" y="1986"/>
                      <a:pt x="3056" y="1986"/>
                    </a:cubicBezTo>
                    <a:cubicBezTo>
                      <a:pt x="2867" y="1986"/>
                      <a:pt x="2710" y="1828"/>
                      <a:pt x="2710" y="1639"/>
                    </a:cubicBezTo>
                    <a:cubicBezTo>
                      <a:pt x="2741" y="1450"/>
                      <a:pt x="2899" y="1293"/>
                      <a:pt x="3056" y="1293"/>
                    </a:cubicBezTo>
                    <a:close/>
                    <a:moveTo>
                      <a:pt x="5797" y="3340"/>
                    </a:moveTo>
                    <a:cubicBezTo>
                      <a:pt x="6018" y="3340"/>
                      <a:pt x="6175" y="3498"/>
                      <a:pt x="6175" y="3687"/>
                    </a:cubicBezTo>
                    <a:cubicBezTo>
                      <a:pt x="6175" y="3876"/>
                      <a:pt x="6018" y="4034"/>
                      <a:pt x="5797" y="4034"/>
                    </a:cubicBezTo>
                    <a:cubicBezTo>
                      <a:pt x="5608" y="4034"/>
                      <a:pt x="5451" y="3876"/>
                      <a:pt x="5451" y="3687"/>
                    </a:cubicBezTo>
                    <a:cubicBezTo>
                      <a:pt x="5451" y="3498"/>
                      <a:pt x="5608" y="3340"/>
                      <a:pt x="5797" y="3340"/>
                    </a:cubicBezTo>
                    <a:close/>
                    <a:moveTo>
                      <a:pt x="1008" y="4034"/>
                    </a:moveTo>
                    <a:cubicBezTo>
                      <a:pt x="1198" y="4034"/>
                      <a:pt x="1355" y="4191"/>
                      <a:pt x="1355" y="4412"/>
                    </a:cubicBezTo>
                    <a:cubicBezTo>
                      <a:pt x="1355" y="4601"/>
                      <a:pt x="1198" y="4758"/>
                      <a:pt x="1008" y="4758"/>
                    </a:cubicBezTo>
                    <a:cubicBezTo>
                      <a:pt x="819" y="4758"/>
                      <a:pt x="662" y="4601"/>
                      <a:pt x="662" y="4412"/>
                    </a:cubicBezTo>
                    <a:cubicBezTo>
                      <a:pt x="662" y="4191"/>
                      <a:pt x="819" y="4034"/>
                      <a:pt x="1008" y="4034"/>
                    </a:cubicBezTo>
                    <a:close/>
                    <a:moveTo>
                      <a:pt x="7908" y="1"/>
                    </a:moveTo>
                    <a:cubicBezTo>
                      <a:pt x="7341" y="1"/>
                      <a:pt x="6868" y="474"/>
                      <a:pt x="6868" y="1009"/>
                    </a:cubicBezTo>
                    <a:cubicBezTo>
                      <a:pt x="6868" y="1198"/>
                      <a:pt x="6963" y="1419"/>
                      <a:pt x="7026" y="1576"/>
                    </a:cubicBezTo>
                    <a:lnTo>
                      <a:pt x="6112" y="2742"/>
                    </a:lnTo>
                    <a:cubicBezTo>
                      <a:pt x="6032" y="2722"/>
                      <a:pt x="5943" y="2711"/>
                      <a:pt x="5850" y="2711"/>
                    </a:cubicBezTo>
                    <a:cubicBezTo>
                      <a:pt x="5650" y="2711"/>
                      <a:pt x="5434" y="2760"/>
                      <a:pt x="5262" y="2868"/>
                    </a:cubicBezTo>
                    <a:lnTo>
                      <a:pt x="4096" y="1954"/>
                    </a:lnTo>
                    <a:cubicBezTo>
                      <a:pt x="4127" y="1891"/>
                      <a:pt x="4127" y="1765"/>
                      <a:pt x="4127" y="1639"/>
                    </a:cubicBezTo>
                    <a:cubicBezTo>
                      <a:pt x="4127" y="1104"/>
                      <a:pt x="3655" y="631"/>
                      <a:pt x="3088" y="631"/>
                    </a:cubicBezTo>
                    <a:cubicBezTo>
                      <a:pt x="2552" y="631"/>
                      <a:pt x="2080" y="1104"/>
                      <a:pt x="2080" y="1639"/>
                    </a:cubicBezTo>
                    <a:cubicBezTo>
                      <a:pt x="2080" y="1828"/>
                      <a:pt x="2143" y="2049"/>
                      <a:pt x="2237" y="2206"/>
                    </a:cubicBezTo>
                    <a:lnTo>
                      <a:pt x="1324" y="3372"/>
                    </a:lnTo>
                    <a:cubicBezTo>
                      <a:pt x="1261" y="3340"/>
                      <a:pt x="1134" y="3340"/>
                      <a:pt x="1008" y="3340"/>
                    </a:cubicBezTo>
                    <a:cubicBezTo>
                      <a:pt x="441" y="3340"/>
                      <a:pt x="0" y="3813"/>
                      <a:pt x="0" y="4349"/>
                    </a:cubicBezTo>
                    <a:cubicBezTo>
                      <a:pt x="0" y="4947"/>
                      <a:pt x="441" y="5388"/>
                      <a:pt x="1008" y="5388"/>
                    </a:cubicBezTo>
                    <a:cubicBezTo>
                      <a:pt x="1576" y="5388"/>
                      <a:pt x="2017" y="4916"/>
                      <a:pt x="2017" y="4349"/>
                    </a:cubicBezTo>
                    <a:cubicBezTo>
                      <a:pt x="2017" y="4160"/>
                      <a:pt x="1954" y="3971"/>
                      <a:pt x="1859" y="3813"/>
                    </a:cubicBezTo>
                    <a:lnTo>
                      <a:pt x="2773" y="2616"/>
                    </a:lnTo>
                    <a:cubicBezTo>
                      <a:pt x="2875" y="2650"/>
                      <a:pt x="2980" y="2667"/>
                      <a:pt x="3087" y="2667"/>
                    </a:cubicBezTo>
                    <a:cubicBezTo>
                      <a:pt x="3278" y="2667"/>
                      <a:pt x="3473" y="2611"/>
                      <a:pt x="3655" y="2490"/>
                    </a:cubicBezTo>
                    <a:lnTo>
                      <a:pt x="4821" y="3403"/>
                    </a:lnTo>
                    <a:cubicBezTo>
                      <a:pt x="4789" y="3498"/>
                      <a:pt x="4789" y="3624"/>
                      <a:pt x="4789" y="3719"/>
                    </a:cubicBezTo>
                    <a:cubicBezTo>
                      <a:pt x="4789" y="4286"/>
                      <a:pt x="5262" y="4758"/>
                      <a:pt x="5797" y="4758"/>
                    </a:cubicBezTo>
                    <a:cubicBezTo>
                      <a:pt x="6364" y="4758"/>
                      <a:pt x="6837" y="4286"/>
                      <a:pt x="6837" y="3719"/>
                    </a:cubicBezTo>
                    <a:cubicBezTo>
                      <a:pt x="6837" y="3529"/>
                      <a:pt x="6742" y="3340"/>
                      <a:pt x="6679" y="3183"/>
                    </a:cubicBezTo>
                    <a:lnTo>
                      <a:pt x="7593" y="1986"/>
                    </a:lnTo>
                    <a:cubicBezTo>
                      <a:pt x="7656" y="2049"/>
                      <a:pt x="7782" y="2049"/>
                      <a:pt x="7908" y="2049"/>
                    </a:cubicBezTo>
                    <a:cubicBezTo>
                      <a:pt x="8444" y="2049"/>
                      <a:pt x="8916" y="1576"/>
                      <a:pt x="8916" y="1009"/>
                    </a:cubicBezTo>
                    <a:cubicBezTo>
                      <a:pt x="8916" y="474"/>
                      <a:pt x="8444" y="1"/>
                      <a:pt x="790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2" name="Google Shape;1928;p152">
                <a:extLst>
                  <a:ext uri="{FF2B5EF4-FFF2-40B4-BE49-F238E27FC236}">
                    <a16:creationId xmlns:a16="http://schemas.microsoft.com/office/drawing/2014/main" id="{F28E4BCD-1542-B6CB-0F9E-3097634CD1DD}"/>
                  </a:ext>
                </a:extLst>
              </p:cNvPr>
              <p:cNvSpPr/>
              <p:nvPr/>
            </p:nvSpPr>
            <p:spPr>
              <a:xfrm>
                <a:off x="-1333200" y="2770450"/>
                <a:ext cx="291450" cy="292225"/>
              </a:xfrm>
              <a:custGeom>
                <a:avLst/>
                <a:gdLst/>
                <a:ahLst/>
                <a:cxnLst/>
                <a:rect l="l" t="t" r="r" b="b"/>
                <a:pathLst>
                  <a:path w="11658" h="11689" extrusionOk="0">
                    <a:moveTo>
                      <a:pt x="10586" y="725"/>
                    </a:moveTo>
                    <a:cubicBezTo>
                      <a:pt x="10807" y="725"/>
                      <a:pt x="10964" y="883"/>
                      <a:pt x="10964" y="1072"/>
                    </a:cubicBezTo>
                    <a:lnTo>
                      <a:pt x="10964" y="7593"/>
                    </a:lnTo>
                    <a:lnTo>
                      <a:pt x="631" y="7593"/>
                    </a:lnTo>
                    <a:lnTo>
                      <a:pt x="631" y="1072"/>
                    </a:lnTo>
                    <a:cubicBezTo>
                      <a:pt x="662" y="883"/>
                      <a:pt x="820" y="725"/>
                      <a:pt x="977" y="725"/>
                    </a:cubicBezTo>
                    <a:close/>
                    <a:moveTo>
                      <a:pt x="10996" y="8286"/>
                    </a:moveTo>
                    <a:lnTo>
                      <a:pt x="10996" y="8633"/>
                    </a:lnTo>
                    <a:cubicBezTo>
                      <a:pt x="10996" y="8822"/>
                      <a:pt x="10838" y="8980"/>
                      <a:pt x="10618" y="8980"/>
                    </a:cubicBezTo>
                    <a:lnTo>
                      <a:pt x="1009" y="8980"/>
                    </a:lnTo>
                    <a:cubicBezTo>
                      <a:pt x="820" y="8980"/>
                      <a:pt x="662" y="8822"/>
                      <a:pt x="662" y="8633"/>
                    </a:cubicBezTo>
                    <a:lnTo>
                      <a:pt x="662" y="8286"/>
                    </a:lnTo>
                    <a:close/>
                    <a:moveTo>
                      <a:pt x="6617" y="9641"/>
                    </a:moveTo>
                    <a:lnTo>
                      <a:pt x="6932" y="11027"/>
                    </a:lnTo>
                    <a:lnTo>
                      <a:pt x="4632" y="11027"/>
                    </a:lnTo>
                    <a:lnTo>
                      <a:pt x="4947" y="9641"/>
                    </a:lnTo>
                    <a:close/>
                    <a:moveTo>
                      <a:pt x="1009" y="1"/>
                    </a:moveTo>
                    <a:cubicBezTo>
                      <a:pt x="473" y="1"/>
                      <a:pt x="1" y="473"/>
                      <a:pt x="1" y="1040"/>
                    </a:cubicBezTo>
                    <a:lnTo>
                      <a:pt x="1" y="8570"/>
                    </a:lnTo>
                    <a:cubicBezTo>
                      <a:pt x="1" y="9137"/>
                      <a:pt x="473" y="9610"/>
                      <a:pt x="1009" y="9610"/>
                    </a:cubicBezTo>
                    <a:lnTo>
                      <a:pt x="4285" y="9610"/>
                    </a:lnTo>
                    <a:lnTo>
                      <a:pt x="3970" y="10996"/>
                    </a:lnTo>
                    <a:lnTo>
                      <a:pt x="3057" y="10996"/>
                    </a:lnTo>
                    <a:cubicBezTo>
                      <a:pt x="2868" y="10996"/>
                      <a:pt x="2710" y="11153"/>
                      <a:pt x="2710" y="11342"/>
                    </a:cubicBezTo>
                    <a:cubicBezTo>
                      <a:pt x="2710" y="11531"/>
                      <a:pt x="2868" y="11689"/>
                      <a:pt x="3057" y="11689"/>
                    </a:cubicBezTo>
                    <a:lnTo>
                      <a:pt x="8538" y="11689"/>
                    </a:lnTo>
                    <a:cubicBezTo>
                      <a:pt x="8727" y="11689"/>
                      <a:pt x="8885" y="11531"/>
                      <a:pt x="8885" y="11342"/>
                    </a:cubicBezTo>
                    <a:cubicBezTo>
                      <a:pt x="8885" y="11153"/>
                      <a:pt x="8727" y="10996"/>
                      <a:pt x="8538" y="10996"/>
                    </a:cubicBezTo>
                    <a:lnTo>
                      <a:pt x="7625" y="10996"/>
                    </a:lnTo>
                    <a:lnTo>
                      <a:pt x="7310" y="9610"/>
                    </a:lnTo>
                    <a:lnTo>
                      <a:pt x="10618" y="9610"/>
                    </a:lnTo>
                    <a:cubicBezTo>
                      <a:pt x="11185" y="9610"/>
                      <a:pt x="11657" y="9137"/>
                      <a:pt x="11657" y="8570"/>
                    </a:cubicBezTo>
                    <a:lnTo>
                      <a:pt x="11657" y="1040"/>
                    </a:lnTo>
                    <a:cubicBezTo>
                      <a:pt x="11657" y="473"/>
                      <a:pt x="11185" y="1"/>
                      <a:pt x="10618"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grpSp>
        <p:nvGrpSpPr>
          <p:cNvPr id="63" name="Google Shape;1929;p152">
            <a:extLst>
              <a:ext uri="{FF2B5EF4-FFF2-40B4-BE49-F238E27FC236}">
                <a16:creationId xmlns:a16="http://schemas.microsoft.com/office/drawing/2014/main" id="{C5C9AE49-F30F-BC3C-DEF2-021A6FAFDF9F}"/>
              </a:ext>
            </a:extLst>
          </p:cNvPr>
          <p:cNvGrpSpPr/>
          <p:nvPr/>
        </p:nvGrpSpPr>
        <p:grpSpPr>
          <a:xfrm>
            <a:off x="6869166" y="5001602"/>
            <a:ext cx="3005647" cy="1848925"/>
            <a:chOff x="3899425" y="3765300"/>
            <a:chExt cx="2062640" cy="1378370"/>
          </a:xfrm>
        </p:grpSpPr>
        <p:cxnSp>
          <p:nvCxnSpPr>
            <p:cNvPr id="64" name="Google Shape;1930;p152">
              <a:extLst>
                <a:ext uri="{FF2B5EF4-FFF2-40B4-BE49-F238E27FC236}">
                  <a16:creationId xmlns:a16="http://schemas.microsoft.com/office/drawing/2014/main" id="{4B0B5CE5-F9C1-483D-1587-9887EFE5F630}"/>
                </a:ext>
              </a:extLst>
            </p:cNvPr>
            <p:cNvCxnSpPr/>
            <p:nvPr/>
          </p:nvCxnSpPr>
          <p:spPr>
            <a:xfrm rot="10800000">
              <a:off x="3899425" y="4007788"/>
              <a:ext cx="1432500" cy="0"/>
            </a:xfrm>
            <a:prstGeom prst="straightConnector1">
              <a:avLst/>
            </a:pr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cxnSp>
        <p:sp>
          <p:nvSpPr>
            <p:cNvPr id="65" name="Google Shape;1932;p152">
              <a:extLst>
                <a:ext uri="{FF2B5EF4-FFF2-40B4-BE49-F238E27FC236}">
                  <a16:creationId xmlns:a16="http://schemas.microsoft.com/office/drawing/2014/main" id="{ACBD286F-A025-561A-961F-1855BD82FCFC}"/>
                </a:ext>
              </a:extLst>
            </p:cNvPr>
            <p:cNvSpPr/>
            <p:nvPr/>
          </p:nvSpPr>
          <p:spPr>
            <a:xfrm>
              <a:off x="5340375" y="3765300"/>
              <a:ext cx="621690" cy="1378370"/>
            </a:xfrm>
            <a:custGeom>
              <a:avLst/>
              <a:gdLst/>
              <a:ahLst/>
              <a:cxnLst/>
              <a:rect l="l" t="t" r="r" b="b"/>
              <a:pathLst>
                <a:path w="1178559" h="2613025" extrusionOk="0">
                  <a:moveTo>
                    <a:pt x="589000" y="0"/>
                  </a:moveTo>
                  <a:lnTo>
                    <a:pt x="0" y="408254"/>
                  </a:lnTo>
                  <a:lnTo>
                    <a:pt x="0" y="2612885"/>
                  </a:lnTo>
                  <a:lnTo>
                    <a:pt x="1178001" y="2612885"/>
                  </a:lnTo>
                  <a:lnTo>
                    <a:pt x="1178001" y="408254"/>
                  </a:lnTo>
                  <a:lnTo>
                    <a:pt x="589000" y="0"/>
                  </a:ln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dirty="0">
                <a:solidFill>
                  <a:srgbClr val="0E166B"/>
                </a:solidFill>
                <a:latin typeface="Arial"/>
              </a:endParaRPr>
            </a:p>
          </p:txBody>
        </p:sp>
        <p:grpSp>
          <p:nvGrpSpPr>
            <p:cNvPr id="66" name="Google Shape;1933;p152">
              <a:extLst>
                <a:ext uri="{FF2B5EF4-FFF2-40B4-BE49-F238E27FC236}">
                  <a16:creationId xmlns:a16="http://schemas.microsoft.com/office/drawing/2014/main" id="{8A8599A0-34C9-7915-2EA1-450F74BC57C3}"/>
                </a:ext>
              </a:extLst>
            </p:cNvPr>
            <p:cNvGrpSpPr/>
            <p:nvPr/>
          </p:nvGrpSpPr>
          <p:grpSpPr>
            <a:xfrm>
              <a:off x="5485800" y="3999322"/>
              <a:ext cx="330827" cy="330827"/>
              <a:chOff x="3963575" y="2317575"/>
              <a:chExt cx="296175" cy="296175"/>
            </a:xfrm>
          </p:grpSpPr>
          <p:sp>
            <p:nvSpPr>
              <p:cNvPr id="67" name="Google Shape;1934;p152">
                <a:extLst>
                  <a:ext uri="{FF2B5EF4-FFF2-40B4-BE49-F238E27FC236}">
                    <a16:creationId xmlns:a16="http://schemas.microsoft.com/office/drawing/2014/main" id="{42A5E58C-5764-B485-7D6C-7ECFEEBFDF9D}"/>
                  </a:ext>
                </a:extLst>
              </p:cNvPr>
              <p:cNvSpPr/>
              <p:nvPr/>
            </p:nvSpPr>
            <p:spPr>
              <a:xfrm>
                <a:off x="3963575" y="2317575"/>
                <a:ext cx="296175" cy="296175"/>
              </a:xfrm>
              <a:custGeom>
                <a:avLst/>
                <a:gdLst/>
                <a:ahLst/>
                <a:cxnLst/>
                <a:rect l="l" t="t" r="r" b="b"/>
                <a:pathLst>
                  <a:path w="11847" h="11847" extrusionOk="0">
                    <a:moveTo>
                      <a:pt x="9483" y="1418"/>
                    </a:moveTo>
                    <a:cubicBezTo>
                      <a:pt x="9672" y="1418"/>
                      <a:pt x="9830" y="1576"/>
                      <a:pt x="9830" y="1765"/>
                    </a:cubicBezTo>
                    <a:lnTo>
                      <a:pt x="9830" y="2836"/>
                    </a:lnTo>
                    <a:lnTo>
                      <a:pt x="788" y="2836"/>
                    </a:lnTo>
                    <a:lnTo>
                      <a:pt x="788" y="1765"/>
                    </a:lnTo>
                    <a:lnTo>
                      <a:pt x="725" y="1765"/>
                    </a:lnTo>
                    <a:cubicBezTo>
                      <a:pt x="725" y="1576"/>
                      <a:pt x="883" y="1418"/>
                      <a:pt x="1072" y="1418"/>
                    </a:cubicBezTo>
                    <a:lnTo>
                      <a:pt x="1418" y="1418"/>
                    </a:lnTo>
                    <a:lnTo>
                      <a:pt x="1418" y="1765"/>
                    </a:lnTo>
                    <a:cubicBezTo>
                      <a:pt x="1418" y="1954"/>
                      <a:pt x="1576" y="2143"/>
                      <a:pt x="1765" y="2143"/>
                    </a:cubicBezTo>
                    <a:cubicBezTo>
                      <a:pt x="1954" y="2143"/>
                      <a:pt x="2111" y="1954"/>
                      <a:pt x="2111" y="1765"/>
                    </a:cubicBezTo>
                    <a:lnTo>
                      <a:pt x="2111" y="1418"/>
                    </a:lnTo>
                    <a:lnTo>
                      <a:pt x="3498" y="1418"/>
                    </a:lnTo>
                    <a:lnTo>
                      <a:pt x="3498" y="1765"/>
                    </a:lnTo>
                    <a:cubicBezTo>
                      <a:pt x="3498" y="1954"/>
                      <a:pt x="3655" y="2143"/>
                      <a:pt x="3844" y="2143"/>
                    </a:cubicBezTo>
                    <a:cubicBezTo>
                      <a:pt x="4065" y="2143"/>
                      <a:pt x="4222" y="1954"/>
                      <a:pt x="4222" y="1765"/>
                    </a:cubicBezTo>
                    <a:lnTo>
                      <a:pt x="4222" y="1418"/>
                    </a:lnTo>
                    <a:lnTo>
                      <a:pt x="6333" y="1418"/>
                    </a:lnTo>
                    <a:lnTo>
                      <a:pt x="6333" y="1765"/>
                    </a:lnTo>
                    <a:cubicBezTo>
                      <a:pt x="6333" y="1954"/>
                      <a:pt x="6490" y="2143"/>
                      <a:pt x="6680" y="2143"/>
                    </a:cubicBezTo>
                    <a:cubicBezTo>
                      <a:pt x="6900" y="2143"/>
                      <a:pt x="7058" y="1954"/>
                      <a:pt x="7058" y="1765"/>
                    </a:cubicBezTo>
                    <a:lnTo>
                      <a:pt x="7058" y="1418"/>
                    </a:lnTo>
                    <a:lnTo>
                      <a:pt x="8412" y="1418"/>
                    </a:lnTo>
                    <a:lnTo>
                      <a:pt x="8412" y="1765"/>
                    </a:lnTo>
                    <a:cubicBezTo>
                      <a:pt x="8412" y="1954"/>
                      <a:pt x="8570" y="2143"/>
                      <a:pt x="8790" y="2143"/>
                    </a:cubicBezTo>
                    <a:cubicBezTo>
                      <a:pt x="8979" y="2143"/>
                      <a:pt x="9137" y="1954"/>
                      <a:pt x="9137" y="1765"/>
                    </a:cubicBezTo>
                    <a:lnTo>
                      <a:pt x="9137" y="1418"/>
                    </a:lnTo>
                    <a:close/>
                    <a:moveTo>
                      <a:pt x="9767" y="3497"/>
                    </a:moveTo>
                    <a:lnTo>
                      <a:pt x="9767" y="7026"/>
                    </a:lnTo>
                    <a:cubicBezTo>
                      <a:pt x="9641" y="7026"/>
                      <a:pt x="9546" y="6963"/>
                      <a:pt x="9420" y="6963"/>
                    </a:cubicBezTo>
                    <a:cubicBezTo>
                      <a:pt x="8066" y="6963"/>
                      <a:pt x="6963" y="8066"/>
                      <a:pt x="6963" y="9420"/>
                    </a:cubicBezTo>
                    <a:cubicBezTo>
                      <a:pt x="6963" y="9546"/>
                      <a:pt x="6963" y="9641"/>
                      <a:pt x="7026" y="9767"/>
                    </a:cubicBezTo>
                    <a:lnTo>
                      <a:pt x="1040" y="9767"/>
                    </a:lnTo>
                    <a:cubicBezTo>
                      <a:pt x="820" y="9767"/>
                      <a:pt x="662" y="9609"/>
                      <a:pt x="662" y="9420"/>
                    </a:cubicBezTo>
                    <a:lnTo>
                      <a:pt x="662" y="3497"/>
                    </a:lnTo>
                    <a:close/>
                    <a:moveTo>
                      <a:pt x="9420" y="7688"/>
                    </a:moveTo>
                    <a:cubicBezTo>
                      <a:pt x="10366" y="7688"/>
                      <a:pt x="11153" y="8475"/>
                      <a:pt x="11153" y="9420"/>
                    </a:cubicBezTo>
                    <a:cubicBezTo>
                      <a:pt x="11153" y="10397"/>
                      <a:pt x="10366" y="11185"/>
                      <a:pt x="9420" y="11185"/>
                    </a:cubicBezTo>
                    <a:cubicBezTo>
                      <a:pt x="8475" y="11185"/>
                      <a:pt x="7688" y="10397"/>
                      <a:pt x="7688" y="9420"/>
                    </a:cubicBezTo>
                    <a:cubicBezTo>
                      <a:pt x="7688" y="8475"/>
                      <a:pt x="8475" y="7688"/>
                      <a:pt x="9420" y="7688"/>
                    </a:cubicBezTo>
                    <a:close/>
                    <a:moveTo>
                      <a:pt x="1733" y="0"/>
                    </a:moveTo>
                    <a:cubicBezTo>
                      <a:pt x="1544" y="0"/>
                      <a:pt x="1387" y="158"/>
                      <a:pt x="1387" y="347"/>
                    </a:cubicBezTo>
                    <a:lnTo>
                      <a:pt x="1387" y="725"/>
                    </a:lnTo>
                    <a:lnTo>
                      <a:pt x="1040" y="725"/>
                    </a:lnTo>
                    <a:cubicBezTo>
                      <a:pt x="442" y="725"/>
                      <a:pt x="0" y="1166"/>
                      <a:pt x="0" y="1733"/>
                    </a:cubicBezTo>
                    <a:lnTo>
                      <a:pt x="0" y="9389"/>
                    </a:lnTo>
                    <a:cubicBezTo>
                      <a:pt x="0" y="9956"/>
                      <a:pt x="473" y="10429"/>
                      <a:pt x="1040" y="10429"/>
                    </a:cubicBezTo>
                    <a:lnTo>
                      <a:pt x="7215" y="10429"/>
                    </a:lnTo>
                    <a:cubicBezTo>
                      <a:pt x="7593" y="11279"/>
                      <a:pt x="8444" y="11846"/>
                      <a:pt x="9420" y="11846"/>
                    </a:cubicBezTo>
                    <a:cubicBezTo>
                      <a:pt x="10744" y="11846"/>
                      <a:pt x="11846" y="10744"/>
                      <a:pt x="11846" y="9420"/>
                    </a:cubicBezTo>
                    <a:cubicBezTo>
                      <a:pt x="11846" y="8444"/>
                      <a:pt x="11311" y="7593"/>
                      <a:pt x="10492" y="7215"/>
                    </a:cubicBezTo>
                    <a:lnTo>
                      <a:pt x="10492" y="1733"/>
                    </a:lnTo>
                    <a:cubicBezTo>
                      <a:pt x="10492" y="1135"/>
                      <a:pt x="10019" y="725"/>
                      <a:pt x="9452" y="725"/>
                    </a:cubicBezTo>
                    <a:lnTo>
                      <a:pt x="9105" y="725"/>
                    </a:lnTo>
                    <a:lnTo>
                      <a:pt x="9105" y="347"/>
                    </a:lnTo>
                    <a:cubicBezTo>
                      <a:pt x="9105" y="158"/>
                      <a:pt x="8948" y="0"/>
                      <a:pt x="8759" y="0"/>
                    </a:cubicBezTo>
                    <a:cubicBezTo>
                      <a:pt x="8538" y="0"/>
                      <a:pt x="8381" y="158"/>
                      <a:pt x="8381" y="347"/>
                    </a:cubicBezTo>
                    <a:lnTo>
                      <a:pt x="8381" y="725"/>
                    </a:lnTo>
                    <a:lnTo>
                      <a:pt x="7026" y="725"/>
                    </a:lnTo>
                    <a:lnTo>
                      <a:pt x="7026" y="347"/>
                    </a:lnTo>
                    <a:cubicBezTo>
                      <a:pt x="7026" y="158"/>
                      <a:pt x="6869" y="0"/>
                      <a:pt x="6648" y="0"/>
                    </a:cubicBezTo>
                    <a:cubicBezTo>
                      <a:pt x="6459" y="0"/>
                      <a:pt x="6301" y="158"/>
                      <a:pt x="6301" y="347"/>
                    </a:cubicBezTo>
                    <a:lnTo>
                      <a:pt x="6301" y="725"/>
                    </a:lnTo>
                    <a:lnTo>
                      <a:pt x="4191" y="725"/>
                    </a:lnTo>
                    <a:lnTo>
                      <a:pt x="4191" y="347"/>
                    </a:lnTo>
                    <a:cubicBezTo>
                      <a:pt x="4191" y="158"/>
                      <a:pt x="4033" y="0"/>
                      <a:pt x="3813" y="0"/>
                    </a:cubicBezTo>
                    <a:cubicBezTo>
                      <a:pt x="3624" y="0"/>
                      <a:pt x="3466" y="158"/>
                      <a:pt x="3466" y="347"/>
                    </a:cubicBezTo>
                    <a:lnTo>
                      <a:pt x="3466" y="725"/>
                    </a:lnTo>
                    <a:lnTo>
                      <a:pt x="2080" y="725"/>
                    </a:lnTo>
                    <a:lnTo>
                      <a:pt x="2080" y="347"/>
                    </a:lnTo>
                    <a:cubicBezTo>
                      <a:pt x="2080" y="158"/>
                      <a:pt x="1922" y="0"/>
                      <a:pt x="1733"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8" name="Google Shape;1935;p152">
                <a:extLst>
                  <a:ext uri="{FF2B5EF4-FFF2-40B4-BE49-F238E27FC236}">
                    <a16:creationId xmlns:a16="http://schemas.microsoft.com/office/drawing/2014/main" id="{788DDDF4-0B2D-0FB6-2AD9-A5646F3A3512}"/>
                  </a:ext>
                </a:extLst>
              </p:cNvPr>
              <p:cNvSpPr/>
              <p:nvPr/>
            </p:nvSpPr>
            <p:spPr>
              <a:xfrm>
                <a:off x="4190400" y="2526300"/>
                <a:ext cx="34700" cy="35450"/>
              </a:xfrm>
              <a:custGeom>
                <a:avLst/>
                <a:gdLst/>
                <a:ahLst/>
                <a:cxnLst/>
                <a:rect l="l" t="t" r="r" b="b"/>
                <a:pathLst>
                  <a:path w="1388" h="1418" extrusionOk="0">
                    <a:moveTo>
                      <a:pt x="347" y="0"/>
                    </a:moveTo>
                    <a:cubicBezTo>
                      <a:pt x="158" y="0"/>
                      <a:pt x="1" y="158"/>
                      <a:pt x="1" y="347"/>
                    </a:cubicBezTo>
                    <a:lnTo>
                      <a:pt x="1" y="1071"/>
                    </a:lnTo>
                    <a:cubicBezTo>
                      <a:pt x="1" y="1260"/>
                      <a:pt x="127" y="1418"/>
                      <a:pt x="347" y="1418"/>
                    </a:cubicBezTo>
                    <a:lnTo>
                      <a:pt x="1041" y="1418"/>
                    </a:lnTo>
                    <a:cubicBezTo>
                      <a:pt x="1261" y="1418"/>
                      <a:pt x="1387" y="1260"/>
                      <a:pt x="1387" y="1071"/>
                    </a:cubicBezTo>
                    <a:cubicBezTo>
                      <a:pt x="1387" y="882"/>
                      <a:pt x="1261" y="725"/>
                      <a:pt x="1041" y="725"/>
                    </a:cubicBezTo>
                    <a:lnTo>
                      <a:pt x="694" y="725"/>
                    </a:lnTo>
                    <a:lnTo>
                      <a:pt x="694" y="347"/>
                    </a:lnTo>
                    <a:cubicBezTo>
                      <a:pt x="694" y="158"/>
                      <a:pt x="536" y="0"/>
                      <a:pt x="347"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69" name="Google Shape;1936;p152">
                <a:extLst>
                  <a:ext uri="{FF2B5EF4-FFF2-40B4-BE49-F238E27FC236}">
                    <a16:creationId xmlns:a16="http://schemas.microsoft.com/office/drawing/2014/main" id="{DDC71D5B-89F8-AB44-DFDC-B484D46994B9}"/>
                  </a:ext>
                </a:extLst>
              </p:cNvPr>
              <p:cNvSpPr/>
              <p:nvPr/>
            </p:nvSpPr>
            <p:spPr>
              <a:xfrm>
                <a:off x="3998225"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0" name="Google Shape;1937;p152">
                <a:extLst>
                  <a:ext uri="{FF2B5EF4-FFF2-40B4-BE49-F238E27FC236}">
                    <a16:creationId xmlns:a16="http://schemas.microsoft.com/office/drawing/2014/main" id="{5A751BBB-630F-7EC6-75CE-261898CBC69F}"/>
                  </a:ext>
                </a:extLst>
              </p:cNvPr>
              <p:cNvSpPr/>
              <p:nvPr/>
            </p:nvSpPr>
            <p:spPr>
              <a:xfrm>
                <a:off x="4050225" y="24215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1" name="Google Shape;1938;p152">
                <a:extLst>
                  <a:ext uri="{FF2B5EF4-FFF2-40B4-BE49-F238E27FC236}">
                    <a16:creationId xmlns:a16="http://schemas.microsoft.com/office/drawing/2014/main" id="{272711A5-9592-8869-A0EC-626296DAEA47}"/>
                  </a:ext>
                </a:extLst>
              </p:cNvPr>
              <p:cNvSpPr/>
              <p:nvPr/>
            </p:nvSpPr>
            <p:spPr>
              <a:xfrm>
                <a:off x="4102200" y="24215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2" name="Google Shape;1939;p152">
                <a:extLst>
                  <a:ext uri="{FF2B5EF4-FFF2-40B4-BE49-F238E27FC236}">
                    <a16:creationId xmlns:a16="http://schemas.microsoft.com/office/drawing/2014/main" id="{573A3AE1-F515-934E-0D05-867D05E926BF}"/>
                  </a:ext>
                </a:extLst>
              </p:cNvPr>
              <p:cNvSpPr/>
              <p:nvPr/>
            </p:nvSpPr>
            <p:spPr>
              <a:xfrm>
                <a:off x="4155750" y="24215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3" name="Google Shape;1940;p152">
                <a:extLst>
                  <a:ext uri="{FF2B5EF4-FFF2-40B4-BE49-F238E27FC236}">
                    <a16:creationId xmlns:a16="http://schemas.microsoft.com/office/drawing/2014/main" id="{37861849-E47A-1000-2CE3-A6AF1E801FFB}"/>
                  </a:ext>
                </a:extLst>
              </p:cNvPr>
              <p:cNvSpPr/>
              <p:nvPr/>
            </p:nvSpPr>
            <p:spPr>
              <a:xfrm>
                <a:off x="3998225"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4" name="Google Shape;1941;p152">
                <a:extLst>
                  <a:ext uri="{FF2B5EF4-FFF2-40B4-BE49-F238E27FC236}">
                    <a16:creationId xmlns:a16="http://schemas.microsoft.com/office/drawing/2014/main" id="{1294C487-6BE1-4429-73FF-109B850846BA}"/>
                  </a:ext>
                </a:extLst>
              </p:cNvPr>
              <p:cNvSpPr/>
              <p:nvPr/>
            </p:nvSpPr>
            <p:spPr>
              <a:xfrm>
                <a:off x="4050225" y="2456975"/>
                <a:ext cx="35450" cy="18150"/>
              </a:xfrm>
              <a:custGeom>
                <a:avLst/>
                <a:gdLst/>
                <a:ahLst/>
                <a:cxnLst/>
                <a:rect l="l" t="t" r="r" b="b"/>
                <a:pathLst>
                  <a:path w="1418" h="726" extrusionOk="0">
                    <a:moveTo>
                      <a:pt x="347" y="1"/>
                    </a:moveTo>
                    <a:cubicBezTo>
                      <a:pt x="158" y="1"/>
                      <a:pt x="0" y="158"/>
                      <a:pt x="0" y="379"/>
                    </a:cubicBezTo>
                    <a:cubicBezTo>
                      <a:pt x="0" y="568"/>
                      <a:pt x="158" y="725"/>
                      <a:pt x="347" y="725"/>
                    </a:cubicBezTo>
                    <a:lnTo>
                      <a:pt x="1071" y="725"/>
                    </a:lnTo>
                    <a:cubicBezTo>
                      <a:pt x="1260" y="725"/>
                      <a:pt x="1418" y="568"/>
                      <a:pt x="1418" y="379"/>
                    </a:cubicBezTo>
                    <a:cubicBezTo>
                      <a:pt x="1418" y="158"/>
                      <a:pt x="1260" y="1"/>
                      <a:pt x="1071"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5" name="Google Shape;1942;p152">
                <a:extLst>
                  <a:ext uri="{FF2B5EF4-FFF2-40B4-BE49-F238E27FC236}">
                    <a16:creationId xmlns:a16="http://schemas.microsoft.com/office/drawing/2014/main" id="{BD577D28-C145-0EC8-92F9-D45574090AE5}"/>
                  </a:ext>
                </a:extLst>
              </p:cNvPr>
              <p:cNvSpPr/>
              <p:nvPr/>
            </p:nvSpPr>
            <p:spPr>
              <a:xfrm>
                <a:off x="4102200" y="2456975"/>
                <a:ext cx="35475" cy="18150"/>
              </a:xfrm>
              <a:custGeom>
                <a:avLst/>
                <a:gdLst/>
                <a:ahLst/>
                <a:cxnLst/>
                <a:rect l="l" t="t" r="r" b="b"/>
                <a:pathLst>
                  <a:path w="1419" h="726" extrusionOk="0">
                    <a:moveTo>
                      <a:pt x="378" y="1"/>
                    </a:moveTo>
                    <a:cubicBezTo>
                      <a:pt x="158" y="1"/>
                      <a:pt x="0" y="158"/>
                      <a:pt x="0" y="379"/>
                    </a:cubicBezTo>
                    <a:cubicBezTo>
                      <a:pt x="0" y="568"/>
                      <a:pt x="158" y="725"/>
                      <a:pt x="378"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6" name="Google Shape;1943;p152">
                <a:extLst>
                  <a:ext uri="{FF2B5EF4-FFF2-40B4-BE49-F238E27FC236}">
                    <a16:creationId xmlns:a16="http://schemas.microsoft.com/office/drawing/2014/main" id="{2F179D5C-D795-CF7A-CC3F-76F73E0F8183}"/>
                  </a:ext>
                </a:extLst>
              </p:cNvPr>
              <p:cNvSpPr/>
              <p:nvPr/>
            </p:nvSpPr>
            <p:spPr>
              <a:xfrm>
                <a:off x="4155750" y="2456975"/>
                <a:ext cx="35475" cy="18150"/>
              </a:xfrm>
              <a:custGeom>
                <a:avLst/>
                <a:gdLst/>
                <a:ahLst/>
                <a:cxnLst/>
                <a:rect l="l" t="t" r="r" b="b"/>
                <a:pathLst>
                  <a:path w="1419" h="726" extrusionOk="0">
                    <a:moveTo>
                      <a:pt x="347" y="1"/>
                    </a:moveTo>
                    <a:cubicBezTo>
                      <a:pt x="158" y="1"/>
                      <a:pt x="1" y="158"/>
                      <a:pt x="1" y="379"/>
                    </a:cubicBezTo>
                    <a:cubicBezTo>
                      <a:pt x="1" y="568"/>
                      <a:pt x="158" y="725"/>
                      <a:pt x="347" y="725"/>
                    </a:cubicBezTo>
                    <a:lnTo>
                      <a:pt x="1072" y="725"/>
                    </a:lnTo>
                    <a:cubicBezTo>
                      <a:pt x="1261" y="725"/>
                      <a:pt x="1418" y="568"/>
                      <a:pt x="1418" y="379"/>
                    </a:cubicBezTo>
                    <a:cubicBezTo>
                      <a:pt x="1418" y="158"/>
                      <a:pt x="1261" y="1"/>
                      <a:pt x="1072" y="1"/>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7" name="Google Shape;1944;p152">
                <a:extLst>
                  <a:ext uri="{FF2B5EF4-FFF2-40B4-BE49-F238E27FC236}">
                    <a16:creationId xmlns:a16="http://schemas.microsoft.com/office/drawing/2014/main" id="{2A3E6E4B-D68A-AAB1-FE11-AA0DDC0C97D4}"/>
                  </a:ext>
                </a:extLst>
              </p:cNvPr>
              <p:cNvSpPr/>
              <p:nvPr/>
            </p:nvSpPr>
            <p:spPr>
              <a:xfrm>
                <a:off x="3998225" y="2491650"/>
                <a:ext cx="35475" cy="18125"/>
              </a:xfrm>
              <a:custGeom>
                <a:avLst/>
                <a:gdLst/>
                <a:ahLst/>
                <a:cxnLst/>
                <a:rect l="l" t="t" r="r" b="b"/>
                <a:pathLst>
                  <a:path w="1419" h="725" extrusionOk="0">
                    <a:moveTo>
                      <a:pt x="347" y="0"/>
                    </a:moveTo>
                    <a:cubicBezTo>
                      <a:pt x="158" y="0"/>
                      <a:pt x="1" y="158"/>
                      <a:pt x="1" y="378"/>
                    </a:cubicBezTo>
                    <a:cubicBezTo>
                      <a:pt x="1" y="567"/>
                      <a:pt x="158" y="725"/>
                      <a:pt x="347"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8" name="Google Shape;1945;p152">
                <a:extLst>
                  <a:ext uri="{FF2B5EF4-FFF2-40B4-BE49-F238E27FC236}">
                    <a16:creationId xmlns:a16="http://schemas.microsoft.com/office/drawing/2014/main" id="{0AC40E42-DFBF-82D3-CC21-B1FF00F88376}"/>
                  </a:ext>
                </a:extLst>
              </p:cNvPr>
              <p:cNvSpPr/>
              <p:nvPr/>
            </p:nvSpPr>
            <p:spPr>
              <a:xfrm>
                <a:off x="4050225" y="2491650"/>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79" name="Google Shape;1946;p152">
                <a:extLst>
                  <a:ext uri="{FF2B5EF4-FFF2-40B4-BE49-F238E27FC236}">
                    <a16:creationId xmlns:a16="http://schemas.microsoft.com/office/drawing/2014/main" id="{1F9BE1BC-F80A-8A77-B96E-EEF15D7AC789}"/>
                  </a:ext>
                </a:extLst>
              </p:cNvPr>
              <p:cNvSpPr/>
              <p:nvPr/>
            </p:nvSpPr>
            <p:spPr>
              <a:xfrm>
                <a:off x="4102200" y="2491650"/>
                <a:ext cx="35475" cy="18125"/>
              </a:xfrm>
              <a:custGeom>
                <a:avLst/>
                <a:gdLst/>
                <a:ahLst/>
                <a:cxnLst/>
                <a:rect l="l" t="t" r="r" b="b"/>
                <a:pathLst>
                  <a:path w="1419" h="725" extrusionOk="0">
                    <a:moveTo>
                      <a:pt x="378" y="0"/>
                    </a:moveTo>
                    <a:cubicBezTo>
                      <a:pt x="158" y="0"/>
                      <a:pt x="0" y="158"/>
                      <a:pt x="0" y="378"/>
                    </a:cubicBezTo>
                    <a:cubicBezTo>
                      <a:pt x="0" y="567"/>
                      <a:pt x="158" y="725"/>
                      <a:pt x="378" y="725"/>
                    </a:cubicBezTo>
                    <a:lnTo>
                      <a:pt x="1072" y="725"/>
                    </a:lnTo>
                    <a:cubicBezTo>
                      <a:pt x="1261" y="725"/>
                      <a:pt x="1418" y="567"/>
                      <a:pt x="1418" y="378"/>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0" name="Google Shape;1947;p152">
                <a:extLst>
                  <a:ext uri="{FF2B5EF4-FFF2-40B4-BE49-F238E27FC236}">
                    <a16:creationId xmlns:a16="http://schemas.microsoft.com/office/drawing/2014/main" id="{640B92D1-4AD6-297A-033D-A1FB23CEAFFB}"/>
                  </a:ext>
                </a:extLst>
              </p:cNvPr>
              <p:cNvSpPr/>
              <p:nvPr/>
            </p:nvSpPr>
            <p:spPr>
              <a:xfrm>
                <a:off x="3998225" y="2526300"/>
                <a:ext cx="35475" cy="18125"/>
              </a:xfrm>
              <a:custGeom>
                <a:avLst/>
                <a:gdLst/>
                <a:ahLst/>
                <a:cxnLst/>
                <a:rect l="l" t="t" r="r" b="b"/>
                <a:pathLst>
                  <a:path w="1419" h="725" extrusionOk="0">
                    <a:moveTo>
                      <a:pt x="347" y="0"/>
                    </a:moveTo>
                    <a:cubicBezTo>
                      <a:pt x="158" y="0"/>
                      <a:pt x="1" y="158"/>
                      <a:pt x="1" y="347"/>
                    </a:cubicBezTo>
                    <a:cubicBezTo>
                      <a:pt x="1" y="567"/>
                      <a:pt x="158" y="725"/>
                      <a:pt x="347"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1" name="Google Shape;1948;p152">
                <a:extLst>
                  <a:ext uri="{FF2B5EF4-FFF2-40B4-BE49-F238E27FC236}">
                    <a16:creationId xmlns:a16="http://schemas.microsoft.com/office/drawing/2014/main" id="{8D046504-E3EA-84B4-E4A7-08FE37FE539B}"/>
                  </a:ext>
                </a:extLst>
              </p:cNvPr>
              <p:cNvSpPr/>
              <p:nvPr/>
            </p:nvSpPr>
            <p:spPr>
              <a:xfrm>
                <a:off x="4050225" y="2526300"/>
                <a:ext cx="35450" cy="18125"/>
              </a:xfrm>
              <a:custGeom>
                <a:avLst/>
                <a:gdLst/>
                <a:ahLst/>
                <a:cxnLst/>
                <a:rect l="l" t="t" r="r" b="b"/>
                <a:pathLst>
                  <a:path w="1418" h="725" extrusionOk="0">
                    <a:moveTo>
                      <a:pt x="347" y="0"/>
                    </a:moveTo>
                    <a:cubicBezTo>
                      <a:pt x="158" y="0"/>
                      <a:pt x="0" y="158"/>
                      <a:pt x="0" y="347"/>
                    </a:cubicBezTo>
                    <a:cubicBezTo>
                      <a:pt x="0" y="567"/>
                      <a:pt x="158" y="725"/>
                      <a:pt x="347" y="725"/>
                    </a:cubicBezTo>
                    <a:lnTo>
                      <a:pt x="1071" y="725"/>
                    </a:lnTo>
                    <a:cubicBezTo>
                      <a:pt x="1260" y="725"/>
                      <a:pt x="1418" y="567"/>
                      <a:pt x="1418" y="347"/>
                    </a:cubicBezTo>
                    <a:cubicBezTo>
                      <a:pt x="1418" y="158"/>
                      <a:pt x="1260" y="0"/>
                      <a:pt x="1071"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sp>
            <p:nvSpPr>
              <p:cNvPr id="83" name="Google Shape;1949;p152">
                <a:extLst>
                  <a:ext uri="{FF2B5EF4-FFF2-40B4-BE49-F238E27FC236}">
                    <a16:creationId xmlns:a16="http://schemas.microsoft.com/office/drawing/2014/main" id="{AFB278C3-1BB7-73A6-38FD-BBA09C1EEB4D}"/>
                  </a:ext>
                </a:extLst>
              </p:cNvPr>
              <p:cNvSpPr/>
              <p:nvPr/>
            </p:nvSpPr>
            <p:spPr>
              <a:xfrm>
                <a:off x="4102200" y="2526300"/>
                <a:ext cx="35475" cy="18125"/>
              </a:xfrm>
              <a:custGeom>
                <a:avLst/>
                <a:gdLst/>
                <a:ahLst/>
                <a:cxnLst/>
                <a:rect l="l" t="t" r="r" b="b"/>
                <a:pathLst>
                  <a:path w="1419" h="725" extrusionOk="0">
                    <a:moveTo>
                      <a:pt x="378" y="0"/>
                    </a:moveTo>
                    <a:cubicBezTo>
                      <a:pt x="158" y="0"/>
                      <a:pt x="0" y="158"/>
                      <a:pt x="0" y="347"/>
                    </a:cubicBezTo>
                    <a:cubicBezTo>
                      <a:pt x="0" y="567"/>
                      <a:pt x="158" y="725"/>
                      <a:pt x="378" y="725"/>
                    </a:cubicBezTo>
                    <a:lnTo>
                      <a:pt x="1072" y="725"/>
                    </a:lnTo>
                    <a:cubicBezTo>
                      <a:pt x="1261" y="725"/>
                      <a:pt x="1418" y="567"/>
                      <a:pt x="1418" y="347"/>
                    </a:cubicBezTo>
                    <a:cubicBezTo>
                      <a:pt x="1418" y="158"/>
                      <a:pt x="1261" y="0"/>
                      <a:pt x="1072" y="0"/>
                    </a:cubicBezTo>
                    <a:close/>
                  </a:path>
                </a:pathLst>
              </a:custGeom>
              <a:gradFill flip="none" rotWithShape="1">
                <a:gsLst>
                  <a:gs pos="0">
                    <a:srgbClr val="0E166B">
                      <a:alpha val="20000"/>
                    </a:srgbClr>
                  </a:gs>
                  <a:gs pos="100000">
                    <a:srgbClr val="FFFFFF">
                      <a:alpha val="30000"/>
                    </a:srgbClr>
                  </a:gs>
                </a:gsLst>
                <a:path path="circle">
                  <a:fillToRect r="100000" b="100000"/>
                </a:path>
                <a:tileRect l="-100000" t="-100000"/>
              </a:gradFill>
              <a:ln>
                <a:solidFill>
                  <a:srgbClr val="D6D2E6"/>
                </a:solidFill>
              </a:ln>
            </p:spPr>
            <p:txBody>
              <a:bodyPr spcFirstLastPara="1" wrap="square" lIns="0" tIns="0" rIns="0" bIns="0" anchor="t" anchorCtr="0">
                <a:noAutofit/>
              </a:bodyPr>
              <a:lstStyle/>
              <a:p>
                <a:endParaRPr sz="900">
                  <a:solidFill>
                    <a:srgbClr val="0E166B"/>
                  </a:solidFill>
                  <a:latin typeface="Arial"/>
                </a:endParaRPr>
              </a:p>
            </p:txBody>
          </p:sp>
        </p:grpSp>
      </p:grpSp>
      <p:sp>
        <p:nvSpPr>
          <p:cNvPr id="86" name="TextBox 85">
            <a:extLst>
              <a:ext uri="{FF2B5EF4-FFF2-40B4-BE49-F238E27FC236}">
                <a16:creationId xmlns:a16="http://schemas.microsoft.com/office/drawing/2014/main" id="{AFE91610-9DF9-891F-ADD0-29E0CC658FC4}"/>
              </a:ext>
            </a:extLst>
          </p:cNvPr>
          <p:cNvSpPr txBox="1"/>
          <p:nvPr/>
        </p:nvSpPr>
        <p:spPr>
          <a:xfrm>
            <a:off x="7145803" y="1673395"/>
            <a:ext cx="3674203" cy="369332"/>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ES" sz="1800" b="1" i="0" u="none" strike="noStrike" kern="1200" cap="none" spc="0" normalizeH="0" baseline="0" noProof="0" dirty="0">
                <a:ln>
                  <a:noFill/>
                </a:ln>
                <a:solidFill>
                  <a:srgbClr val="0E166B"/>
                </a:solidFill>
                <a:effectLst/>
                <a:uLnTx/>
                <a:uFillTx/>
                <a:latin typeface="Arial"/>
                <a:ea typeface="+mn-ea"/>
                <a:cs typeface="+mn-cs"/>
              </a:rPr>
              <a:t>RESULTS &amp; VALUE CREATED</a:t>
            </a:r>
          </a:p>
        </p:txBody>
      </p:sp>
      <p:grpSp>
        <p:nvGrpSpPr>
          <p:cNvPr id="102" name="Google Shape;12544;p62">
            <a:extLst>
              <a:ext uri="{FF2B5EF4-FFF2-40B4-BE49-F238E27FC236}">
                <a16:creationId xmlns:a16="http://schemas.microsoft.com/office/drawing/2014/main" id="{791F3B0B-8E91-88F6-B461-DBE500D81C5B}"/>
              </a:ext>
            </a:extLst>
          </p:cNvPr>
          <p:cNvGrpSpPr/>
          <p:nvPr/>
        </p:nvGrpSpPr>
        <p:grpSpPr>
          <a:xfrm>
            <a:off x="6714509" y="1539500"/>
            <a:ext cx="618592" cy="646330"/>
            <a:chOff x="1764389" y="3348218"/>
            <a:chExt cx="310114" cy="366665"/>
          </a:xfrm>
          <a:noFill/>
        </p:grpSpPr>
        <p:sp>
          <p:nvSpPr>
            <p:cNvPr id="103" name="Google Shape;12545;p62">
              <a:extLst>
                <a:ext uri="{FF2B5EF4-FFF2-40B4-BE49-F238E27FC236}">
                  <a16:creationId xmlns:a16="http://schemas.microsoft.com/office/drawing/2014/main" id="{B01948FC-0BC7-C2FF-F019-228B8425F0A6}"/>
                </a:ext>
              </a:extLst>
            </p:cNvPr>
            <p:cNvSpPr/>
            <p:nvPr/>
          </p:nvSpPr>
          <p:spPr>
            <a:xfrm>
              <a:off x="1782734" y="3556441"/>
              <a:ext cx="37918" cy="23598"/>
            </a:xfrm>
            <a:custGeom>
              <a:avLst/>
              <a:gdLst/>
              <a:ahLst/>
              <a:cxnLst/>
              <a:rect l="l" t="t" r="r" b="b"/>
              <a:pathLst>
                <a:path w="1451" h="903" extrusionOk="0">
                  <a:moveTo>
                    <a:pt x="1141" y="0"/>
                  </a:moveTo>
                  <a:cubicBezTo>
                    <a:pt x="1105" y="0"/>
                    <a:pt x="1067" y="10"/>
                    <a:pt x="1029" y="33"/>
                  </a:cubicBezTo>
                  <a:lnTo>
                    <a:pt x="1029" y="24"/>
                  </a:lnTo>
                  <a:lnTo>
                    <a:pt x="212" y="505"/>
                  </a:lnTo>
                  <a:cubicBezTo>
                    <a:pt x="1" y="618"/>
                    <a:pt x="118" y="902"/>
                    <a:pt x="310" y="902"/>
                  </a:cubicBezTo>
                  <a:cubicBezTo>
                    <a:pt x="346" y="902"/>
                    <a:pt x="384" y="893"/>
                    <a:pt x="423" y="870"/>
                  </a:cubicBezTo>
                  <a:lnTo>
                    <a:pt x="1241" y="399"/>
                  </a:lnTo>
                  <a:cubicBezTo>
                    <a:pt x="1451" y="278"/>
                    <a:pt x="1328" y="0"/>
                    <a:pt x="1141" y="0"/>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4" name="Google Shape;12546;p62">
              <a:extLst>
                <a:ext uri="{FF2B5EF4-FFF2-40B4-BE49-F238E27FC236}">
                  <a16:creationId xmlns:a16="http://schemas.microsoft.com/office/drawing/2014/main" id="{7650FD81-9530-38F5-08A1-04AB0F685BE5}"/>
                </a:ext>
              </a:extLst>
            </p:cNvPr>
            <p:cNvSpPr/>
            <p:nvPr/>
          </p:nvSpPr>
          <p:spPr>
            <a:xfrm>
              <a:off x="2016933" y="3558218"/>
              <a:ext cx="37971" cy="23833"/>
            </a:xfrm>
            <a:custGeom>
              <a:avLst/>
              <a:gdLst/>
              <a:ahLst/>
              <a:cxnLst/>
              <a:rect l="l" t="t" r="r" b="b"/>
              <a:pathLst>
                <a:path w="1453" h="912" extrusionOk="0">
                  <a:moveTo>
                    <a:pt x="314" y="0"/>
                  </a:moveTo>
                  <a:cubicBezTo>
                    <a:pt x="125" y="0"/>
                    <a:pt x="1" y="286"/>
                    <a:pt x="212" y="408"/>
                  </a:cubicBezTo>
                  <a:lnTo>
                    <a:pt x="1039" y="879"/>
                  </a:lnTo>
                  <a:cubicBezTo>
                    <a:pt x="1076" y="902"/>
                    <a:pt x="1113" y="911"/>
                    <a:pt x="1148" y="911"/>
                  </a:cubicBezTo>
                  <a:cubicBezTo>
                    <a:pt x="1334" y="911"/>
                    <a:pt x="1453" y="627"/>
                    <a:pt x="1250" y="514"/>
                  </a:cubicBezTo>
                  <a:lnTo>
                    <a:pt x="423" y="33"/>
                  </a:lnTo>
                  <a:cubicBezTo>
                    <a:pt x="386" y="10"/>
                    <a:pt x="348" y="0"/>
                    <a:pt x="314" y="0"/>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5" name="Google Shape;12547;p62">
              <a:extLst>
                <a:ext uri="{FF2B5EF4-FFF2-40B4-BE49-F238E27FC236}">
                  <a16:creationId xmlns:a16="http://schemas.microsoft.com/office/drawing/2014/main" id="{27857B81-8F69-B3A0-9E2E-E228E22B74B2}"/>
                </a:ext>
              </a:extLst>
            </p:cNvPr>
            <p:cNvSpPr/>
            <p:nvPr/>
          </p:nvSpPr>
          <p:spPr>
            <a:xfrm>
              <a:off x="1915147" y="3348218"/>
              <a:ext cx="11080" cy="36089"/>
            </a:xfrm>
            <a:custGeom>
              <a:avLst/>
              <a:gdLst/>
              <a:ahLst/>
              <a:cxnLst/>
              <a:rect l="l" t="t" r="r" b="b"/>
              <a:pathLst>
                <a:path w="424" h="1381" extrusionOk="0">
                  <a:moveTo>
                    <a:pt x="212" y="1"/>
                  </a:moveTo>
                  <a:cubicBezTo>
                    <a:pt x="97" y="1"/>
                    <a:pt x="1" y="97"/>
                    <a:pt x="1" y="212"/>
                  </a:cubicBezTo>
                  <a:lnTo>
                    <a:pt x="1" y="1164"/>
                  </a:lnTo>
                  <a:cubicBezTo>
                    <a:pt x="1" y="1309"/>
                    <a:pt x="106" y="1381"/>
                    <a:pt x="212" y="1381"/>
                  </a:cubicBezTo>
                  <a:cubicBezTo>
                    <a:pt x="318" y="1381"/>
                    <a:pt x="424" y="1309"/>
                    <a:pt x="424" y="1164"/>
                  </a:cubicBezTo>
                  <a:lnTo>
                    <a:pt x="424" y="212"/>
                  </a:lnTo>
                  <a:cubicBezTo>
                    <a:pt x="424" y="97"/>
                    <a:pt x="328" y="1"/>
                    <a:pt x="212"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6" name="Google Shape;12548;p62">
              <a:extLst>
                <a:ext uri="{FF2B5EF4-FFF2-40B4-BE49-F238E27FC236}">
                  <a16:creationId xmlns:a16="http://schemas.microsoft.com/office/drawing/2014/main" id="{7001B7B4-2EEF-3F69-79FF-514D8C300861}"/>
                </a:ext>
              </a:extLst>
            </p:cNvPr>
            <p:cNvSpPr/>
            <p:nvPr/>
          </p:nvSpPr>
          <p:spPr>
            <a:xfrm>
              <a:off x="1839363" y="3367399"/>
              <a:ext cx="27126" cy="32796"/>
            </a:xfrm>
            <a:custGeom>
              <a:avLst/>
              <a:gdLst/>
              <a:ahLst/>
              <a:cxnLst/>
              <a:rect l="l" t="t" r="r" b="b"/>
              <a:pathLst>
                <a:path w="1038" h="1255" extrusionOk="0">
                  <a:moveTo>
                    <a:pt x="287" y="1"/>
                  </a:moveTo>
                  <a:cubicBezTo>
                    <a:pt x="142" y="1"/>
                    <a:pt x="1" y="154"/>
                    <a:pt x="93" y="325"/>
                  </a:cubicBezTo>
                  <a:lnTo>
                    <a:pt x="574" y="1142"/>
                  </a:lnTo>
                  <a:cubicBezTo>
                    <a:pt x="616" y="1221"/>
                    <a:pt x="683" y="1254"/>
                    <a:pt x="750" y="1254"/>
                  </a:cubicBezTo>
                  <a:cubicBezTo>
                    <a:pt x="894" y="1254"/>
                    <a:pt x="1038" y="1101"/>
                    <a:pt x="939" y="930"/>
                  </a:cubicBezTo>
                  <a:lnTo>
                    <a:pt x="468" y="113"/>
                  </a:lnTo>
                  <a:cubicBezTo>
                    <a:pt x="422" y="34"/>
                    <a:pt x="354" y="1"/>
                    <a:pt x="287"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7" name="Google Shape;12549;p62">
              <a:extLst>
                <a:ext uri="{FF2B5EF4-FFF2-40B4-BE49-F238E27FC236}">
                  <a16:creationId xmlns:a16="http://schemas.microsoft.com/office/drawing/2014/main" id="{2D779193-14B6-4DB5-69F2-E5A9F3F938D9}"/>
                </a:ext>
              </a:extLst>
            </p:cNvPr>
            <p:cNvSpPr/>
            <p:nvPr/>
          </p:nvSpPr>
          <p:spPr>
            <a:xfrm>
              <a:off x="1783988" y="3420997"/>
              <a:ext cx="37971" cy="23754"/>
            </a:xfrm>
            <a:custGeom>
              <a:avLst/>
              <a:gdLst/>
              <a:ahLst/>
              <a:cxnLst/>
              <a:rect l="l" t="t" r="r" b="b"/>
              <a:pathLst>
                <a:path w="1453" h="909" extrusionOk="0">
                  <a:moveTo>
                    <a:pt x="310" y="1"/>
                  </a:moveTo>
                  <a:cubicBezTo>
                    <a:pt x="118" y="1"/>
                    <a:pt x="1" y="285"/>
                    <a:pt x="212" y="399"/>
                  </a:cubicBezTo>
                  <a:lnTo>
                    <a:pt x="1029" y="880"/>
                  </a:lnTo>
                  <a:cubicBezTo>
                    <a:pt x="1067" y="900"/>
                    <a:pt x="1104" y="909"/>
                    <a:pt x="1138" y="909"/>
                  </a:cubicBezTo>
                  <a:cubicBezTo>
                    <a:pt x="1332" y="909"/>
                    <a:pt x="1453" y="627"/>
                    <a:pt x="1241" y="505"/>
                  </a:cubicBezTo>
                  <a:lnTo>
                    <a:pt x="423" y="33"/>
                  </a:lnTo>
                  <a:cubicBezTo>
                    <a:pt x="384" y="11"/>
                    <a:pt x="346" y="1"/>
                    <a:pt x="310"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8" name="Google Shape;12550;p62">
              <a:extLst>
                <a:ext uri="{FF2B5EF4-FFF2-40B4-BE49-F238E27FC236}">
                  <a16:creationId xmlns:a16="http://schemas.microsoft.com/office/drawing/2014/main" id="{4DDB6AD7-13C8-0DB7-C2E2-4FB930F646D2}"/>
                </a:ext>
              </a:extLst>
            </p:cNvPr>
            <p:cNvSpPr/>
            <p:nvPr/>
          </p:nvSpPr>
          <p:spPr>
            <a:xfrm>
              <a:off x="1764389" y="3494716"/>
              <a:ext cx="37971" cy="11106"/>
            </a:xfrm>
            <a:custGeom>
              <a:avLst/>
              <a:gdLst/>
              <a:ahLst/>
              <a:cxnLst/>
              <a:rect l="l" t="t" r="r" b="b"/>
              <a:pathLst>
                <a:path w="1453" h="425" extrusionOk="0">
                  <a:moveTo>
                    <a:pt x="289" y="1"/>
                  </a:moveTo>
                  <a:cubicBezTo>
                    <a:pt x="0" y="1"/>
                    <a:pt x="0" y="424"/>
                    <a:pt x="289" y="424"/>
                  </a:cubicBezTo>
                  <a:lnTo>
                    <a:pt x="1231" y="424"/>
                  </a:lnTo>
                  <a:cubicBezTo>
                    <a:pt x="1356" y="424"/>
                    <a:pt x="1452" y="328"/>
                    <a:pt x="1452" y="213"/>
                  </a:cubicBezTo>
                  <a:cubicBezTo>
                    <a:pt x="1452" y="97"/>
                    <a:pt x="1356" y="1"/>
                    <a:pt x="1231"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09" name="Google Shape;12551;p62">
              <a:extLst>
                <a:ext uri="{FF2B5EF4-FFF2-40B4-BE49-F238E27FC236}">
                  <a16:creationId xmlns:a16="http://schemas.microsoft.com/office/drawing/2014/main" id="{0F08621B-92D5-EE79-7300-2935AEC72AF0}"/>
                </a:ext>
              </a:extLst>
            </p:cNvPr>
            <p:cNvSpPr/>
            <p:nvPr/>
          </p:nvSpPr>
          <p:spPr>
            <a:xfrm>
              <a:off x="2034756" y="3496990"/>
              <a:ext cx="39748" cy="11342"/>
            </a:xfrm>
            <a:custGeom>
              <a:avLst/>
              <a:gdLst/>
              <a:ahLst/>
              <a:cxnLst/>
              <a:rect l="l" t="t" r="r" b="b"/>
              <a:pathLst>
                <a:path w="1521" h="434" extrusionOk="0">
                  <a:moveTo>
                    <a:pt x="289" y="1"/>
                  </a:moveTo>
                  <a:cubicBezTo>
                    <a:pt x="1" y="10"/>
                    <a:pt x="1" y="433"/>
                    <a:pt x="289" y="433"/>
                  </a:cubicBezTo>
                  <a:lnTo>
                    <a:pt x="1241" y="433"/>
                  </a:lnTo>
                  <a:cubicBezTo>
                    <a:pt x="1520" y="433"/>
                    <a:pt x="1520" y="1"/>
                    <a:pt x="1241"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0" name="Google Shape;12552;p62">
              <a:extLst>
                <a:ext uri="{FF2B5EF4-FFF2-40B4-BE49-F238E27FC236}">
                  <a16:creationId xmlns:a16="http://schemas.microsoft.com/office/drawing/2014/main" id="{DBC04C40-72CF-0C7D-E5C2-54C7245285AC}"/>
                </a:ext>
              </a:extLst>
            </p:cNvPr>
            <p:cNvSpPr/>
            <p:nvPr/>
          </p:nvSpPr>
          <p:spPr>
            <a:xfrm>
              <a:off x="2018684" y="3423009"/>
              <a:ext cx="37448" cy="23754"/>
            </a:xfrm>
            <a:custGeom>
              <a:avLst/>
              <a:gdLst/>
              <a:ahLst/>
              <a:cxnLst/>
              <a:rect l="l" t="t" r="r" b="b"/>
              <a:pathLst>
                <a:path w="1433" h="909" extrusionOk="0">
                  <a:moveTo>
                    <a:pt x="1123" y="1"/>
                  </a:moveTo>
                  <a:cubicBezTo>
                    <a:pt x="1088" y="1"/>
                    <a:pt x="1049" y="11"/>
                    <a:pt x="1010" y="33"/>
                  </a:cubicBezTo>
                  <a:lnTo>
                    <a:pt x="193" y="504"/>
                  </a:lnTo>
                  <a:cubicBezTo>
                    <a:pt x="1" y="620"/>
                    <a:pt x="77" y="908"/>
                    <a:pt x="299" y="908"/>
                  </a:cubicBezTo>
                  <a:cubicBezTo>
                    <a:pt x="337" y="908"/>
                    <a:pt x="366" y="899"/>
                    <a:pt x="404" y="879"/>
                  </a:cubicBezTo>
                  <a:lnTo>
                    <a:pt x="1222" y="399"/>
                  </a:lnTo>
                  <a:cubicBezTo>
                    <a:pt x="1433" y="285"/>
                    <a:pt x="1315" y="1"/>
                    <a:pt x="1123"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1" name="Google Shape;12553;p62">
              <a:extLst>
                <a:ext uri="{FF2B5EF4-FFF2-40B4-BE49-F238E27FC236}">
                  <a16:creationId xmlns:a16="http://schemas.microsoft.com/office/drawing/2014/main" id="{4DCCB636-761C-D069-968D-0436BD44963B}"/>
                </a:ext>
              </a:extLst>
            </p:cNvPr>
            <p:cNvSpPr/>
            <p:nvPr/>
          </p:nvSpPr>
          <p:spPr>
            <a:xfrm>
              <a:off x="1974573" y="3368627"/>
              <a:ext cx="26054" cy="32822"/>
            </a:xfrm>
            <a:custGeom>
              <a:avLst/>
              <a:gdLst/>
              <a:ahLst/>
              <a:cxnLst/>
              <a:rect l="l" t="t" r="r" b="b"/>
              <a:pathLst>
                <a:path w="997" h="1256" extrusionOk="0">
                  <a:moveTo>
                    <a:pt x="757" y="0"/>
                  </a:moveTo>
                  <a:cubicBezTo>
                    <a:pt x="683" y="0"/>
                    <a:pt x="612" y="39"/>
                    <a:pt x="573" y="105"/>
                  </a:cubicBezTo>
                  <a:lnTo>
                    <a:pt x="92" y="932"/>
                  </a:lnTo>
                  <a:cubicBezTo>
                    <a:pt x="0" y="1102"/>
                    <a:pt x="142" y="1255"/>
                    <a:pt x="286" y="1255"/>
                  </a:cubicBezTo>
                  <a:cubicBezTo>
                    <a:pt x="354" y="1255"/>
                    <a:pt x="422" y="1222"/>
                    <a:pt x="467" y="1143"/>
                  </a:cubicBezTo>
                  <a:lnTo>
                    <a:pt x="938" y="326"/>
                  </a:lnTo>
                  <a:cubicBezTo>
                    <a:pt x="996" y="220"/>
                    <a:pt x="967" y="85"/>
                    <a:pt x="862" y="28"/>
                  </a:cubicBezTo>
                  <a:cubicBezTo>
                    <a:pt x="828" y="9"/>
                    <a:pt x="792" y="0"/>
                    <a:pt x="757" y="0"/>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2" name="Google Shape;12554;p62">
              <a:extLst>
                <a:ext uri="{FF2B5EF4-FFF2-40B4-BE49-F238E27FC236}">
                  <a16:creationId xmlns:a16="http://schemas.microsoft.com/office/drawing/2014/main" id="{ED34ADEC-D942-EDBC-1E4B-01E7361E7F71}"/>
                </a:ext>
              </a:extLst>
            </p:cNvPr>
            <p:cNvSpPr/>
            <p:nvPr/>
          </p:nvSpPr>
          <p:spPr>
            <a:xfrm>
              <a:off x="1820914" y="3408009"/>
              <a:ext cx="218651" cy="273450"/>
            </a:xfrm>
            <a:custGeom>
              <a:avLst/>
              <a:gdLst/>
              <a:ahLst/>
              <a:cxnLst/>
              <a:rect l="l" t="t" r="r" b="b"/>
              <a:pathLst>
                <a:path w="8367" h="10464" extrusionOk="0">
                  <a:moveTo>
                    <a:pt x="3813" y="0"/>
                  </a:moveTo>
                  <a:cubicBezTo>
                    <a:pt x="2378" y="0"/>
                    <a:pt x="1085" y="876"/>
                    <a:pt x="549" y="2213"/>
                  </a:cubicBezTo>
                  <a:cubicBezTo>
                    <a:pt x="1" y="3579"/>
                    <a:pt x="366" y="5136"/>
                    <a:pt x="1453" y="6127"/>
                  </a:cubicBezTo>
                  <a:cubicBezTo>
                    <a:pt x="1885" y="6521"/>
                    <a:pt x="2126" y="7088"/>
                    <a:pt x="2126" y="7675"/>
                  </a:cubicBezTo>
                  <a:lnTo>
                    <a:pt x="2126" y="9868"/>
                  </a:lnTo>
                  <a:cubicBezTo>
                    <a:pt x="2126" y="10194"/>
                    <a:pt x="2385" y="10464"/>
                    <a:pt x="2722" y="10464"/>
                  </a:cubicBezTo>
                  <a:lnTo>
                    <a:pt x="4905" y="10464"/>
                  </a:lnTo>
                  <a:cubicBezTo>
                    <a:pt x="5241" y="10464"/>
                    <a:pt x="5511" y="10194"/>
                    <a:pt x="5511" y="9868"/>
                  </a:cubicBezTo>
                  <a:lnTo>
                    <a:pt x="5511" y="7665"/>
                  </a:lnTo>
                  <a:cubicBezTo>
                    <a:pt x="5511" y="7069"/>
                    <a:pt x="5761" y="6502"/>
                    <a:pt x="6203" y="6108"/>
                  </a:cubicBezTo>
                  <a:cubicBezTo>
                    <a:pt x="8367" y="4108"/>
                    <a:pt x="7270" y="492"/>
                    <a:pt x="4357" y="40"/>
                  </a:cubicBezTo>
                  <a:cubicBezTo>
                    <a:pt x="4203" y="21"/>
                    <a:pt x="4049" y="1"/>
                    <a:pt x="3905" y="1"/>
                  </a:cubicBezTo>
                  <a:cubicBezTo>
                    <a:pt x="3874" y="1"/>
                    <a:pt x="3843" y="0"/>
                    <a:pt x="3813" y="0"/>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3" name="Google Shape;12555;p62">
              <a:extLst>
                <a:ext uri="{FF2B5EF4-FFF2-40B4-BE49-F238E27FC236}">
                  <a16:creationId xmlns:a16="http://schemas.microsoft.com/office/drawing/2014/main" id="{9D98B7FF-AD16-B187-35F7-8F2919B988BA}"/>
                </a:ext>
              </a:extLst>
            </p:cNvPr>
            <p:cNvSpPr/>
            <p:nvPr/>
          </p:nvSpPr>
          <p:spPr>
            <a:xfrm>
              <a:off x="1829720" y="3409028"/>
              <a:ext cx="209844" cy="272431"/>
            </a:xfrm>
            <a:custGeom>
              <a:avLst/>
              <a:gdLst/>
              <a:ahLst/>
              <a:cxnLst/>
              <a:rect l="l" t="t" r="r" b="b"/>
              <a:pathLst>
                <a:path w="8030" h="10425" extrusionOk="0">
                  <a:moveTo>
                    <a:pt x="4020" y="1"/>
                  </a:moveTo>
                  <a:cubicBezTo>
                    <a:pt x="1096" y="453"/>
                    <a:pt x="0" y="4097"/>
                    <a:pt x="2202" y="6088"/>
                  </a:cubicBezTo>
                  <a:cubicBezTo>
                    <a:pt x="2625" y="6482"/>
                    <a:pt x="2875" y="7049"/>
                    <a:pt x="2866" y="7636"/>
                  </a:cubicBezTo>
                  <a:lnTo>
                    <a:pt x="2866" y="9829"/>
                  </a:lnTo>
                  <a:cubicBezTo>
                    <a:pt x="2866" y="10155"/>
                    <a:pt x="3135" y="10425"/>
                    <a:pt x="3472" y="10425"/>
                  </a:cubicBezTo>
                  <a:lnTo>
                    <a:pt x="4568" y="10425"/>
                  </a:lnTo>
                  <a:cubicBezTo>
                    <a:pt x="4904" y="10425"/>
                    <a:pt x="5174" y="10155"/>
                    <a:pt x="5174" y="9829"/>
                  </a:cubicBezTo>
                  <a:lnTo>
                    <a:pt x="5174" y="7626"/>
                  </a:lnTo>
                  <a:cubicBezTo>
                    <a:pt x="5174" y="7030"/>
                    <a:pt x="5424" y="6463"/>
                    <a:pt x="5866" y="6069"/>
                  </a:cubicBezTo>
                  <a:cubicBezTo>
                    <a:pt x="8030" y="4069"/>
                    <a:pt x="6933" y="453"/>
                    <a:pt x="4020"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4" name="Google Shape;12556;p62">
              <a:extLst>
                <a:ext uri="{FF2B5EF4-FFF2-40B4-BE49-F238E27FC236}">
                  <a16:creationId xmlns:a16="http://schemas.microsoft.com/office/drawing/2014/main" id="{BA87D57F-CC37-5BC0-960B-755F3B95A3BC}"/>
                </a:ext>
              </a:extLst>
            </p:cNvPr>
            <p:cNvSpPr/>
            <p:nvPr/>
          </p:nvSpPr>
          <p:spPr>
            <a:xfrm>
              <a:off x="1865652" y="3465579"/>
              <a:ext cx="110096" cy="161290"/>
            </a:xfrm>
            <a:custGeom>
              <a:avLst/>
              <a:gdLst/>
              <a:ahLst/>
              <a:cxnLst/>
              <a:rect l="l" t="t" r="r" b="b"/>
              <a:pathLst>
                <a:path w="4213" h="6172" extrusionOk="0">
                  <a:moveTo>
                    <a:pt x="885" y="424"/>
                  </a:moveTo>
                  <a:cubicBezTo>
                    <a:pt x="1106" y="424"/>
                    <a:pt x="1289" y="606"/>
                    <a:pt x="1289" y="828"/>
                  </a:cubicBezTo>
                  <a:lnTo>
                    <a:pt x="1289" y="1241"/>
                  </a:lnTo>
                  <a:lnTo>
                    <a:pt x="837" y="1241"/>
                  </a:lnTo>
                  <a:cubicBezTo>
                    <a:pt x="289" y="1241"/>
                    <a:pt x="289" y="424"/>
                    <a:pt x="837" y="424"/>
                  </a:cubicBezTo>
                  <a:close/>
                  <a:moveTo>
                    <a:pt x="3385" y="424"/>
                  </a:moveTo>
                  <a:cubicBezTo>
                    <a:pt x="3924" y="424"/>
                    <a:pt x="3924" y="1241"/>
                    <a:pt x="3385" y="1241"/>
                  </a:cubicBezTo>
                  <a:lnTo>
                    <a:pt x="2924" y="1241"/>
                  </a:lnTo>
                  <a:lnTo>
                    <a:pt x="2924" y="828"/>
                  </a:lnTo>
                  <a:cubicBezTo>
                    <a:pt x="2924" y="606"/>
                    <a:pt x="3106" y="424"/>
                    <a:pt x="3327" y="424"/>
                  </a:cubicBezTo>
                  <a:close/>
                  <a:moveTo>
                    <a:pt x="837" y="1"/>
                  </a:moveTo>
                  <a:cubicBezTo>
                    <a:pt x="375" y="1"/>
                    <a:pt x="0" y="376"/>
                    <a:pt x="0" y="837"/>
                  </a:cubicBezTo>
                  <a:cubicBezTo>
                    <a:pt x="0" y="1289"/>
                    <a:pt x="375" y="1664"/>
                    <a:pt x="837" y="1664"/>
                  </a:cubicBezTo>
                  <a:lnTo>
                    <a:pt x="1289" y="1664"/>
                  </a:lnTo>
                  <a:lnTo>
                    <a:pt x="1289" y="3395"/>
                  </a:lnTo>
                  <a:cubicBezTo>
                    <a:pt x="1289" y="3534"/>
                    <a:pt x="1395" y="3604"/>
                    <a:pt x="1500" y="3604"/>
                  </a:cubicBezTo>
                  <a:cubicBezTo>
                    <a:pt x="1606" y="3604"/>
                    <a:pt x="1712" y="3534"/>
                    <a:pt x="1712" y="3395"/>
                  </a:cubicBezTo>
                  <a:lnTo>
                    <a:pt x="1712" y="1664"/>
                  </a:lnTo>
                  <a:lnTo>
                    <a:pt x="2501" y="1664"/>
                  </a:lnTo>
                  <a:lnTo>
                    <a:pt x="2501" y="5962"/>
                  </a:lnTo>
                  <a:cubicBezTo>
                    <a:pt x="2501" y="6102"/>
                    <a:pt x="2606" y="6172"/>
                    <a:pt x="2712" y="6172"/>
                  </a:cubicBezTo>
                  <a:cubicBezTo>
                    <a:pt x="2818" y="6172"/>
                    <a:pt x="2924" y="6102"/>
                    <a:pt x="2924" y="5962"/>
                  </a:cubicBezTo>
                  <a:lnTo>
                    <a:pt x="2924" y="1664"/>
                  </a:lnTo>
                  <a:lnTo>
                    <a:pt x="3385" y="1664"/>
                  </a:lnTo>
                  <a:cubicBezTo>
                    <a:pt x="3847" y="1664"/>
                    <a:pt x="4212" y="1289"/>
                    <a:pt x="4212" y="837"/>
                  </a:cubicBezTo>
                  <a:cubicBezTo>
                    <a:pt x="4212" y="376"/>
                    <a:pt x="3847" y="1"/>
                    <a:pt x="3385" y="1"/>
                  </a:cubicBezTo>
                  <a:lnTo>
                    <a:pt x="3327" y="1"/>
                  </a:lnTo>
                  <a:cubicBezTo>
                    <a:pt x="2876" y="1"/>
                    <a:pt x="2501" y="376"/>
                    <a:pt x="2501" y="828"/>
                  </a:cubicBezTo>
                  <a:lnTo>
                    <a:pt x="2501" y="1241"/>
                  </a:lnTo>
                  <a:lnTo>
                    <a:pt x="1712" y="1241"/>
                  </a:lnTo>
                  <a:lnTo>
                    <a:pt x="1712" y="828"/>
                  </a:lnTo>
                  <a:cubicBezTo>
                    <a:pt x="1712" y="376"/>
                    <a:pt x="1337" y="1"/>
                    <a:pt x="875"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5" name="Google Shape;12557;p62">
              <a:extLst>
                <a:ext uri="{FF2B5EF4-FFF2-40B4-BE49-F238E27FC236}">
                  <a16:creationId xmlns:a16="http://schemas.microsoft.com/office/drawing/2014/main" id="{31872EE5-947E-F3D6-BE01-1B52581C9214}"/>
                </a:ext>
              </a:extLst>
            </p:cNvPr>
            <p:cNvSpPr/>
            <p:nvPr/>
          </p:nvSpPr>
          <p:spPr>
            <a:xfrm>
              <a:off x="1899311" y="3570866"/>
              <a:ext cx="11080" cy="55950"/>
            </a:xfrm>
            <a:custGeom>
              <a:avLst/>
              <a:gdLst/>
              <a:ahLst/>
              <a:cxnLst/>
              <a:rect l="l" t="t" r="r" b="b"/>
              <a:pathLst>
                <a:path w="424" h="2141" extrusionOk="0">
                  <a:moveTo>
                    <a:pt x="212" y="1"/>
                  </a:moveTo>
                  <a:cubicBezTo>
                    <a:pt x="97" y="1"/>
                    <a:pt x="1" y="97"/>
                    <a:pt x="1" y="222"/>
                  </a:cubicBezTo>
                  <a:lnTo>
                    <a:pt x="1" y="1924"/>
                  </a:lnTo>
                  <a:cubicBezTo>
                    <a:pt x="1" y="2068"/>
                    <a:pt x="107" y="2140"/>
                    <a:pt x="212" y="2140"/>
                  </a:cubicBezTo>
                  <a:cubicBezTo>
                    <a:pt x="318" y="2140"/>
                    <a:pt x="424" y="2068"/>
                    <a:pt x="424" y="1924"/>
                  </a:cubicBezTo>
                  <a:lnTo>
                    <a:pt x="424" y="222"/>
                  </a:lnTo>
                  <a:cubicBezTo>
                    <a:pt x="424" y="97"/>
                    <a:pt x="328" y="1"/>
                    <a:pt x="212"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6" name="Google Shape;12558;p62">
              <a:extLst>
                <a:ext uri="{FF2B5EF4-FFF2-40B4-BE49-F238E27FC236}">
                  <a16:creationId xmlns:a16="http://schemas.microsoft.com/office/drawing/2014/main" id="{AC891131-B029-5B37-D543-83C263AF1428}"/>
                </a:ext>
              </a:extLst>
            </p:cNvPr>
            <p:cNvSpPr/>
            <p:nvPr/>
          </p:nvSpPr>
          <p:spPr>
            <a:xfrm>
              <a:off x="1899311" y="3584429"/>
              <a:ext cx="5305" cy="42518"/>
            </a:xfrm>
            <a:custGeom>
              <a:avLst/>
              <a:gdLst/>
              <a:ahLst/>
              <a:cxnLst/>
              <a:rect l="l" t="t" r="r" b="b"/>
              <a:pathLst>
                <a:path w="203" h="1627" extrusionOk="0">
                  <a:moveTo>
                    <a:pt x="1" y="1"/>
                  </a:moveTo>
                  <a:lnTo>
                    <a:pt x="1" y="1405"/>
                  </a:lnTo>
                  <a:cubicBezTo>
                    <a:pt x="1" y="1520"/>
                    <a:pt x="87" y="1616"/>
                    <a:pt x="203" y="1626"/>
                  </a:cubicBezTo>
                  <a:lnTo>
                    <a:pt x="203" y="924"/>
                  </a:lnTo>
                  <a:cubicBezTo>
                    <a:pt x="203" y="607"/>
                    <a:pt x="136" y="289"/>
                    <a:pt x="1" y="1"/>
                  </a:cubicBez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7" name="Google Shape;12559;p62">
              <a:extLst>
                <a:ext uri="{FF2B5EF4-FFF2-40B4-BE49-F238E27FC236}">
                  <a16:creationId xmlns:a16="http://schemas.microsoft.com/office/drawing/2014/main" id="{F39E7C11-8206-FA62-AE60-15F61DAAEA8D}"/>
                </a:ext>
              </a:extLst>
            </p:cNvPr>
            <p:cNvSpPr/>
            <p:nvPr/>
          </p:nvSpPr>
          <p:spPr>
            <a:xfrm>
              <a:off x="1891524" y="3678663"/>
              <a:ext cx="58328" cy="36220"/>
            </a:xfrm>
            <a:custGeom>
              <a:avLst/>
              <a:gdLst/>
              <a:ahLst/>
              <a:cxnLst/>
              <a:rect l="l" t="t" r="r" b="b"/>
              <a:pathLst>
                <a:path w="2232" h="1386" extrusionOk="0">
                  <a:moveTo>
                    <a:pt x="1" y="1"/>
                  </a:moveTo>
                  <a:lnTo>
                    <a:pt x="1" y="270"/>
                  </a:lnTo>
                  <a:cubicBezTo>
                    <a:pt x="1" y="886"/>
                    <a:pt x="501" y="1386"/>
                    <a:pt x="1116" y="1386"/>
                  </a:cubicBezTo>
                  <a:cubicBezTo>
                    <a:pt x="1732" y="1386"/>
                    <a:pt x="2232" y="886"/>
                    <a:pt x="2232" y="270"/>
                  </a:cubicBezTo>
                  <a:lnTo>
                    <a:pt x="2232" y="1"/>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8" name="Google Shape;12560;p62">
              <a:extLst>
                <a:ext uri="{FF2B5EF4-FFF2-40B4-BE49-F238E27FC236}">
                  <a16:creationId xmlns:a16="http://schemas.microsoft.com/office/drawing/2014/main" id="{DE9E8BB4-9D71-54D3-39EB-A96990F5FFBA}"/>
                </a:ext>
              </a:extLst>
            </p:cNvPr>
            <p:cNvSpPr/>
            <p:nvPr/>
          </p:nvSpPr>
          <p:spPr>
            <a:xfrm>
              <a:off x="1876210" y="3611842"/>
              <a:ext cx="88720" cy="34939"/>
            </a:xfrm>
            <a:custGeom>
              <a:avLst/>
              <a:gdLst/>
              <a:ahLst/>
              <a:cxnLst/>
              <a:rect l="l" t="t" r="r" b="b"/>
              <a:pathLst>
                <a:path w="3395" h="1337" extrusionOk="0">
                  <a:moveTo>
                    <a:pt x="0" y="0"/>
                  </a:moveTo>
                  <a:lnTo>
                    <a:pt x="0" y="1337"/>
                  </a:lnTo>
                  <a:lnTo>
                    <a:pt x="3395" y="1337"/>
                  </a:lnTo>
                  <a:lnTo>
                    <a:pt x="3395" y="0"/>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19" name="Google Shape;12561;p62">
              <a:extLst>
                <a:ext uri="{FF2B5EF4-FFF2-40B4-BE49-F238E27FC236}">
                  <a16:creationId xmlns:a16="http://schemas.microsoft.com/office/drawing/2014/main" id="{79E2EBB5-B6A3-1F5B-A622-72F41DA78CF8}"/>
                </a:ext>
              </a:extLst>
            </p:cNvPr>
            <p:cNvSpPr/>
            <p:nvPr/>
          </p:nvSpPr>
          <p:spPr>
            <a:xfrm>
              <a:off x="1876445" y="3646755"/>
              <a:ext cx="88485" cy="34965"/>
            </a:xfrm>
            <a:custGeom>
              <a:avLst/>
              <a:gdLst/>
              <a:ahLst/>
              <a:cxnLst/>
              <a:rect l="l" t="t" r="r" b="b"/>
              <a:pathLst>
                <a:path w="3386" h="1338" extrusionOk="0">
                  <a:moveTo>
                    <a:pt x="1" y="1"/>
                  </a:moveTo>
                  <a:lnTo>
                    <a:pt x="1" y="732"/>
                  </a:lnTo>
                  <a:cubicBezTo>
                    <a:pt x="1" y="1068"/>
                    <a:pt x="260" y="1337"/>
                    <a:pt x="597" y="1337"/>
                  </a:cubicBezTo>
                  <a:lnTo>
                    <a:pt x="2780" y="1337"/>
                  </a:lnTo>
                  <a:cubicBezTo>
                    <a:pt x="3116" y="1337"/>
                    <a:pt x="3386" y="1068"/>
                    <a:pt x="3386" y="732"/>
                  </a:cubicBezTo>
                  <a:lnTo>
                    <a:pt x="3386" y="1"/>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0" name="Google Shape;12562;p62">
              <a:extLst>
                <a:ext uri="{FF2B5EF4-FFF2-40B4-BE49-F238E27FC236}">
                  <a16:creationId xmlns:a16="http://schemas.microsoft.com/office/drawing/2014/main" id="{D1BCE15A-723E-5D53-3EA8-B2DD117D78AE}"/>
                </a:ext>
              </a:extLst>
            </p:cNvPr>
            <p:cNvSpPr/>
            <p:nvPr/>
          </p:nvSpPr>
          <p:spPr>
            <a:xfrm>
              <a:off x="1920687" y="3678663"/>
              <a:ext cx="29164" cy="32195"/>
            </a:xfrm>
            <a:custGeom>
              <a:avLst/>
              <a:gdLst/>
              <a:ahLst/>
              <a:cxnLst/>
              <a:rect l="l" t="t" r="r" b="b"/>
              <a:pathLst>
                <a:path w="1116" h="1232" extrusionOk="0">
                  <a:moveTo>
                    <a:pt x="0" y="1"/>
                  </a:moveTo>
                  <a:lnTo>
                    <a:pt x="0" y="270"/>
                  </a:lnTo>
                  <a:cubicBezTo>
                    <a:pt x="0" y="664"/>
                    <a:pt x="212" y="1039"/>
                    <a:pt x="558" y="1232"/>
                  </a:cubicBezTo>
                  <a:cubicBezTo>
                    <a:pt x="895" y="1030"/>
                    <a:pt x="1106" y="664"/>
                    <a:pt x="1116" y="270"/>
                  </a:cubicBezTo>
                  <a:lnTo>
                    <a:pt x="1116" y="1"/>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1" name="Google Shape;12563;p62">
              <a:extLst>
                <a:ext uri="{FF2B5EF4-FFF2-40B4-BE49-F238E27FC236}">
                  <a16:creationId xmlns:a16="http://schemas.microsoft.com/office/drawing/2014/main" id="{D2C8C9DA-6F8A-37C6-3A89-E8AE2D9D3CF3}"/>
                </a:ext>
              </a:extLst>
            </p:cNvPr>
            <p:cNvSpPr/>
            <p:nvPr/>
          </p:nvSpPr>
          <p:spPr>
            <a:xfrm>
              <a:off x="1904590" y="3611842"/>
              <a:ext cx="60340" cy="34939"/>
            </a:xfrm>
            <a:custGeom>
              <a:avLst/>
              <a:gdLst/>
              <a:ahLst/>
              <a:cxnLst/>
              <a:rect l="l" t="t" r="r" b="b"/>
              <a:pathLst>
                <a:path w="2309" h="1337" extrusionOk="0">
                  <a:moveTo>
                    <a:pt x="1" y="0"/>
                  </a:moveTo>
                  <a:lnTo>
                    <a:pt x="1" y="1337"/>
                  </a:lnTo>
                  <a:lnTo>
                    <a:pt x="2309" y="1337"/>
                  </a:lnTo>
                  <a:lnTo>
                    <a:pt x="2309" y="0"/>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sp>
          <p:nvSpPr>
            <p:cNvPr id="122" name="Google Shape;12564;p62">
              <a:extLst>
                <a:ext uri="{FF2B5EF4-FFF2-40B4-BE49-F238E27FC236}">
                  <a16:creationId xmlns:a16="http://schemas.microsoft.com/office/drawing/2014/main" id="{1AF70D4A-4BC4-C548-5592-A0F882034F12}"/>
                </a:ext>
              </a:extLst>
            </p:cNvPr>
            <p:cNvSpPr/>
            <p:nvPr/>
          </p:nvSpPr>
          <p:spPr>
            <a:xfrm>
              <a:off x="1904590" y="3646755"/>
              <a:ext cx="60340" cy="34965"/>
            </a:xfrm>
            <a:custGeom>
              <a:avLst/>
              <a:gdLst/>
              <a:ahLst/>
              <a:cxnLst/>
              <a:rect l="l" t="t" r="r" b="b"/>
              <a:pathLst>
                <a:path w="2309" h="1338" extrusionOk="0">
                  <a:moveTo>
                    <a:pt x="1" y="1"/>
                  </a:moveTo>
                  <a:lnTo>
                    <a:pt x="1" y="732"/>
                  </a:lnTo>
                  <a:cubicBezTo>
                    <a:pt x="1" y="1068"/>
                    <a:pt x="270" y="1337"/>
                    <a:pt x="607" y="1337"/>
                  </a:cubicBezTo>
                  <a:lnTo>
                    <a:pt x="1703" y="1337"/>
                  </a:lnTo>
                  <a:cubicBezTo>
                    <a:pt x="2039" y="1337"/>
                    <a:pt x="2309" y="1068"/>
                    <a:pt x="2309" y="732"/>
                  </a:cubicBezTo>
                  <a:lnTo>
                    <a:pt x="2309" y="1"/>
                  </a:lnTo>
                  <a:close/>
                </a:path>
              </a:pathLst>
            </a:custGeom>
            <a:grpFill/>
            <a:ln>
              <a:solidFill>
                <a:srgbClr val="0E166B"/>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E166B"/>
                </a:solidFill>
                <a:effectLst/>
                <a:uLnTx/>
                <a:uFillTx/>
                <a:latin typeface="Arial"/>
                <a:ea typeface="+mn-ea"/>
                <a:cs typeface="+mn-cs"/>
              </a:endParaRPr>
            </a:p>
          </p:txBody>
        </p:sp>
      </p:grpSp>
      <p:sp>
        <p:nvSpPr>
          <p:cNvPr id="6" name="TextBox 5">
            <a:extLst>
              <a:ext uri="{FF2B5EF4-FFF2-40B4-BE49-F238E27FC236}">
                <a16:creationId xmlns:a16="http://schemas.microsoft.com/office/drawing/2014/main" id="{4D2DF33F-8099-F552-3A8E-F35A43A751C3}"/>
              </a:ext>
            </a:extLst>
          </p:cNvPr>
          <p:cNvSpPr txBox="1"/>
          <p:nvPr/>
        </p:nvSpPr>
        <p:spPr>
          <a:xfrm>
            <a:off x="5637182" y="2475068"/>
            <a:ext cx="4597512" cy="738664"/>
          </a:xfrm>
          <a:prstGeom prst="rect">
            <a:avLst/>
          </a:prstGeom>
          <a:noFill/>
          <a:ln>
            <a:noFill/>
          </a:ln>
        </p:spPr>
        <p:txBody>
          <a:bodyPr wrap="square">
            <a:spAutoFit/>
          </a:bodyPr>
          <a:lstStyle/>
          <a:p>
            <a:pPr algn="r"/>
            <a:r>
              <a:rPr lang="en-US" sz="1400" b="1" dirty="0">
                <a:solidFill>
                  <a:srgbClr val="0E166B"/>
                </a:solidFill>
                <a:latin typeface="Segoe UI Light" panose="020B0502040204020203" pitchFamily="34" charset="0"/>
                <a:cs typeface="Segoe UI Light" panose="020B0502040204020203" pitchFamily="34" charset="0"/>
              </a:rPr>
              <a:t>Increased Efficiency</a:t>
            </a:r>
            <a:r>
              <a:rPr lang="en-US" sz="1400" dirty="0">
                <a:solidFill>
                  <a:srgbClr val="0E166B"/>
                </a:solidFill>
                <a:latin typeface="Segoe UI Light" panose="020B0502040204020203" pitchFamily="34" charset="0"/>
                <a:cs typeface="Segoe UI Light" panose="020B0502040204020203" pitchFamily="34" charset="0"/>
              </a:rPr>
              <a:t> </a:t>
            </a:r>
          </a:p>
          <a:p>
            <a:pPr algn="r"/>
            <a:r>
              <a:rPr lang="en-US" sz="1400" dirty="0">
                <a:solidFill>
                  <a:srgbClr val="0E166B"/>
                </a:solidFill>
                <a:latin typeface="Segoe UI Light" panose="020B0502040204020203" pitchFamily="34" charset="0"/>
                <a:cs typeface="Segoe UI Light" panose="020B0502040204020203" pitchFamily="34" charset="0"/>
              </a:rPr>
              <a:t>Automates invoice data extraction, processing, and reconciliation, reducing manual effort.</a:t>
            </a:r>
            <a:endParaRPr lang="bg-BG" sz="1400" dirty="0">
              <a:solidFill>
                <a:srgbClr val="0E166B"/>
              </a:solidFill>
              <a:latin typeface="Segoe UI Light" panose="020B0502040204020203" pitchFamily="34" charset="0"/>
              <a:cs typeface="Segoe UI Light" panose="020B0502040204020203" pitchFamily="34" charset="0"/>
            </a:endParaRPr>
          </a:p>
        </p:txBody>
      </p:sp>
      <p:sp>
        <p:nvSpPr>
          <p:cNvPr id="8" name="TextBox 7">
            <a:extLst>
              <a:ext uri="{FF2B5EF4-FFF2-40B4-BE49-F238E27FC236}">
                <a16:creationId xmlns:a16="http://schemas.microsoft.com/office/drawing/2014/main" id="{598068FC-F302-8393-3AD6-4083DEF2F821}"/>
              </a:ext>
            </a:extLst>
          </p:cNvPr>
          <p:cNvSpPr txBox="1"/>
          <p:nvPr/>
        </p:nvSpPr>
        <p:spPr>
          <a:xfrm>
            <a:off x="5687465" y="3509637"/>
            <a:ext cx="4089325" cy="738664"/>
          </a:xfrm>
          <a:prstGeom prst="rect">
            <a:avLst/>
          </a:prstGeom>
          <a:noFill/>
          <a:ln>
            <a:noFill/>
          </a:ln>
        </p:spPr>
        <p:txBody>
          <a:bodyPr wrap="square">
            <a:spAutoFit/>
          </a:bodyPr>
          <a:lstStyle/>
          <a:p>
            <a:pPr algn="r"/>
            <a:r>
              <a:rPr lang="en-US" sz="1400" b="1">
                <a:solidFill>
                  <a:srgbClr val="0E166B"/>
                </a:solidFill>
                <a:latin typeface="Segoe UI Light" panose="020B0502040204020203" pitchFamily="34" charset="0"/>
                <a:cs typeface="Segoe UI Light" panose="020B0502040204020203" pitchFamily="34" charset="0"/>
              </a:rPr>
              <a:t>Enhanced Accuracy</a:t>
            </a:r>
          </a:p>
          <a:p>
            <a:pPr algn="r"/>
            <a:r>
              <a:rPr lang="en-US" sz="1400">
                <a:solidFill>
                  <a:srgbClr val="0E166B"/>
                </a:solidFill>
                <a:latin typeface="Segoe UI Light" panose="020B0502040204020203" pitchFamily="34" charset="0"/>
                <a:cs typeface="Segoe UI Light" panose="020B0502040204020203" pitchFamily="34" charset="0"/>
              </a:rPr>
              <a:t>Uses OCR and AI-driven validation to minimize human errors.</a:t>
            </a:r>
            <a:endParaRPr lang="bg-BG" sz="1400">
              <a:solidFill>
                <a:srgbClr val="0E166B"/>
              </a:solidFill>
              <a:latin typeface="Segoe UI Light" panose="020B0502040204020203" pitchFamily="34" charset="0"/>
              <a:cs typeface="Segoe UI Light" panose="020B0502040204020203" pitchFamily="34" charset="0"/>
            </a:endParaRPr>
          </a:p>
        </p:txBody>
      </p:sp>
      <p:sp>
        <p:nvSpPr>
          <p:cNvPr id="10" name="TextBox 9">
            <a:extLst>
              <a:ext uri="{FF2B5EF4-FFF2-40B4-BE49-F238E27FC236}">
                <a16:creationId xmlns:a16="http://schemas.microsoft.com/office/drawing/2014/main" id="{56CA62FA-6FD9-8E7F-1A98-BAE53230F981}"/>
              </a:ext>
            </a:extLst>
          </p:cNvPr>
          <p:cNvSpPr txBox="1"/>
          <p:nvPr/>
        </p:nvSpPr>
        <p:spPr>
          <a:xfrm>
            <a:off x="5687465" y="4486915"/>
            <a:ext cx="3634380" cy="738664"/>
          </a:xfrm>
          <a:prstGeom prst="rect">
            <a:avLst/>
          </a:prstGeom>
          <a:noFill/>
          <a:ln>
            <a:noFill/>
          </a:ln>
        </p:spPr>
        <p:txBody>
          <a:bodyPr wrap="square">
            <a:spAutoFit/>
          </a:bodyPr>
          <a:lstStyle/>
          <a:p>
            <a:pPr algn="r"/>
            <a:r>
              <a:rPr lang="en-US" sz="1400" b="1" dirty="0">
                <a:solidFill>
                  <a:srgbClr val="0E166B"/>
                </a:solidFill>
                <a:latin typeface="Segoe UI Light" panose="020B0502040204020203" pitchFamily="34" charset="0"/>
                <a:cs typeface="Segoe UI Light" panose="020B0502040204020203" pitchFamily="34" charset="0"/>
              </a:rPr>
              <a:t>Cost Savings</a:t>
            </a:r>
          </a:p>
          <a:p>
            <a:pPr algn="r"/>
            <a:r>
              <a:rPr lang="en-US" sz="1400" dirty="0">
                <a:solidFill>
                  <a:srgbClr val="0E166B"/>
                </a:solidFill>
                <a:latin typeface="Segoe UI Light" panose="020B0502040204020203" pitchFamily="34" charset="0"/>
                <a:cs typeface="Segoe UI Light" panose="020B0502040204020203" pitchFamily="34" charset="0"/>
              </a:rPr>
              <a:t>Reduces operational expenses by automating repetitive tasks.</a:t>
            </a:r>
            <a:endParaRPr lang="bg-BG" sz="1400" dirty="0">
              <a:solidFill>
                <a:srgbClr val="0E166B"/>
              </a:solidFill>
              <a:latin typeface="Segoe UI Light" panose="020B0502040204020203" pitchFamily="34" charset="0"/>
              <a:cs typeface="Segoe UI Light" panose="020B0502040204020203" pitchFamily="34" charset="0"/>
            </a:endParaRPr>
          </a:p>
        </p:txBody>
      </p:sp>
      <p:sp>
        <p:nvSpPr>
          <p:cNvPr id="12" name="TextBox 11">
            <a:extLst>
              <a:ext uri="{FF2B5EF4-FFF2-40B4-BE49-F238E27FC236}">
                <a16:creationId xmlns:a16="http://schemas.microsoft.com/office/drawing/2014/main" id="{FEE93C9F-B9FB-9EBF-A585-6C6339E0BB8C}"/>
              </a:ext>
            </a:extLst>
          </p:cNvPr>
          <p:cNvSpPr txBox="1"/>
          <p:nvPr/>
        </p:nvSpPr>
        <p:spPr>
          <a:xfrm>
            <a:off x="5687465" y="5362818"/>
            <a:ext cx="3225033" cy="738664"/>
          </a:xfrm>
          <a:prstGeom prst="rect">
            <a:avLst/>
          </a:prstGeom>
          <a:noFill/>
          <a:ln>
            <a:noFill/>
          </a:ln>
        </p:spPr>
        <p:txBody>
          <a:bodyPr wrap="square">
            <a:spAutoFit/>
          </a:bodyPr>
          <a:lstStyle/>
          <a:p>
            <a:pPr algn="r"/>
            <a:r>
              <a:rPr lang="en-US" sz="1400" b="1" dirty="0">
                <a:solidFill>
                  <a:srgbClr val="0E166B"/>
                </a:solidFill>
                <a:latin typeface="Segoe UI Light" panose="020B0502040204020203" pitchFamily="34" charset="0"/>
                <a:cs typeface="Segoe UI Light" panose="020B0502040204020203" pitchFamily="34" charset="0"/>
              </a:rPr>
              <a:t>Scalability</a:t>
            </a:r>
          </a:p>
          <a:p>
            <a:pPr algn="r"/>
            <a:r>
              <a:rPr lang="en-US" sz="1400" dirty="0">
                <a:solidFill>
                  <a:srgbClr val="0E166B"/>
                </a:solidFill>
                <a:latin typeface="Segoe UI Light" panose="020B0502040204020203" pitchFamily="34" charset="0"/>
                <a:cs typeface="Segoe UI Light" panose="020B0502040204020203" pitchFamily="34" charset="0"/>
              </a:rPr>
              <a:t>Supports growing business needs with automation and adaptability.</a:t>
            </a:r>
            <a:endParaRPr lang="bg-BG" sz="1400" dirty="0">
              <a:solidFill>
                <a:srgbClr val="0E166B"/>
              </a:solidFill>
              <a:latin typeface="Segoe UI Light" panose="020B0502040204020203" pitchFamily="34" charset="0"/>
              <a:cs typeface="Segoe UI Light" panose="020B0502040204020203" pitchFamily="34" charset="0"/>
            </a:endParaRPr>
          </a:p>
        </p:txBody>
      </p:sp>
      <p:pic>
        <p:nvPicPr>
          <p:cNvPr id="11" name="Graphic 10" descr="Open envelope outline">
            <a:extLst>
              <a:ext uri="{FF2B5EF4-FFF2-40B4-BE49-F238E27FC236}">
                <a16:creationId xmlns:a16="http://schemas.microsoft.com/office/drawing/2014/main" id="{858212AB-6A7F-B7F6-0A5B-6E5F943CDD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1227" y="2972053"/>
            <a:ext cx="731520" cy="731520"/>
          </a:xfrm>
          <a:prstGeom prst="rect">
            <a:avLst/>
          </a:prstGeom>
        </p:spPr>
      </p:pic>
      <p:pic>
        <p:nvPicPr>
          <p:cNvPr id="15" name="Graphic 14" descr="Contract with solid fill">
            <a:extLst>
              <a:ext uri="{FF2B5EF4-FFF2-40B4-BE49-F238E27FC236}">
                <a16:creationId xmlns:a16="http://schemas.microsoft.com/office/drawing/2014/main" id="{B6DCDC10-FB39-2857-D34F-8AD2830686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87516" y="4026638"/>
            <a:ext cx="731520" cy="731520"/>
          </a:xfrm>
          <a:prstGeom prst="rect">
            <a:avLst/>
          </a:prstGeom>
        </p:spPr>
      </p:pic>
      <p:sp>
        <p:nvSpPr>
          <p:cNvPr id="21" name="TextBox 20">
            <a:extLst>
              <a:ext uri="{FF2B5EF4-FFF2-40B4-BE49-F238E27FC236}">
                <a16:creationId xmlns:a16="http://schemas.microsoft.com/office/drawing/2014/main" id="{DBFACB5A-80E6-F4E4-96B0-6D4D9EAE8B98}"/>
              </a:ext>
            </a:extLst>
          </p:cNvPr>
          <p:cNvSpPr txBox="1"/>
          <p:nvPr/>
        </p:nvSpPr>
        <p:spPr>
          <a:xfrm>
            <a:off x="1601133" y="5174507"/>
            <a:ext cx="2455874" cy="584775"/>
          </a:xfrm>
          <a:prstGeom prst="rect">
            <a:avLst/>
          </a:prstGeom>
          <a:noFill/>
          <a:ln>
            <a:noFill/>
          </a:ln>
        </p:spPr>
        <p:txBody>
          <a:bodyPr wrap="square">
            <a:spAutoFit/>
          </a:bodyPr>
          <a:lstStyle/>
          <a:p>
            <a:pPr algn="ctr"/>
            <a:r>
              <a:rPr kumimoji="0" lang="en-US" altLang="bg-BG" sz="1600" i="0" u="none" strike="noStrike" cap="none" normalizeH="0" baseline="0" dirty="0">
                <a:ln>
                  <a:noFill/>
                </a:ln>
                <a:solidFill>
                  <a:srgbClr val="0E166B"/>
                </a:solidFill>
                <a:effectLst/>
                <a:latin typeface="Segoe UI Light" panose="020B0502040204020203" pitchFamily="34" charset="0"/>
                <a:cs typeface="Segoe UI Light" panose="020B0502040204020203" pitchFamily="34" charset="0"/>
              </a:rPr>
              <a:t>2. Document approval and coding</a:t>
            </a:r>
            <a:endParaRPr lang="bg-BG" sz="1600" dirty="0">
              <a:solidFill>
                <a:srgbClr val="0E166B"/>
              </a:solidFill>
              <a:latin typeface="Segoe UI Light" panose="020B0502040204020203" pitchFamily="34" charset="0"/>
              <a:cs typeface="Segoe UI Light" panose="020B0502040204020203" pitchFamily="34" charset="0"/>
            </a:endParaRPr>
          </a:p>
        </p:txBody>
      </p:sp>
      <p:sp>
        <p:nvSpPr>
          <p:cNvPr id="22" name="TextBox 21">
            <a:extLst>
              <a:ext uri="{FF2B5EF4-FFF2-40B4-BE49-F238E27FC236}">
                <a16:creationId xmlns:a16="http://schemas.microsoft.com/office/drawing/2014/main" id="{C0224796-EBFF-23D6-3F41-6933992F4A37}"/>
              </a:ext>
            </a:extLst>
          </p:cNvPr>
          <p:cNvSpPr txBox="1"/>
          <p:nvPr/>
        </p:nvSpPr>
        <p:spPr>
          <a:xfrm>
            <a:off x="691321" y="2024543"/>
            <a:ext cx="2161955" cy="584775"/>
          </a:xfrm>
          <a:prstGeom prst="rect">
            <a:avLst/>
          </a:prstGeom>
          <a:noFill/>
          <a:ln>
            <a:noFill/>
          </a:ln>
        </p:spPr>
        <p:txBody>
          <a:bodyPr wrap="square">
            <a:spAutoFit/>
          </a:bodyPr>
          <a:lstStyle/>
          <a:p>
            <a:pPr algn="ctr"/>
            <a:r>
              <a:rPr kumimoji="0" lang="en-US" altLang="bg-BG" sz="1600" i="0" u="none" strike="noStrike" cap="none" normalizeH="0" baseline="0" dirty="0">
                <a:ln>
                  <a:noFill/>
                </a:ln>
                <a:solidFill>
                  <a:srgbClr val="0E166B"/>
                </a:solidFill>
                <a:effectLst/>
                <a:latin typeface="Segoe UI Light" panose="020B0502040204020203" pitchFamily="34" charset="0"/>
                <a:cs typeface="Segoe UI Light" panose="020B0502040204020203" pitchFamily="34" charset="0"/>
              </a:rPr>
              <a:t>1. Email monitoring &amp; data extraction</a:t>
            </a:r>
            <a:endParaRPr lang="bg-BG" sz="1600" dirty="0">
              <a:solidFill>
                <a:srgbClr val="0E166B"/>
              </a:solidFill>
              <a:latin typeface="Segoe UI Light" panose="020B0502040204020203" pitchFamily="34" charset="0"/>
              <a:cs typeface="Segoe UI Light" panose="020B0502040204020203" pitchFamily="34" charset="0"/>
            </a:endParaRPr>
          </a:p>
        </p:txBody>
      </p:sp>
      <p:sp>
        <p:nvSpPr>
          <p:cNvPr id="23" name="TextBox 22">
            <a:extLst>
              <a:ext uri="{FF2B5EF4-FFF2-40B4-BE49-F238E27FC236}">
                <a16:creationId xmlns:a16="http://schemas.microsoft.com/office/drawing/2014/main" id="{4EB6D9A0-B5D9-B205-9667-E20C64AF07F1}"/>
              </a:ext>
            </a:extLst>
          </p:cNvPr>
          <p:cNvSpPr txBox="1"/>
          <p:nvPr/>
        </p:nvSpPr>
        <p:spPr>
          <a:xfrm>
            <a:off x="2895027" y="1983698"/>
            <a:ext cx="1990131" cy="338554"/>
          </a:xfrm>
          <a:prstGeom prst="rect">
            <a:avLst/>
          </a:prstGeom>
          <a:noFill/>
          <a:ln>
            <a:noFill/>
          </a:ln>
        </p:spPr>
        <p:txBody>
          <a:bodyPr wrap="square">
            <a:spAutoFit/>
          </a:bodyPr>
          <a:lstStyle/>
          <a:p>
            <a:pPr algn="ctr"/>
            <a:r>
              <a:rPr lang="en-US" sz="1600" dirty="0">
                <a:solidFill>
                  <a:srgbClr val="0E166B"/>
                </a:solidFill>
                <a:latin typeface="Segoe UI Light" panose="020B0502040204020203" pitchFamily="34" charset="0"/>
                <a:cs typeface="Segoe UI Light" panose="020B0502040204020203" pitchFamily="34" charset="0"/>
              </a:rPr>
              <a:t>3. System Integration</a:t>
            </a:r>
            <a:endParaRPr lang="bg-BG" sz="1600" dirty="0">
              <a:solidFill>
                <a:srgbClr val="0E166B"/>
              </a:solidFill>
              <a:latin typeface="Segoe UI Light" panose="020B0502040204020203" pitchFamily="34" charset="0"/>
              <a:cs typeface="Segoe UI Light" panose="020B0502040204020203" pitchFamily="34" charset="0"/>
            </a:endParaRPr>
          </a:p>
        </p:txBody>
      </p:sp>
      <p:pic>
        <p:nvPicPr>
          <p:cNvPr id="25" name="Graphic 24" descr="Database with solid fill">
            <a:extLst>
              <a:ext uri="{FF2B5EF4-FFF2-40B4-BE49-F238E27FC236}">
                <a16:creationId xmlns:a16="http://schemas.microsoft.com/office/drawing/2014/main" id="{0F1C181C-C978-711C-5F37-24234A136BF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42745" y="2996426"/>
            <a:ext cx="731520" cy="731520"/>
          </a:xfrm>
          <a:prstGeom prst="rect">
            <a:avLst/>
          </a:prstGeom>
        </p:spPr>
      </p:pic>
      <p:sp>
        <p:nvSpPr>
          <p:cNvPr id="5" name="Google Shape;1087;p33">
            <a:extLst>
              <a:ext uri="{FF2B5EF4-FFF2-40B4-BE49-F238E27FC236}">
                <a16:creationId xmlns:a16="http://schemas.microsoft.com/office/drawing/2014/main" id="{792534DA-7B68-1E71-16CF-915EE02E667A}"/>
              </a:ext>
            </a:extLst>
          </p:cNvPr>
          <p:cNvSpPr txBox="1">
            <a:spLocks/>
          </p:cNvSpPr>
          <p:nvPr/>
        </p:nvSpPr>
        <p:spPr>
          <a:xfrm>
            <a:off x="0" y="181332"/>
            <a:ext cx="9873609" cy="76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3600"/>
              <a:buFont typeface="Squada One"/>
              <a:buNone/>
              <a:defRPr sz="4800" b="0" i="0" u="none" strike="noStrike" cap="none">
                <a:solidFill>
                  <a:schemeClr val="lt1"/>
                </a:solidFill>
                <a:latin typeface="Squada One"/>
                <a:ea typeface="Squada One"/>
                <a:cs typeface="Squada One"/>
                <a:sym typeface="Squada One"/>
              </a:defRPr>
            </a:lvl1pPr>
            <a:lvl2pPr marR="0" lvl="1"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2pPr>
            <a:lvl3pPr marR="0" lvl="2"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3pPr>
            <a:lvl4pPr marR="0" lvl="3"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4pPr>
            <a:lvl5pPr marR="0" lvl="4"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5pPr>
            <a:lvl6pPr marR="0" lvl="5"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6pPr>
            <a:lvl7pPr marR="0" lvl="6"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7pPr>
            <a:lvl8pPr marR="0" lvl="7"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8pPr>
            <a:lvl9pPr marR="0" lvl="8" algn="ctr" rtl="0">
              <a:lnSpc>
                <a:spcPct val="100000"/>
              </a:lnSpc>
              <a:spcBef>
                <a:spcPts val="0"/>
              </a:spcBef>
              <a:spcAft>
                <a:spcPts val="0"/>
              </a:spcAft>
              <a:buClr>
                <a:schemeClr val="lt1"/>
              </a:buClr>
              <a:buSzPts val="2400"/>
              <a:buFont typeface="Arial"/>
              <a:buNone/>
              <a:defRPr sz="3200" b="0" i="0" u="none" strike="noStrike" cap="none">
                <a:solidFill>
                  <a:schemeClr val="lt1"/>
                </a:solidFill>
                <a:latin typeface="Arial"/>
                <a:ea typeface="Arial"/>
                <a:cs typeface="Arial"/>
                <a:sym typeface="Arial"/>
              </a:defRPr>
            </a:lvl9pPr>
          </a:lstStyle>
          <a:p>
            <a:pPr marL="274320" marR="0" lvl="0" indent="0" algn="l" defTabSz="914400" rtl="0" eaLnBrk="1" fontAlgn="auto" latinLnBrk="0" hangingPunct="1">
              <a:lnSpc>
                <a:spcPct val="100000"/>
              </a:lnSpc>
              <a:spcBef>
                <a:spcPts val="0"/>
              </a:spcBef>
              <a:spcAft>
                <a:spcPts val="0"/>
              </a:spcAft>
              <a:buClr>
                <a:srgbClr val="FFFFFF"/>
              </a:buClr>
              <a:buSzPts val="3600"/>
              <a:buFont typeface="Squada One"/>
              <a:buNone/>
              <a:tabLst/>
              <a:defRPr/>
            </a:pPr>
            <a:r>
              <a:rPr lang="en-GB" sz="3200" b="1" kern="0" dirty="0">
                <a:solidFill>
                  <a:srgbClr val="FFFFFF"/>
                </a:solidFill>
                <a:ea typeface="+mj-ea"/>
                <a:cs typeface="+mj-cs"/>
              </a:rPr>
              <a:t>OCR &amp; Custom Approval Web App</a:t>
            </a:r>
          </a:p>
        </p:txBody>
      </p:sp>
    </p:spTree>
    <p:extLst>
      <p:ext uri="{BB962C8B-B14F-4D97-AF65-F5344CB8AC3E}">
        <p14:creationId xmlns:p14="http://schemas.microsoft.com/office/powerpoint/2010/main" val="3338422706"/>
      </p:ext>
    </p:extLst>
  </p:cSld>
  <p:clrMapOvr>
    <a:overrideClrMapping bg1="lt1" tx1="dk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52">
          <a:extLst>
            <a:ext uri="{FF2B5EF4-FFF2-40B4-BE49-F238E27FC236}">
              <a16:creationId xmlns:a16="http://schemas.microsoft.com/office/drawing/2014/main" id="{1251546A-76E6-1A4E-A8DC-7642771BA2E2}"/>
            </a:ext>
          </a:extLst>
        </p:cNvPr>
        <p:cNvGrpSpPr/>
        <p:nvPr/>
      </p:nvGrpSpPr>
      <p:grpSpPr>
        <a:xfrm>
          <a:off x="0" y="0"/>
          <a:ext cx="0" cy="0"/>
          <a:chOff x="0" y="0"/>
          <a:chExt cx="0" cy="0"/>
        </a:xfrm>
      </p:grpSpPr>
      <p:sp>
        <p:nvSpPr>
          <p:cNvPr id="953" name="Google Shape;953;p112">
            <a:extLst>
              <a:ext uri="{FF2B5EF4-FFF2-40B4-BE49-F238E27FC236}">
                <a16:creationId xmlns:a16="http://schemas.microsoft.com/office/drawing/2014/main" id="{63DF9356-FC46-04B7-ACE8-A882671C0724}"/>
              </a:ext>
            </a:extLst>
          </p:cNvPr>
          <p:cNvSpPr txBox="1">
            <a:spLocks noGrp="1"/>
          </p:cNvSpPr>
          <p:nvPr>
            <p:ph type="ctrTitle" idx="4294967295"/>
          </p:nvPr>
        </p:nvSpPr>
        <p:spPr>
          <a:xfrm>
            <a:off x="465883" y="2701708"/>
            <a:ext cx="5227781" cy="1454579"/>
          </a:xfrm>
          <a:prstGeom prst="rect">
            <a:avLst/>
          </a:prstGeom>
        </p:spPr>
        <p:txBody>
          <a:bodyPr spcFirstLastPara="1" lIns="121900" tIns="121900" rIns="121900" bIns="121900" anchor="ctr" anchorCtr="0">
            <a:normAutofit fontScale="90000"/>
          </a:bodyPr>
          <a:lstStyle/>
          <a:p>
            <a:pPr algn="ctr">
              <a:lnSpc>
                <a:spcPct val="100000"/>
              </a:lnSpc>
              <a:spcBef>
                <a:spcPts val="0"/>
              </a:spcBef>
              <a:buClr>
                <a:schemeClr val="dk1"/>
              </a:buClr>
              <a:buSzPts val="1100"/>
            </a:pPr>
            <a:r>
              <a:rPr lang="en-US" sz="5400" b="1" kern="0">
                <a:solidFill>
                  <a:srgbClr val="FFFFFF"/>
                </a:solidFill>
                <a:latin typeface="Squada One"/>
                <a:sym typeface="Squada One"/>
              </a:rPr>
              <a:t>PROJECT SUPPORT</a:t>
            </a:r>
          </a:p>
        </p:txBody>
      </p:sp>
      <p:sp>
        <p:nvSpPr>
          <p:cNvPr id="5" name="TextBox 4">
            <a:extLst>
              <a:ext uri="{FF2B5EF4-FFF2-40B4-BE49-F238E27FC236}">
                <a16:creationId xmlns:a16="http://schemas.microsoft.com/office/drawing/2014/main" id="{314B2AA0-6BCA-569E-F4CA-81C0A23F718A}"/>
              </a:ext>
            </a:extLst>
          </p:cNvPr>
          <p:cNvSpPr txBox="1"/>
          <p:nvPr/>
        </p:nvSpPr>
        <p:spPr>
          <a:xfrm>
            <a:off x="7242228" y="6452754"/>
            <a:ext cx="1416190"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000">
                <a:solidFill>
                  <a:schemeClr val="bg1"/>
                </a:solidFill>
                <a:latin typeface="+mj-lt"/>
                <a:ea typeface="+mn-lt"/>
                <a:cs typeface="+mn-lt"/>
                <a:hlinkClick r:id="rId3">
                  <a:extLst>
                    <a:ext uri="{A12FA001-AC4F-418D-AE19-62706E023703}">
                      <ahyp:hlinkClr xmlns:ahyp="http://schemas.microsoft.com/office/drawing/2018/hyperlinkcolor" val="tx"/>
                    </a:ext>
                  </a:extLst>
                </a:hlinkClick>
              </a:rPr>
              <a:t>markman-group.com</a:t>
            </a:r>
            <a:endParaRPr lang="en-US" sz="1000">
              <a:solidFill>
                <a:schemeClr val="bg1"/>
              </a:solidFill>
              <a:latin typeface="+mj-lt"/>
              <a:ea typeface="+mn-lt"/>
              <a:cs typeface="+mn-lt"/>
            </a:endParaRPr>
          </a:p>
        </p:txBody>
      </p:sp>
      <p:sp>
        <p:nvSpPr>
          <p:cNvPr id="6" name="TextBox 5">
            <a:extLst>
              <a:ext uri="{FF2B5EF4-FFF2-40B4-BE49-F238E27FC236}">
                <a16:creationId xmlns:a16="http://schemas.microsoft.com/office/drawing/2014/main" id="{800F83F7-A8B3-92EA-ADC4-AE4F4F8723CF}"/>
              </a:ext>
            </a:extLst>
          </p:cNvPr>
          <p:cNvSpPr txBox="1"/>
          <p:nvPr/>
        </p:nvSpPr>
        <p:spPr>
          <a:xfrm>
            <a:off x="9580228" y="6447562"/>
            <a:ext cx="2177721" cy="22313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a:defRPr sz="1000">
                <a:solidFill>
                  <a:schemeClr val="bg1"/>
                </a:solidFill>
                <a:latin typeface="+mj-lt"/>
                <a:ea typeface="+mn-lt"/>
                <a:cs typeface="+mn-lt"/>
              </a:defRPr>
            </a:lvl1pPr>
          </a:lstStyle>
          <a:p>
            <a:r>
              <a:rPr lang="en-US">
                <a:hlinkClick r:id="rId4">
                  <a:extLst>
                    <a:ext uri="{A12FA001-AC4F-418D-AE19-62706E023703}">
                      <ahyp:hlinkClr xmlns:ahyp="http://schemas.microsoft.com/office/drawing/2018/hyperlinkcolor" val="tx"/>
                    </a:ext>
                  </a:extLst>
                </a:hlinkClick>
              </a:rPr>
              <a:t>connect@markmanassociates.com</a:t>
            </a:r>
          </a:p>
        </p:txBody>
      </p:sp>
      <p:pic>
        <p:nvPicPr>
          <p:cNvPr id="4" name="Graphic 3" descr="Customer review with solid fill">
            <a:extLst>
              <a:ext uri="{FF2B5EF4-FFF2-40B4-BE49-F238E27FC236}">
                <a16:creationId xmlns:a16="http://schemas.microsoft.com/office/drawing/2014/main" id="{DB27E4BF-3BDA-DFB6-DDAE-205CBB634F3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33741" y="1250368"/>
            <a:ext cx="4357257" cy="4357257"/>
          </a:xfrm>
          <a:prstGeom prst="rect">
            <a:avLst/>
          </a:prstGeom>
        </p:spPr>
      </p:pic>
      <p:pic>
        <p:nvPicPr>
          <p:cNvPr id="8" name="Graphic 7" descr="Clipboard All Crosses with solid fill">
            <a:extLst>
              <a:ext uri="{FF2B5EF4-FFF2-40B4-BE49-F238E27FC236}">
                <a16:creationId xmlns:a16="http://schemas.microsoft.com/office/drawing/2014/main" id="{9F49FDF7-5A55-7DCF-6C6F-BEE4121E489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580228" y="814901"/>
            <a:ext cx="2614096" cy="2614096"/>
          </a:xfrm>
          <a:prstGeom prst="rect">
            <a:avLst/>
          </a:prstGeom>
        </p:spPr>
      </p:pic>
    </p:spTree>
    <p:extLst>
      <p:ext uri="{BB962C8B-B14F-4D97-AF65-F5344CB8AC3E}">
        <p14:creationId xmlns:p14="http://schemas.microsoft.com/office/powerpoint/2010/main" val="622742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0">
          <a:extLst>
            <a:ext uri="{FF2B5EF4-FFF2-40B4-BE49-F238E27FC236}">
              <a16:creationId xmlns:a16="http://schemas.microsoft.com/office/drawing/2014/main" id="{3E95741A-170B-3D27-F620-1F00D342F53A}"/>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22BB11F9-3BDB-198B-8E1B-FF3508B68542}"/>
              </a:ext>
            </a:extLst>
          </p:cNvPr>
          <p:cNvGrpSpPr/>
          <p:nvPr/>
        </p:nvGrpSpPr>
        <p:grpSpPr>
          <a:xfrm>
            <a:off x="3484348" y="3017878"/>
            <a:ext cx="2337451" cy="2404872"/>
            <a:chOff x="3465574" y="3153605"/>
            <a:chExt cx="2337451" cy="2404872"/>
          </a:xfrm>
        </p:grpSpPr>
        <p:sp>
          <p:nvSpPr>
            <p:cNvPr id="14" name="Rectangle 13">
              <a:extLst>
                <a:ext uri="{FF2B5EF4-FFF2-40B4-BE49-F238E27FC236}">
                  <a16:creationId xmlns:a16="http://schemas.microsoft.com/office/drawing/2014/main" id="{A423208F-AC12-C424-0857-00D2C0E8DEE1}"/>
                </a:ext>
              </a:extLst>
            </p:cNvPr>
            <p:cNvSpPr/>
            <p:nvPr/>
          </p:nvSpPr>
          <p:spPr>
            <a:xfrm>
              <a:off x="3465576"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143" name="Google Shape;1143;p122">
              <a:extLst>
                <a:ext uri="{FF2B5EF4-FFF2-40B4-BE49-F238E27FC236}">
                  <a16:creationId xmlns:a16="http://schemas.microsoft.com/office/drawing/2014/main" id="{113538B7-6026-1C0C-CD54-9FC9249CDACF}"/>
                </a:ext>
              </a:extLst>
            </p:cNvPr>
            <p:cNvSpPr/>
            <p:nvPr/>
          </p:nvSpPr>
          <p:spPr>
            <a:xfrm>
              <a:off x="3465574" y="3179416"/>
              <a:ext cx="2337449" cy="2339102"/>
            </a:xfrm>
            <a:prstGeom prst="rect">
              <a:avLst/>
            </a:prstGeom>
            <a:noFill/>
          </p:spPr>
          <p:txBody>
            <a:bodyPr wrap="square">
              <a:spAutoFit/>
            </a:bodyPr>
            <a:lstStyle/>
            <a:p>
              <a:pPr algn="ctr">
                <a:spcAft>
                  <a:spcPts val="1200"/>
                </a:spcAft>
              </a:pPr>
              <a:r>
                <a:rPr lang="es-ES" sz="1400" b="1">
                  <a:solidFill>
                    <a:srgbClr val="0E166B"/>
                  </a:solidFill>
                  <a:latin typeface="Josefin Sans"/>
                </a:rPr>
                <a:t>EXECUTION AND IMPLEMENTATION</a:t>
              </a:r>
            </a:p>
            <a:p>
              <a:pPr algn="ctr">
                <a:spcAft>
                  <a:spcPts val="1200"/>
                </a:spcAft>
              </a:pPr>
              <a:r>
                <a:rPr lang="en-US" sz="1200" kern="0">
                  <a:solidFill>
                    <a:srgbClr val="0E166B"/>
                  </a:solidFill>
                  <a:latin typeface="Segoe UI Light"/>
                  <a:cs typeface="Segoe UI Light"/>
                </a:rPr>
                <a:t>We manage resources, coordinate teams, and oversee project deliverables. We ensure that timelines, budgets, and quality standards are met while proactively identifying and mitigating potential risks. Effective communication and collaboration drive project success.</a:t>
              </a:r>
              <a:endParaRPr lang="en-US" sz="1200" kern="0">
                <a:solidFill>
                  <a:srgbClr val="0E166B"/>
                </a:solidFill>
                <a:latin typeface="Segoe UI Light"/>
                <a:cs typeface="Segoe UI Light"/>
                <a:sym typeface="Roboto Condensed Light"/>
              </a:endParaRPr>
            </a:p>
          </p:txBody>
        </p:sp>
      </p:grpSp>
      <p:sp>
        <p:nvSpPr>
          <p:cNvPr id="6" name="Google Shape;1167;p122">
            <a:extLst>
              <a:ext uri="{FF2B5EF4-FFF2-40B4-BE49-F238E27FC236}">
                <a16:creationId xmlns:a16="http://schemas.microsoft.com/office/drawing/2014/main" id="{8186111E-BF13-D8E2-AB6D-45E66672C994}"/>
              </a:ext>
            </a:extLst>
          </p:cNvPr>
          <p:cNvSpPr txBox="1">
            <a:spLocks/>
          </p:cNvSpPr>
          <p:nvPr/>
        </p:nvSpPr>
        <p:spPr>
          <a:xfrm>
            <a:off x="722184" y="1661642"/>
            <a:ext cx="1529061" cy="6200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marL="0" indent="0" algn="l">
              <a:buClr>
                <a:schemeClr val="dk1"/>
              </a:buClr>
              <a:buSzPts val="1100"/>
            </a:pPr>
            <a:r>
              <a:rPr lang="es-ES" sz="1600" b="1">
                <a:solidFill>
                  <a:srgbClr val="0E166B"/>
                </a:solidFill>
                <a:latin typeface="Josefin Sans" panose="020F0502020204030204" pitchFamily="2" charset="0"/>
              </a:rPr>
              <a:t>OUR APPROACH</a:t>
            </a:r>
          </a:p>
        </p:txBody>
      </p:sp>
      <p:cxnSp>
        <p:nvCxnSpPr>
          <p:cNvPr id="7" name="Google Shape;2079;p158">
            <a:extLst>
              <a:ext uri="{FF2B5EF4-FFF2-40B4-BE49-F238E27FC236}">
                <a16:creationId xmlns:a16="http://schemas.microsoft.com/office/drawing/2014/main" id="{5F125DC0-63AE-4464-A888-6BB6D18F7C7B}"/>
              </a:ext>
            </a:extLst>
          </p:cNvPr>
          <p:cNvCxnSpPr>
            <a:cxnSpLocks/>
          </p:cNvCxnSpPr>
          <p:nvPr/>
        </p:nvCxnSpPr>
        <p:spPr>
          <a:xfrm>
            <a:off x="2251245" y="1636186"/>
            <a:ext cx="0" cy="737783"/>
          </a:xfrm>
          <a:prstGeom prst="straightConnector1">
            <a:avLst/>
          </a:prstGeom>
          <a:noFill/>
          <a:ln w="28575" cap="flat" cmpd="sng">
            <a:solidFill>
              <a:srgbClr val="0E166B"/>
            </a:solidFill>
            <a:prstDash val="solid"/>
            <a:round/>
            <a:headEnd type="none" w="med" len="med"/>
            <a:tailEnd type="none" w="med" len="med"/>
          </a:ln>
        </p:spPr>
      </p:cxnSp>
      <p:sp>
        <p:nvSpPr>
          <p:cNvPr id="9" name="TextBox 8">
            <a:extLst>
              <a:ext uri="{FF2B5EF4-FFF2-40B4-BE49-F238E27FC236}">
                <a16:creationId xmlns:a16="http://schemas.microsoft.com/office/drawing/2014/main" id="{DE8EEB16-8B73-BB6C-BF4D-D0B48E0D3CC5}"/>
              </a:ext>
            </a:extLst>
          </p:cNvPr>
          <p:cNvSpPr txBox="1"/>
          <p:nvPr/>
        </p:nvSpPr>
        <p:spPr>
          <a:xfrm>
            <a:off x="2337269" y="1524816"/>
            <a:ext cx="9132547" cy="1077218"/>
          </a:xfrm>
          <a:prstGeom prst="rect">
            <a:avLst/>
          </a:prstGeom>
          <a:noFill/>
          <a:ln>
            <a:noFill/>
          </a:ln>
        </p:spPr>
        <p:txBody>
          <a:bodyPr wrap="square" lIns="91440" tIns="45720" rIns="91440" bIns="45720" rtlCol="0" anchor="t">
            <a:spAutoFit/>
          </a:bodyPr>
          <a:lstStyle/>
          <a:p>
            <a:r>
              <a:rPr lang="en-US" sz="1600" dirty="0">
                <a:solidFill>
                  <a:srgbClr val="0E166B"/>
                </a:solidFill>
                <a:latin typeface="Josefin Sans" panose="020F0502020204030204" pitchFamily="2" charset="0"/>
              </a:rPr>
              <a:t>We take a structured and proactive approach to project and change management for all our projects, ensuring seamless execution from initiation to completion. By integrating strategic planning, stakeholder engagement, risk management, and continuous improvement, we drive successful outcomes while adapting to evolving business needs.</a:t>
            </a:r>
          </a:p>
        </p:txBody>
      </p:sp>
      <p:grpSp>
        <p:nvGrpSpPr>
          <p:cNvPr id="26" name="Group 25">
            <a:extLst>
              <a:ext uri="{FF2B5EF4-FFF2-40B4-BE49-F238E27FC236}">
                <a16:creationId xmlns:a16="http://schemas.microsoft.com/office/drawing/2014/main" id="{C7494885-983F-F858-4C8D-92F36B107C4B}"/>
              </a:ext>
            </a:extLst>
          </p:cNvPr>
          <p:cNvGrpSpPr/>
          <p:nvPr/>
        </p:nvGrpSpPr>
        <p:grpSpPr>
          <a:xfrm>
            <a:off x="6250347" y="2978694"/>
            <a:ext cx="2337453" cy="2444056"/>
            <a:chOff x="5922260" y="3077845"/>
            <a:chExt cx="2337453" cy="2444056"/>
          </a:xfrm>
        </p:grpSpPr>
        <p:sp>
          <p:nvSpPr>
            <p:cNvPr id="16" name="Rectangle 15">
              <a:extLst>
                <a:ext uri="{FF2B5EF4-FFF2-40B4-BE49-F238E27FC236}">
                  <a16:creationId xmlns:a16="http://schemas.microsoft.com/office/drawing/2014/main" id="{C115D79A-590D-CF34-BD08-30CEA56ADC81}"/>
                </a:ext>
              </a:extLst>
            </p:cNvPr>
            <p:cNvSpPr/>
            <p:nvPr/>
          </p:nvSpPr>
          <p:spPr>
            <a:xfrm>
              <a:off x="5922264"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3" name="Google Shape;1166;p122">
              <a:extLst>
                <a:ext uri="{FF2B5EF4-FFF2-40B4-BE49-F238E27FC236}">
                  <a16:creationId xmlns:a16="http://schemas.microsoft.com/office/drawing/2014/main" id="{0B8B3073-CD15-D2F3-18B4-91D9FB391C8F}"/>
                </a:ext>
              </a:extLst>
            </p:cNvPr>
            <p:cNvSpPr txBox="1">
              <a:spLocks/>
            </p:cNvSpPr>
            <p:nvPr/>
          </p:nvSpPr>
          <p:spPr>
            <a:xfrm>
              <a:off x="5922260" y="3077845"/>
              <a:ext cx="2337449" cy="2339102"/>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r>
                <a:rPr lang="es-ES"/>
                <a:t>CHANGE MANAGEMENT</a:t>
              </a:r>
            </a:p>
            <a:p>
              <a:r>
                <a:rPr lang="en-US" sz="1200" b="0" kern="0">
                  <a:latin typeface="Segoe UI Light"/>
                  <a:cs typeface="Segoe UI Light"/>
                </a:rPr>
                <a:t>We assess the impact of changes on stakeholders, processes, and systems, ensuring a structured approach to transitions. By providing training, communication plans, and stakeholder engagement, we facilitate smooth adoption and minimize disruptions.</a:t>
              </a:r>
            </a:p>
          </p:txBody>
        </p:sp>
      </p:grpSp>
      <p:grpSp>
        <p:nvGrpSpPr>
          <p:cNvPr id="27" name="Group 26">
            <a:extLst>
              <a:ext uri="{FF2B5EF4-FFF2-40B4-BE49-F238E27FC236}">
                <a16:creationId xmlns:a16="http://schemas.microsoft.com/office/drawing/2014/main" id="{26B293A1-518F-2BD7-EF0A-A9BAB7BD30F0}"/>
              </a:ext>
            </a:extLst>
          </p:cNvPr>
          <p:cNvGrpSpPr/>
          <p:nvPr/>
        </p:nvGrpSpPr>
        <p:grpSpPr>
          <a:xfrm>
            <a:off x="9016350" y="3017878"/>
            <a:ext cx="2337450" cy="2404872"/>
            <a:chOff x="8378951" y="3117029"/>
            <a:chExt cx="2337450" cy="2404872"/>
          </a:xfrm>
        </p:grpSpPr>
        <p:sp>
          <p:nvSpPr>
            <p:cNvPr id="18" name="Rectangle 17">
              <a:extLst>
                <a:ext uri="{FF2B5EF4-FFF2-40B4-BE49-F238E27FC236}">
                  <a16:creationId xmlns:a16="http://schemas.microsoft.com/office/drawing/2014/main" id="{54C6558D-7C59-8B0F-71E3-679572879219}"/>
                </a:ext>
              </a:extLst>
            </p:cNvPr>
            <p:cNvSpPr/>
            <p:nvPr/>
          </p:nvSpPr>
          <p:spPr>
            <a:xfrm>
              <a:off x="8378952" y="3117029"/>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12" name="Google Shape;1166;p122">
              <a:extLst>
                <a:ext uri="{FF2B5EF4-FFF2-40B4-BE49-F238E27FC236}">
                  <a16:creationId xmlns:a16="http://schemas.microsoft.com/office/drawing/2014/main" id="{639A18AA-4057-68B8-A204-D36B32F3E81A}"/>
                </a:ext>
              </a:extLst>
            </p:cNvPr>
            <p:cNvSpPr txBox="1">
              <a:spLocks/>
            </p:cNvSpPr>
            <p:nvPr/>
          </p:nvSpPr>
          <p:spPr>
            <a:xfrm>
              <a:off x="8378951" y="3210483"/>
              <a:ext cx="2337449" cy="1969770"/>
            </a:xfrm>
            <a:prstGeom prst="rect">
              <a:avLst/>
            </a:prstGeom>
            <a:noFill/>
          </p:spPr>
          <p:txBody>
            <a:bodyPr wrap="square">
              <a:spAutoFit/>
            </a:bodyPr>
            <a:lstStyle>
              <a:defPPr>
                <a:defRPr lang="en-US"/>
              </a:defPPr>
              <a:lvl1pPr algn="ctr">
                <a:spcAft>
                  <a:spcPts val="1200"/>
                </a:spcAft>
                <a:defRPr sz="1400" b="1">
                  <a:solidFill>
                    <a:srgbClr val="0E166B"/>
                  </a:solidFill>
                  <a:latin typeface="Josefin Sans"/>
                </a:defRPr>
              </a:lvl1pPr>
              <a:lvl2pPr marL="914400" marR="0" lvl="1" indent="-317500" algn="l" rtl="0">
                <a:lnSpc>
                  <a:spcPct val="115000"/>
                </a:lnSpc>
                <a:spcBef>
                  <a:spcPts val="0"/>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2pPr>
              <a:lvl3pPr marL="1371600" marR="0" lvl="2"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3pPr>
              <a:lvl4pPr marL="1828800" marR="0" lvl="3"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4pPr>
              <a:lvl5pPr marL="2286000" marR="0" lvl="4"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5pPr>
              <a:lvl6pPr marL="2743200" marR="0" lvl="5"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6pPr>
              <a:lvl7pPr marL="3200400" marR="0" lvl="6"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7pPr>
              <a:lvl8pPr marL="3657600" marR="0" lvl="7" indent="-317500" algn="l" rtl="0">
                <a:lnSpc>
                  <a:spcPct val="115000"/>
                </a:lnSpc>
                <a:spcBef>
                  <a:spcPts val="2133"/>
                </a:spcBef>
                <a:spcAft>
                  <a:spcPts val="0"/>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8pPr>
              <a:lvl9pPr marL="4114800" marR="0" lvl="8" indent="-317500" algn="l" rtl="0">
                <a:lnSpc>
                  <a:spcPct val="115000"/>
                </a:lnSpc>
                <a:spcBef>
                  <a:spcPts val="2133"/>
                </a:spcBef>
                <a:spcAft>
                  <a:spcPts val="2133"/>
                </a:spcAft>
                <a:buClr>
                  <a:schemeClr val="accent2"/>
                </a:buClr>
                <a:buSzPts val="1600"/>
                <a:buFont typeface="Squada One"/>
                <a:buNone/>
                <a:defRPr sz="2133" b="0" i="0" u="none" strike="noStrike" cap="none">
                  <a:solidFill>
                    <a:schemeClr val="accent2"/>
                  </a:solidFill>
                  <a:latin typeface="Squada One"/>
                  <a:ea typeface="Squada One"/>
                  <a:cs typeface="Squada One"/>
                  <a:sym typeface="Squada One"/>
                </a:defRPr>
              </a:lvl9pPr>
            </a:lstStyle>
            <a:p>
              <a:pPr>
                <a:buClr>
                  <a:schemeClr val="dk1"/>
                </a:buClr>
                <a:buSzPts val="1100"/>
              </a:pPr>
              <a:r>
                <a:rPr lang="es-ES"/>
                <a:t>MONITORING AND OPTIMIZATION </a:t>
              </a:r>
            </a:p>
            <a:p>
              <a:pPr>
                <a:buClr>
                  <a:schemeClr val="dk1"/>
                </a:buClr>
                <a:buSzPts val="1100"/>
              </a:pPr>
              <a:r>
                <a:rPr lang="en-US" sz="1200" b="0" kern="0">
                  <a:latin typeface="Segoe UI Light"/>
                  <a:cs typeface="Segoe UI Light"/>
                </a:rPr>
                <a:t>We track project performance against key metrics and gather feedback. Continuous improvement strategies are applied to enhance future projects, ensuring long-term efficiency and effectiveness.</a:t>
              </a:r>
              <a:endParaRPr lang="es-ES" sz="1200"/>
            </a:p>
          </p:txBody>
        </p:sp>
      </p:grpSp>
      <p:grpSp>
        <p:nvGrpSpPr>
          <p:cNvPr id="22" name="Group 21">
            <a:extLst>
              <a:ext uri="{FF2B5EF4-FFF2-40B4-BE49-F238E27FC236}">
                <a16:creationId xmlns:a16="http://schemas.microsoft.com/office/drawing/2014/main" id="{F6C43969-7FFC-BA1A-2C97-0A36FC65EB01}"/>
              </a:ext>
            </a:extLst>
          </p:cNvPr>
          <p:cNvGrpSpPr/>
          <p:nvPr/>
        </p:nvGrpSpPr>
        <p:grpSpPr>
          <a:xfrm>
            <a:off x="718349" y="3017878"/>
            <a:ext cx="2337449" cy="2409507"/>
            <a:chOff x="1008888" y="3153605"/>
            <a:chExt cx="2337449" cy="2409507"/>
          </a:xfrm>
        </p:grpSpPr>
        <p:sp>
          <p:nvSpPr>
            <p:cNvPr id="19" name="Rectangle 18">
              <a:extLst>
                <a:ext uri="{FF2B5EF4-FFF2-40B4-BE49-F238E27FC236}">
                  <a16:creationId xmlns:a16="http://schemas.microsoft.com/office/drawing/2014/main" id="{DCCF8225-AC7C-DC35-8473-F5CED29AB0BA}"/>
                </a:ext>
              </a:extLst>
            </p:cNvPr>
            <p:cNvSpPr/>
            <p:nvPr/>
          </p:nvSpPr>
          <p:spPr>
            <a:xfrm>
              <a:off x="1008888" y="3153605"/>
              <a:ext cx="2337449" cy="2404872"/>
            </a:xfrm>
            <a:prstGeom prst="rect">
              <a:avLst/>
            </a:prstGeom>
            <a:solidFill>
              <a:srgbClr val="EAEC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20" name="Google Shape;1143;p122">
              <a:extLst>
                <a:ext uri="{FF2B5EF4-FFF2-40B4-BE49-F238E27FC236}">
                  <a16:creationId xmlns:a16="http://schemas.microsoft.com/office/drawing/2014/main" id="{F473DE9C-9A6B-49A0-B825-1382463B42E7}"/>
                </a:ext>
              </a:extLst>
            </p:cNvPr>
            <p:cNvSpPr/>
            <p:nvPr/>
          </p:nvSpPr>
          <p:spPr>
            <a:xfrm>
              <a:off x="1128739" y="3224010"/>
              <a:ext cx="2124456" cy="2339102"/>
            </a:xfrm>
            <a:prstGeom prst="rect">
              <a:avLst/>
            </a:prstGeom>
            <a:noFill/>
          </p:spPr>
          <p:txBody>
            <a:bodyPr wrap="square">
              <a:spAutoFit/>
            </a:bodyPr>
            <a:lstStyle/>
            <a:p>
              <a:pPr algn="ctr">
                <a:spcAft>
                  <a:spcPts val="1200"/>
                </a:spcAft>
              </a:pPr>
              <a:r>
                <a:rPr lang="es-ES" sz="1400" b="1">
                  <a:solidFill>
                    <a:srgbClr val="0E166B"/>
                  </a:solidFill>
                  <a:latin typeface="Josefin Sans"/>
                </a:rPr>
                <a:t>INITIATION AND PLANNING</a:t>
              </a:r>
            </a:p>
            <a:p>
              <a:pPr algn="ctr">
                <a:spcAft>
                  <a:spcPts val="1200"/>
                </a:spcAft>
              </a:pPr>
              <a:r>
                <a:rPr lang="en-US" sz="1200" kern="0">
                  <a:solidFill>
                    <a:srgbClr val="0E166B"/>
                  </a:solidFill>
                  <a:latin typeface="Segoe UI Light"/>
                  <a:cs typeface="Segoe UI Light"/>
                </a:rPr>
                <a:t>We begin by defining project objectives, scope, and key stakeholders. This includes conducting feasibility studies and resource planning to ensure a strong foundation for success. A clear roadmap is developed, setting milestones and expectations.</a:t>
              </a:r>
              <a:endParaRPr lang="es-ES" sz="1200" b="1">
                <a:solidFill>
                  <a:srgbClr val="0E166B"/>
                </a:solidFill>
                <a:latin typeface="Josefin Sans"/>
              </a:endParaRPr>
            </a:p>
          </p:txBody>
        </p:sp>
      </p:grpSp>
      <p:sp>
        <p:nvSpPr>
          <p:cNvPr id="2" name="Google Shape;1803;p148">
            <a:extLst>
              <a:ext uri="{FF2B5EF4-FFF2-40B4-BE49-F238E27FC236}">
                <a16:creationId xmlns:a16="http://schemas.microsoft.com/office/drawing/2014/main" id="{AD4946E3-53F2-E93C-2A88-3BF65651A5BD}"/>
              </a:ext>
            </a:extLst>
          </p:cNvPr>
          <p:cNvSpPr txBox="1">
            <a:spLocks noGrp="1"/>
          </p:cNvSpPr>
          <p:nvPr>
            <p:ph type="title"/>
          </p:nvPr>
        </p:nvSpPr>
        <p:spPr>
          <a:xfrm>
            <a:off x="0" y="236338"/>
            <a:ext cx="12192000" cy="687820"/>
          </a:xfrm>
          <a:prstGeom prst="rect">
            <a:avLst/>
          </a:prstGeom>
        </p:spPr>
        <p:txBody>
          <a:bodyPr spcFirstLastPara="1" wrap="square" lIns="121900" tIns="121900" rIns="121900" bIns="121900" anchor="t" anchorCtr="0">
            <a:noAutofit/>
          </a:bodyPr>
          <a:lstStyle/>
          <a:p>
            <a:pPr>
              <a:buClr>
                <a:schemeClr val="dk1"/>
              </a:buClr>
              <a:buSzPts val="1100"/>
            </a:pPr>
            <a:r>
              <a:rPr lang="en-US" sz="3200" b="1" kern="0">
                <a:solidFill>
                  <a:srgbClr val="FFFFFF"/>
                </a:solidFill>
                <a:latin typeface="Squada One"/>
                <a:sym typeface="Squada One"/>
              </a:rPr>
              <a:t>Project Support</a:t>
            </a:r>
            <a:endParaRPr sz="3200" b="1" kern="0">
              <a:solidFill>
                <a:srgbClr val="FFFFFF"/>
              </a:solidFill>
              <a:latin typeface="Squada One"/>
              <a:sym typeface="Squada One"/>
            </a:endParaRPr>
          </a:p>
        </p:txBody>
      </p:sp>
    </p:spTree>
    <p:extLst>
      <p:ext uri="{BB962C8B-B14F-4D97-AF65-F5344CB8AC3E}">
        <p14:creationId xmlns:p14="http://schemas.microsoft.com/office/powerpoint/2010/main" val="3314325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6C286-6399-33E9-EF88-A791CFC1DC9C}"/>
              </a:ext>
            </a:extLst>
          </p:cNvPr>
          <p:cNvSpPr>
            <a:spLocks noGrp="1"/>
          </p:cNvSpPr>
          <p:nvPr>
            <p:ph type="ctrTitle" idx="4294967295"/>
          </p:nvPr>
        </p:nvSpPr>
        <p:spPr>
          <a:xfrm>
            <a:off x="6967227" y="2470067"/>
            <a:ext cx="3953600" cy="894000"/>
          </a:xfrm>
          <a:prstGeom prst="rect">
            <a:avLst/>
          </a:prstGeom>
        </p:spPr>
        <p:txBody>
          <a:bodyPr/>
          <a:lstStyle/>
          <a:p>
            <a:endParaRPr lang="bg-BG"/>
          </a:p>
        </p:txBody>
      </p:sp>
      <p:sp>
        <p:nvSpPr>
          <p:cNvPr id="3" name="Subtitle 2">
            <a:extLst>
              <a:ext uri="{FF2B5EF4-FFF2-40B4-BE49-F238E27FC236}">
                <a16:creationId xmlns:a16="http://schemas.microsoft.com/office/drawing/2014/main" id="{05F04265-7B20-77EA-6B39-28792367AFC4}"/>
              </a:ext>
            </a:extLst>
          </p:cNvPr>
          <p:cNvSpPr>
            <a:spLocks noGrp="1"/>
          </p:cNvSpPr>
          <p:nvPr>
            <p:ph type="subTitle" idx="4294967295"/>
          </p:nvPr>
        </p:nvSpPr>
        <p:spPr>
          <a:xfrm>
            <a:off x="6990067" y="3531767"/>
            <a:ext cx="3907600" cy="1634800"/>
          </a:xfrm>
          <a:prstGeom prst="rect">
            <a:avLst/>
          </a:prstGeom>
        </p:spPr>
        <p:txBody>
          <a:bodyPr/>
          <a:lstStyle/>
          <a:p>
            <a:endParaRPr lang="bg-BG"/>
          </a:p>
        </p:txBody>
      </p:sp>
      <p:pic>
        <p:nvPicPr>
          <p:cNvPr id="4" name="Picture 3">
            <a:extLst>
              <a:ext uri="{FF2B5EF4-FFF2-40B4-BE49-F238E27FC236}">
                <a16:creationId xmlns:a16="http://schemas.microsoft.com/office/drawing/2014/main" id="{AEA59890-5365-9CE1-A874-89AB29BF068B}"/>
              </a:ext>
            </a:extLst>
          </p:cNvPr>
          <p:cNvPicPr>
            <a:picLocks noChangeAspect="1"/>
          </p:cNvPicPr>
          <p:nvPr/>
        </p:nvPicPr>
        <p:blipFill>
          <a:blip r:embed="rId2"/>
          <a:stretch>
            <a:fillRect/>
          </a:stretch>
        </p:blipFill>
        <p:spPr>
          <a:xfrm>
            <a:off x="1034853" y="1869867"/>
            <a:ext cx="5061147" cy="2988400"/>
          </a:xfrm>
          <a:prstGeom prst="rect">
            <a:avLst/>
          </a:prstGeom>
        </p:spPr>
      </p:pic>
    </p:spTree>
    <p:extLst>
      <p:ext uri="{BB962C8B-B14F-4D97-AF65-F5344CB8AC3E}">
        <p14:creationId xmlns:p14="http://schemas.microsoft.com/office/powerpoint/2010/main" val="580734555"/>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3.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4.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5.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6.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7.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8.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9.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ppt/theme/themeOverride10.xml><?xml version="1.0" encoding="utf-8"?>
<a:themeOverride xmlns:a="http://schemas.openxmlformats.org/drawingml/2006/main">
  <a:clrScheme name="Custom 1">
    <a:dk1>
      <a:sysClr val="windowText" lastClr="000000"/>
    </a:dk1>
    <a:lt1>
      <a:sysClr val="window" lastClr="FFFFFF"/>
    </a:lt1>
    <a:dk2>
      <a:srgbClr val="FAF0E6"/>
    </a:dk2>
    <a:lt2>
      <a:srgbClr val="E7E6E6"/>
    </a:lt2>
    <a:accent1>
      <a:srgbClr val="0E166C"/>
    </a:accent1>
    <a:accent2>
      <a:srgbClr val="921487"/>
    </a:accent2>
    <a:accent3>
      <a:srgbClr val="FFB632"/>
    </a:accent3>
    <a:accent4>
      <a:srgbClr val="FFE485"/>
    </a:accent4>
    <a:accent5>
      <a:srgbClr val="BE7AF3"/>
    </a:accent5>
    <a:accent6>
      <a:srgbClr val="51127C"/>
    </a:accent6>
    <a:hlink>
      <a:srgbClr val="FFFFFF"/>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7241cf9-356c-49cf-9268-0e2f2cb2b01a" xsi:nil="true"/>
    <lcf76f155ced4ddcb4097134ff3c332f xmlns="21c6af6a-abea-4b00-b9ae-aa6e65a324b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AA7CCF074945C458E763B35EFF0EB17" ma:contentTypeVersion="14" ma:contentTypeDescription="Create a new document." ma:contentTypeScope="" ma:versionID="f133f15a887b737ad878511f950c548e">
  <xsd:schema xmlns:xsd="http://www.w3.org/2001/XMLSchema" xmlns:xs="http://www.w3.org/2001/XMLSchema" xmlns:p="http://schemas.microsoft.com/office/2006/metadata/properties" xmlns:ns2="21c6af6a-abea-4b00-b9ae-aa6e65a324bd" xmlns:ns3="77241cf9-356c-49cf-9268-0e2f2cb2b01a" targetNamespace="http://schemas.microsoft.com/office/2006/metadata/properties" ma:root="true" ma:fieldsID="30a5b72447c2c2deebca3803009c99a4" ns2:_="" ns3:_="">
    <xsd:import namespace="21c6af6a-abea-4b00-b9ae-aa6e65a324bd"/>
    <xsd:import namespace="77241cf9-356c-49cf-9268-0e2f2cb2b01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c6af6a-abea-4b00-b9ae-aa6e65a324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54de5635-6b60-4da0-9662-165b06f903a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241cf9-356c-49cf-9268-0e2f2cb2b01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9aab5b83-e0ba-4340-bfc7-689fcb33e34c}" ma:internalName="TaxCatchAll" ma:showField="CatchAllData" ma:web="77241cf9-356c-49cf-9268-0e2f2cb2b0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FAFA53-EFA0-45C0-9777-17B4E4C2F2E3}">
  <ds:schemaRefs>
    <ds:schemaRef ds:uri="http://www.w3.org/XML/1998/namespace"/>
    <ds:schemaRef ds:uri="http://purl.org/dc/terms/"/>
    <ds:schemaRef ds:uri="77241cf9-356c-49cf-9268-0e2f2cb2b01a"/>
    <ds:schemaRef ds:uri="http://purl.org/dc/elements/1.1/"/>
    <ds:schemaRef ds:uri="21c6af6a-abea-4b00-b9ae-aa6e65a324bd"/>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0BEE4818-7525-4A6D-A517-8A124B4118E8}">
  <ds:schemaRefs>
    <ds:schemaRef ds:uri="http://schemas.microsoft.com/sharepoint/v3/contenttype/forms"/>
  </ds:schemaRefs>
</ds:datastoreItem>
</file>

<file path=customXml/itemProps3.xml><?xml version="1.0" encoding="utf-8"?>
<ds:datastoreItem xmlns:ds="http://schemas.openxmlformats.org/officeDocument/2006/customXml" ds:itemID="{0F213A5A-E9E5-4B51-B203-416166DEB8C7}">
  <ds:schemaRefs>
    <ds:schemaRef ds:uri="21c6af6a-abea-4b00-b9ae-aa6e65a324bd"/>
    <ds:schemaRef ds:uri="77241cf9-356c-49cf-9268-0e2f2cb2b01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4288</TotalTime>
  <Words>3319</Words>
  <Application>Microsoft Office PowerPoint</Application>
  <PresentationFormat>Widescreen</PresentationFormat>
  <Paragraphs>278</Paragraphs>
  <Slides>27</Slides>
  <Notes>11</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Josefin Sans</vt:lpstr>
      <vt:lpstr>Josefin Sans SemiBold</vt:lpstr>
      <vt:lpstr>Julius Sans One</vt:lpstr>
      <vt:lpstr>Segoe UI Light</vt:lpstr>
      <vt:lpstr>Squada One</vt:lpstr>
      <vt:lpstr>Office Theme</vt:lpstr>
      <vt:lpstr>PowerPoint Presentation</vt:lpstr>
      <vt:lpstr>OUR OFFERINGS</vt:lpstr>
      <vt:lpstr>OUR OFFERINGS</vt:lpstr>
      <vt:lpstr>Offerings</vt:lpstr>
      <vt:lpstr>Tailored Application Development </vt:lpstr>
      <vt:lpstr>Process Discovery &amp; Strategy   </vt:lpstr>
      <vt:lpstr>PowerPoint Presentation</vt:lpstr>
      <vt:lpstr>PowerPoint Presentation</vt:lpstr>
      <vt:lpstr>PowerPoint Presentation</vt:lpstr>
      <vt:lpstr>USE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SUPPORT</vt:lpstr>
      <vt:lpstr>Project Support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Nikoleta Notova</dc:creator>
  <cp:lastModifiedBy>Carmen</cp:lastModifiedBy>
  <cp:revision>19</cp:revision>
  <dcterms:created xsi:type="dcterms:W3CDTF">2024-08-30T11:37:18Z</dcterms:created>
  <dcterms:modified xsi:type="dcterms:W3CDTF">2025-09-03T11:51:35Z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0x010100EAA7CCF074945C458E763B35EFF0EB17</vt:lpwstr>
  </property>
  <property fmtid="{D5CDD505-2E9C-101B-9397-08002B2CF9AE}" pid="3" name="MediaServiceImageTags">
    <vt:lpwstr/>
  </property>
</Properties>
</file>