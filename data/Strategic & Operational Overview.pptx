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147472950" r:id="rId5"/>
    <p:sldId id="310" r:id="rId6"/>
    <p:sldId id="2147472951" r:id="rId7"/>
    <p:sldId id="2147472952" r:id="rId8"/>
    <p:sldId id="2147472953" r:id="rId9"/>
    <p:sldId id="2147472954" r:id="rId10"/>
    <p:sldId id="2147472955" r:id="rId11"/>
    <p:sldId id="2147472956" r:id="rId12"/>
    <p:sldId id="2147472957" r:id="rId13"/>
    <p:sldId id="2147472958" r:id="rId14"/>
    <p:sldId id="21474729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69DDE59-BE87-0180-08E8-EFA2AB4A52E9}" name="Tejada, Carmen" initials="TC" userId="S::carmen.tejada@iqvia.com::4e46fa0d-51a0-4b7a-a6a6-e5b06c9f6d7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koleta Notova" initials="NN" lastIdx="1" clrIdx="0">
    <p:extLst>
      <p:ext uri="{19B8F6BF-5375-455C-9EA6-DF929625EA0E}">
        <p15:presenceInfo xmlns:p15="http://schemas.microsoft.com/office/powerpoint/2012/main" userId="S::nikoleta@markmanassociates.com::c259cff7-fb7d-4e02-ad74-1d1c1f84201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ADBB"/>
    <a:srgbClr val="293558"/>
    <a:srgbClr val="3D4F8A"/>
    <a:srgbClr val="D8DCE8"/>
    <a:srgbClr val="FFFFFF"/>
    <a:srgbClr val="A2B2E6"/>
    <a:srgbClr val="273659"/>
    <a:srgbClr val="415A77"/>
    <a:srgbClr val="1B263B"/>
    <a:srgbClr val="0E16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BE833-6567-8C6E-1EAE-C85BD36C363B}" v="6" dt="2025-03-24T17:13:19.6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3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rana" userId="bb23e5b3-55bf-46ae-b277-eec30d29643c" providerId="ADAL" clId="{A7028E91-B85B-4AEC-BC82-B0CDB39F356F}"/>
    <pc:docChg chg="undo custSel addSld modSld">
      <pc:chgData name="Petrana" userId="bb23e5b3-55bf-46ae-b277-eec30d29643c" providerId="ADAL" clId="{A7028E91-B85B-4AEC-BC82-B0CDB39F356F}" dt="2025-03-11T08:20:30.553" v="2450" actId="1076"/>
      <pc:docMkLst>
        <pc:docMk/>
      </pc:docMkLst>
      <pc:sldChg chg="addSp delSp modSp mod delAnim">
        <pc:chgData name="Petrana" userId="bb23e5b3-55bf-46ae-b277-eec30d29643c" providerId="ADAL" clId="{A7028E91-B85B-4AEC-BC82-B0CDB39F356F}" dt="2025-03-07T09:10:19.081" v="637" actId="1076"/>
        <pc:sldMkLst>
          <pc:docMk/>
          <pc:sldMk cId="4293427498" sldId="2147473066"/>
        </pc:sldMkLst>
        <pc:spChg chg="mod">
          <ac:chgData name="Petrana" userId="bb23e5b3-55bf-46ae-b277-eec30d29643c" providerId="ADAL" clId="{A7028E91-B85B-4AEC-BC82-B0CDB39F356F}" dt="2025-03-07T09:06:37.080" v="286" actId="1076"/>
          <ac:spMkLst>
            <pc:docMk/>
            <pc:sldMk cId="4293427498" sldId="2147473066"/>
            <ac:spMk id="9" creationId="{E01859ED-FAA6-1F2C-C962-322AC9B6401C}"/>
          </ac:spMkLst>
        </pc:spChg>
        <pc:spChg chg="mod">
          <ac:chgData name="Petrana" userId="bb23e5b3-55bf-46ae-b277-eec30d29643c" providerId="ADAL" clId="{A7028E91-B85B-4AEC-BC82-B0CDB39F356F}" dt="2025-03-07T09:10:19.081" v="637" actId="1076"/>
          <ac:spMkLst>
            <pc:docMk/>
            <pc:sldMk cId="4293427498" sldId="2147473066"/>
            <ac:spMk id="21" creationId="{227DD17A-B7CA-01B3-982D-3015FDD8ED5A}"/>
          </ac:spMkLst>
        </pc:spChg>
        <pc:spChg chg="mod">
          <ac:chgData name="Petrana" userId="bb23e5b3-55bf-46ae-b277-eec30d29643c" providerId="ADAL" clId="{A7028E91-B85B-4AEC-BC82-B0CDB39F356F}" dt="2025-03-07T09:10:19.081" v="637" actId="1076"/>
          <ac:spMkLst>
            <pc:docMk/>
            <pc:sldMk cId="4293427498" sldId="2147473066"/>
            <ac:spMk id="23" creationId="{7489747E-F2D7-9FB0-0076-890BE2254F2A}"/>
          </ac:spMkLst>
        </pc:spChg>
        <pc:spChg chg="mod">
          <ac:chgData name="Petrana" userId="bb23e5b3-55bf-46ae-b277-eec30d29643c" providerId="ADAL" clId="{A7028E91-B85B-4AEC-BC82-B0CDB39F356F}" dt="2025-03-07T09:10:19.081" v="637" actId="1076"/>
          <ac:spMkLst>
            <pc:docMk/>
            <pc:sldMk cId="4293427498" sldId="2147473066"/>
            <ac:spMk id="25" creationId="{3FDDF2FC-1568-75DB-E3B5-38EB872BD5C2}"/>
          </ac:spMkLst>
        </pc:spChg>
        <pc:spChg chg="mod">
          <ac:chgData name="Petrana" userId="bb23e5b3-55bf-46ae-b277-eec30d29643c" providerId="ADAL" clId="{A7028E91-B85B-4AEC-BC82-B0CDB39F356F}" dt="2025-03-07T09:09:24.461" v="602" actId="12789"/>
          <ac:spMkLst>
            <pc:docMk/>
            <pc:sldMk cId="4293427498" sldId="2147473066"/>
            <ac:spMk id="1143" creationId="{12702C35-A606-5227-6483-8C2AA854A35A}"/>
          </ac:spMkLst>
        </pc:spChg>
        <pc:spChg chg="mod">
          <ac:chgData name="Petrana" userId="bb23e5b3-55bf-46ae-b277-eec30d29643c" providerId="ADAL" clId="{A7028E91-B85B-4AEC-BC82-B0CDB39F356F}" dt="2025-03-07T09:10:19.081" v="637" actId="1076"/>
          <ac:spMkLst>
            <pc:docMk/>
            <pc:sldMk cId="4293427498" sldId="2147473066"/>
            <ac:spMk id="1166" creationId="{4633A7B6-1D1B-58CC-050A-4A21B4F8A854}"/>
          </ac:spMkLst>
        </pc:spChg>
      </pc:sldChg>
      <pc:sldChg chg="addSp delSp modSp mod delAnim">
        <pc:chgData name="Petrana" userId="bb23e5b3-55bf-46ae-b277-eec30d29643c" providerId="ADAL" clId="{A7028E91-B85B-4AEC-BC82-B0CDB39F356F}" dt="2025-03-11T08:11:07.449" v="2305" actId="1076"/>
        <pc:sldMkLst>
          <pc:docMk/>
          <pc:sldMk cId="1950820795" sldId="2147473068"/>
        </pc:sldMkLst>
        <pc:spChg chg="mod">
          <ac:chgData name="Petrana" userId="bb23e5b3-55bf-46ae-b277-eec30d29643c" providerId="ADAL" clId="{A7028E91-B85B-4AEC-BC82-B0CDB39F356F}" dt="2025-03-07T09:02:36.103" v="21" actId="554"/>
          <ac:spMkLst>
            <pc:docMk/>
            <pc:sldMk cId="1950820795" sldId="2147473068"/>
            <ac:spMk id="6" creationId="{0E4CDEEE-EA7E-471E-4F1E-83FBA5B98D6A}"/>
          </ac:spMkLst>
        </pc:spChg>
        <pc:spChg chg="mod">
          <ac:chgData name="Petrana" userId="bb23e5b3-55bf-46ae-b277-eec30d29643c" providerId="ADAL" clId="{A7028E91-B85B-4AEC-BC82-B0CDB39F356F}" dt="2025-03-11T08:08:42.537" v="2273"/>
          <ac:spMkLst>
            <pc:docMk/>
            <pc:sldMk cId="1950820795" sldId="2147473068"/>
            <ac:spMk id="9" creationId="{220D5045-1C74-37BE-6501-AB1BBC958AA6}"/>
          </ac:spMkLst>
        </pc:spChg>
        <pc:spChg chg="mod">
          <ac:chgData name="Petrana" userId="bb23e5b3-55bf-46ae-b277-eec30d29643c" providerId="ADAL" clId="{A7028E91-B85B-4AEC-BC82-B0CDB39F356F}" dt="2025-03-11T08:09:39.843" v="2289" actId="20577"/>
          <ac:spMkLst>
            <pc:docMk/>
            <pc:sldMk cId="1950820795" sldId="2147473068"/>
            <ac:spMk id="21" creationId="{7676B0C9-1F97-556F-4FA0-196D975D23DA}"/>
          </ac:spMkLst>
        </pc:spChg>
        <pc:spChg chg="mod">
          <ac:chgData name="Petrana" userId="bb23e5b3-55bf-46ae-b277-eec30d29643c" providerId="ADAL" clId="{A7028E91-B85B-4AEC-BC82-B0CDB39F356F}" dt="2025-03-11T08:10:46.068" v="2297" actId="20577"/>
          <ac:spMkLst>
            <pc:docMk/>
            <pc:sldMk cId="1950820795" sldId="2147473068"/>
            <ac:spMk id="23" creationId="{9DD05893-C567-E828-80C9-2DA4625C23B6}"/>
          </ac:spMkLst>
        </pc:spChg>
        <pc:spChg chg="mod">
          <ac:chgData name="Petrana" userId="bb23e5b3-55bf-46ae-b277-eec30d29643c" providerId="ADAL" clId="{A7028E91-B85B-4AEC-BC82-B0CDB39F356F}" dt="2025-03-11T08:11:07.449" v="2305" actId="1076"/>
          <ac:spMkLst>
            <pc:docMk/>
            <pc:sldMk cId="1950820795" sldId="2147473068"/>
            <ac:spMk id="25" creationId="{E3F7C554-77A3-768C-2B43-C475058F9397}"/>
          </ac:spMkLst>
        </pc:spChg>
        <pc:spChg chg="mod">
          <ac:chgData name="Petrana" userId="bb23e5b3-55bf-46ae-b277-eec30d29643c" providerId="ADAL" clId="{A7028E91-B85B-4AEC-BC82-B0CDB39F356F}" dt="2025-03-07T09:04:49.605" v="266" actId="12789"/>
          <ac:spMkLst>
            <pc:docMk/>
            <pc:sldMk cId="1950820795" sldId="2147473068"/>
            <ac:spMk id="1142" creationId="{90CC06F6-3764-A50B-31C3-E982C59608AF}"/>
          </ac:spMkLst>
        </pc:spChg>
        <pc:spChg chg="mod">
          <ac:chgData name="Petrana" userId="bb23e5b3-55bf-46ae-b277-eec30d29643c" providerId="ADAL" clId="{A7028E91-B85B-4AEC-BC82-B0CDB39F356F}" dt="2025-03-07T09:04:49.605" v="266" actId="12789"/>
          <ac:spMkLst>
            <pc:docMk/>
            <pc:sldMk cId="1950820795" sldId="2147473068"/>
            <ac:spMk id="1143" creationId="{A7CF41BC-90A4-B37B-4EAC-B4BD64009D9D}"/>
          </ac:spMkLst>
        </pc:spChg>
        <pc:spChg chg="mod">
          <ac:chgData name="Petrana" userId="bb23e5b3-55bf-46ae-b277-eec30d29643c" providerId="ADAL" clId="{A7028E91-B85B-4AEC-BC82-B0CDB39F356F}" dt="2025-03-07T09:04:49.605" v="266" actId="12789"/>
          <ac:spMkLst>
            <pc:docMk/>
            <pc:sldMk cId="1950820795" sldId="2147473068"/>
            <ac:spMk id="1144" creationId="{D3150723-CDF7-9FE1-4FAD-B8619ED68A40}"/>
          </ac:spMkLst>
        </pc:spChg>
        <pc:spChg chg="mod">
          <ac:chgData name="Petrana" userId="bb23e5b3-55bf-46ae-b277-eec30d29643c" providerId="ADAL" clId="{A7028E91-B85B-4AEC-BC82-B0CDB39F356F}" dt="2025-03-07T09:04:49.605" v="266" actId="12789"/>
          <ac:spMkLst>
            <pc:docMk/>
            <pc:sldMk cId="1950820795" sldId="2147473068"/>
            <ac:spMk id="1145" creationId="{2B8B3AA3-E881-43B5-D5AD-FAA42A548FCF}"/>
          </ac:spMkLst>
        </pc:spChg>
        <pc:spChg chg="mod">
          <ac:chgData name="Petrana" userId="bb23e5b3-55bf-46ae-b277-eec30d29643c" providerId="ADAL" clId="{A7028E91-B85B-4AEC-BC82-B0CDB39F356F}" dt="2025-03-11T08:09:21.692" v="2282" actId="20577"/>
          <ac:spMkLst>
            <pc:docMk/>
            <pc:sldMk cId="1950820795" sldId="2147473068"/>
            <ac:spMk id="1166" creationId="{1132EDFE-D7B5-5D13-59FE-3193E6BB520A}"/>
          </ac:spMkLst>
        </pc:spChg>
        <pc:cxnChg chg="mod">
          <ac:chgData name="Petrana" userId="bb23e5b3-55bf-46ae-b277-eec30d29643c" providerId="ADAL" clId="{A7028E91-B85B-4AEC-BC82-B0CDB39F356F}" dt="2025-03-07T09:02:20.746" v="18" actId="14100"/>
          <ac:cxnSpMkLst>
            <pc:docMk/>
            <pc:sldMk cId="1950820795" sldId="2147473068"/>
            <ac:cxnSpMk id="7" creationId="{413F0A45-AC85-2859-8AFE-618B085AC5F8}"/>
          </ac:cxnSpMkLst>
        </pc:cxnChg>
      </pc:sldChg>
      <pc:sldChg chg="modSp mod">
        <pc:chgData name="Petrana" userId="bb23e5b3-55bf-46ae-b277-eec30d29643c" providerId="ADAL" clId="{A7028E91-B85B-4AEC-BC82-B0CDB39F356F}" dt="2025-03-10T08:22:52.959" v="1999" actId="20577"/>
        <pc:sldMkLst>
          <pc:docMk/>
          <pc:sldMk cId="881348590" sldId="2147473070"/>
        </pc:sldMkLst>
      </pc:sldChg>
      <pc:sldChg chg="modSp mod">
        <pc:chgData name="Petrana" userId="bb23e5b3-55bf-46ae-b277-eec30d29643c" providerId="ADAL" clId="{A7028E91-B85B-4AEC-BC82-B0CDB39F356F}" dt="2025-03-10T08:06:26.385" v="1916" actId="20577"/>
        <pc:sldMkLst>
          <pc:docMk/>
          <pc:sldMk cId="3669124840" sldId="2147473072"/>
        </pc:sldMkLst>
      </pc:sldChg>
      <pc:sldChg chg="modSp mod">
        <pc:chgData name="Petrana" userId="bb23e5b3-55bf-46ae-b277-eec30d29643c" providerId="ADAL" clId="{A7028E91-B85B-4AEC-BC82-B0CDB39F356F}" dt="2025-03-10T08:06:33.406" v="1918" actId="20577"/>
        <pc:sldMkLst>
          <pc:docMk/>
          <pc:sldMk cId="1798065518" sldId="2147473074"/>
        </pc:sldMkLst>
      </pc:sldChg>
      <pc:sldChg chg="addSp modSp mod">
        <pc:chgData name="Petrana" userId="bb23e5b3-55bf-46ae-b277-eec30d29643c" providerId="ADAL" clId="{A7028E91-B85B-4AEC-BC82-B0CDB39F356F}" dt="2025-03-10T09:01:00.233" v="2258" actId="20577"/>
        <pc:sldMkLst>
          <pc:docMk/>
          <pc:sldMk cId="2873754903" sldId="2147473080"/>
        </pc:sldMkLst>
        <pc:spChg chg="add mod">
          <ac:chgData name="Petrana" userId="bb23e5b3-55bf-46ae-b277-eec30d29643c" providerId="ADAL" clId="{A7028E91-B85B-4AEC-BC82-B0CDB39F356F}" dt="2025-03-10T09:00:50.995" v="2249" actId="20577"/>
          <ac:spMkLst>
            <pc:docMk/>
            <pc:sldMk cId="2873754903" sldId="2147473080"/>
            <ac:spMk id="45" creationId="{CA1DC996-1D08-866E-612B-A89C4E2A06FA}"/>
          </ac:spMkLst>
        </pc:spChg>
        <pc:spChg chg="add mod">
          <ac:chgData name="Petrana" userId="bb23e5b3-55bf-46ae-b277-eec30d29643c" providerId="ADAL" clId="{A7028E91-B85B-4AEC-BC82-B0CDB39F356F}" dt="2025-03-10T09:00:54.250" v="2252" actId="20577"/>
          <ac:spMkLst>
            <pc:docMk/>
            <pc:sldMk cId="2873754903" sldId="2147473080"/>
            <ac:spMk id="47" creationId="{2BE1F63C-E8DE-4E2B-D250-D37D29F1778B}"/>
          </ac:spMkLst>
        </pc:spChg>
        <pc:spChg chg="add mod">
          <ac:chgData name="Petrana" userId="bb23e5b3-55bf-46ae-b277-eec30d29643c" providerId="ADAL" clId="{A7028E91-B85B-4AEC-BC82-B0CDB39F356F}" dt="2025-03-10T09:00:56.858" v="2255" actId="20577"/>
          <ac:spMkLst>
            <pc:docMk/>
            <pc:sldMk cId="2873754903" sldId="2147473080"/>
            <ac:spMk id="49" creationId="{85F6E0F2-1175-3CE1-7239-9FA18C2586D6}"/>
          </ac:spMkLst>
        </pc:spChg>
        <pc:spChg chg="add mod">
          <ac:chgData name="Petrana" userId="bb23e5b3-55bf-46ae-b277-eec30d29643c" providerId="ADAL" clId="{A7028E91-B85B-4AEC-BC82-B0CDB39F356F}" dt="2025-03-10T09:01:00.233" v="2258" actId="20577"/>
          <ac:spMkLst>
            <pc:docMk/>
            <pc:sldMk cId="2873754903" sldId="2147473080"/>
            <ac:spMk id="51" creationId="{D2B24115-55DB-88C7-3454-83112ACE3205}"/>
          </ac:spMkLst>
        </pc:spChg>
        <pc:spChg chg="add mod">
          <ac:chgData name="Petrana" userId="bb23e5b3-55bf-46ae-b277-eec30d29643c" providerId="ADAL" clId="{A7028E91-B85B-4AEC-BC82-B0CDB39F356F}" dt="2025-03-10T08:07:08.309" v="1924" actId="2711"/>
          <ac:spMkLst>
            <pc:docMk/>
            <pc:sldMk cId="2873754903" sldId="2147473080"/>
            <ac:spMk id="53" creationId="{59BF2858-4006-72F0-D8EC-47E9E0219DBB}"/>
          </ac:spMkLst>
        </pc:spChg>
        <pc:spChg chg="add mod">
          <ac:chgData name="Petrana" userId="bb23e5b3-55bf-46ae-b277-eec30d29643c" providerId="ADAL" clId="{A7028E91-B85B-4AEC-BC82-B0CDB39F356F}" dt="2025-03-10T08:07:04.901" v="1923" actId="2711"/>
          <ac:spMkLst>
            <pc:docMk/>
            <pc:sldMk cId="2873754903" sldId="2147473080"/>
            <ac:spMk id="55" creationId="{40C0D92B-9A40-9377-2C13-601E7C78D59C}"/>
          </ac:spMkLst>
        </pc:spChg>
        <pc:spChg chg="mod">
          <ac:chgData name="Petrana" userId="bb23e5b3-55bf-46ae-b277-eec30d29643c" providerId="ADAL" clId="{A7028E91-B85B-4AEC-BC82-B0CDB39F356F}" dt="2025-03-10T09:00:16.168" v="2235" actId="1076"/>
          <ac:spMkLst>
            <pc:docMk/>
            <pc:sldMk cId="2873754903" sldId="2147473080"/>
            <ac:spMk id="210" creationId="{D1EB0D27-02AB-99C6-9B5D-1B5DDFF13374}"/>
          </ac:spMkLst>
        </pc:spChg>
        <pc:grpChg chg="mod">
          <ac:chgData name="Petrana" userId="bb23e5b3-55bf-46ae-b277-eec30d29643c" providerId="ADAL" clId="{A7028E91-B85B-4AEC-BC82-B0CDB39F356F}" dt="2025-03-10T09:00:16.168" v="2235" actId="1076"/>
          <ac:grpSpMkLst>
            <pc:docMk/>
            <pc:sldMk cId="2873754903" sldId="2147473080"/>
            <ac:grpSpMk id="211" creationId="{F7B5E4F0-19F5-D363-2E54-E2C884F5852C}"/>
          </ac:grpSpMkLst>
        </pc:grpChg>
      </pc:sldChg>
      <pc:sldChg chg="addSp delSp modSp mod">
        <pc:chgData name="Petrana" userId="bb23e5b3-55bf-46ae-b277-eec30d29643c" providerId="ADAL" clId="{A7028E91-B85B-4AEC-BC82-B0CDB39F356F}" dt="2025-03-10T08:57:56.903" v="2192" actId="14100"/>
        <pc:sldMkLst>
          <pc:docMk/>
          <pc:sldMk cId="3279836520" sldId="2147473081"/>
        </pc:sldMkLst>
        <pc:spChg chg="mod">
          <ac:chgData name="Petrana" userId="bb23e5b3-55bf-46ae-b277-eec30d29643c" providerId="ADAL" clId="{A7028E91-B85B-4AEC-BC82-B0CDB39F356F}" dt="2025-03-07T10:31:01.002" v="850"/>
          <ac:spMkLst>
            <pc:docMk/>
            <pc:sldMk cId="3279836520" sldId="2147473081"/>
            <ac:spMk id="5" creationId="{92541016-965E-C8D9-E265-BFBFFE47538D}"/>
          </ac:spMkLst>
        </pc:spChg>
        <pc:spChg chg="add mod">
          <ac:chgData name="Petrana" userId="bb23e5b3-55bf-46ae-b277-eec30d29643c" providerId="ADAL" clId="{A7028E91-B85B-4AEC-BC82-B0CDB39F356F}" dt="2025-03-10T08:57:36.851" v="2185" actId="1076"/>
          <ac:spMkLst>
            <pc:docMk/>
            <pc:sldMk cId="3279836520" sldId="2147473081"/>
            <ac:spMk id="18" creationId="{2D97BF80-82F5-B104-65AD-917B8ED8BB47}"/>
          </ac:spMkLst>
        </pc:spChg>
        <pc:spChg chg="add mod">
          <ac:chgData name="Petrana" userId="bb23e5b3-55bf-46ae-b277-eec30d29643c" providerId="ADAL" clId="{A7028E91-B85B-4AEC-BC82-B0CDB39F356F}" dt="2025-03-10T08:56:53.872" v="2174" actId="1076"/>
          <ac:spMkLst>
            <pc:docMk/>
            <pc:sldMk cId="3279836520" sldId="2147473081"/>
            <ac:spMk id="20" creationId="{5422ACAD-DCF2-1B0C-0CB2-1A6D99FDDD39}"/>
          </ac:spMkLst>
        </pc:spChg>
        <pc:spChg chg="add mod">
          <ac:chgData name="Petrana" userId="bb23e5b3-55bf-46ae-b277-eec30d29643c" providerId="ADAL" clId="{A7028E91-B85B-4AEC-BC82-B0CDB39F356F}" dt="2025-03-10T08:57:56.903" v="2192" actId="14100"/>
          <ac:spMkLst>
            <pc:docMk/>
            <pc:sldMk cId="3279836520" sldId="2147473081"/>
            <ac:spMk id="24" creationId="{9FBB94D7-FDC1-E2AC-6809-156503B30B04}"/>
          </ac:spMkLst>
        </pc:spChg>
        <pc:spChg chg="add mod">
          <ac:chgData name="Petrana" userId="bb23e5b3-55bf-46ae-b277-eec30d29643c" providerId="ADAL" clId="{A7028E91-B85B-4AEC-BC82-B0CDB39F356F}" dt="2025-03-10T08:55:52.538" v="2155" actId="255"/>
          <ac:spMkLst>
            <pc:docMk/>
            <pc:sldMk cId="3279836520" sldId="2147473081"/>
            <ac:spMk id="25" creationId="{3444EDC7-7E56-5134-DB62-242E156DE771}"/>
          </ac:spMkLst>
        </pc:spChg>
        <pc:picChg chg="add mod ord">
          <ac:chgData name="Petrana" userId="bb23e5b3-55bf-46ae-b277-eec30d29643c" providerId="ADAL" clId="{A7028E91-B85B-4AEC-BC82-B0CDB39F356F}" dt="2025-03-10T08:57:30.441" v="2183" actId="1076"/>
          <ac:picMkLst>
            <pc:docMk/>
            <pc:sldMk cId="3279836520" sldId="2147473081"/>
            <ac:picMk id="6" creationId="{3439B7E8-8200-E4C8-0B69-680FB692075F}"/>
          </ac:picMkLst>
        </pc:picChg>
        <pc:picChg chg="add mod">
          <ac:chgData name="Petrana" userId="bb23e5b3-55bf-46ae-b277-eec30d29643c" providerId="ADAL" clId="{A7028E91-B85B-4AEC-BC82-B0CDB39F356F}" dt="2025-03-10T08:56:35.084" v="2170" actId="1076"/>
          <ac:picMkLst>
            <pc:docMk/>
            <pc:sldMk cId="3279836520" sldId="2147473081"/>
            <ac:picMk id="8" creationId="{4965BB44-7DCA-98CB-FA6A-8B4E3F46202C}"/>
          </ac:picMkLst>
        </pc:picChg>
        <pc:picChg chg="add mod">
          <ac:chgData name="Petrana" userId="bb23e5b3-55bf-46ae-b277-eec30d29643c" providerId="ADAL" clId="{A7028E91-B85B-4AEC-BC82-B0CDB39F356F}" dt="2025-03-10T08:56:33.559" v="2169" actId="1076"/>
          <ac:picMkLst>
            <pc:docMk/>
            <pc:sldMk cId="3279836520" sldId="2147473081"/>
            <ac:picMk id="14" creationId="{9F2F6D07-D699-0327-F501-C98FF3F7AD90}"/>
          </ac:picMkLst>
        </pc:picChg>
      </pc:sldChg>
      <pc:sldChg chg="addSp delSp modSp mod">
        <pc:chgData name="Petrana" userId="bb23e5b3-55bf-46ae-b277-eec30d29643c" providerId="ADAL" clId="{A7028E91-B85B-4AEC-BC82-B0CDB39F356F}" dt="2025-03-10T09:01:39.507" v="2272" actId="1076"/>
        <pc:sldMkLst>
          <pc:docMk/>
          <pc:sldMk cId="190314297" sldId="2147473082"/>
        </pc:sldMkLst>
        <pc:spChg chg="add mod">
          <ac:chgData name="Petrana" userId="bb23e5b3-55bf-46ae-b277-eec30d29643c" providerId="ADAL" clId="{A7028E91-B85B-4AEC-BC82-B0CDB39F356F}" dt="2025-03-10T09:01:39.507" v="2272" actId="1076"/>
          <ac:spMkLst>
            <pc:docMk/>
            <pc:sldMk cId="190314297" sldId="2147473082"/>
            <ac:spMk id="51" creationId="{CAE8CBD1-0D66-2C43-1FFC-5199ED21D269}"/>
          </ac:spMkLst>
        </pc:spChg>
        <pc:spChg chg="add mod">
          <ac:chgData name="Petrana" userId="bb23e5b3-55bf-46ae-b277-eec30d29643c" providerId="ADAL" clId="{A7028E91-B85B-4AEC-BC82-B0CDB39F356F}" dt="2025-03-10T09:01:23.101" v="2265" actId="1076"/>
          <ac:spMkLst>
            <pc:docMk/>
            <pc:sldMk cId="190314297" sldId="2147473082"/>
            <ac:spMk id="53" creationId="{6D89DE11-97C4-D69E-7A4D-BFB8D89E9729}"/>
          </ac:spMkLst>
        </pc:spChg>
        <pc:spChg chg="add mod">
          <ac:chgData name="Petrana" userId="bb23e5b3-55bf-46ae-b277-eec30d29643c" providerId="ADAL" clId="{A7028E91-B85B-4AEC-BC82-B0CDB39F356F}" dt="2025-03-10T09:01:30.715" v="2268" actId="1076"/>
          <ac:spMkLst>
            <pc:docMk/>
            <pc:sldMk cId="190314297" sldId="2147473082"/>
            <ac:spMk id="55" creationId="{81B95BA8-2CA8-455C-4B7A-D2FE84675702}"/>
          </ac:spMkLst>
        </pc:spChg>
        <pc:spChg chg="add mod">
          <ac:chgData name="Petrana" userId="bb23e5b3-55bf-46ae-b277-eec30d29643c" providerId="ADAL" clId="{A7028E91-B85B-4AEC-BC82-B0CDB39F356F}" dt="2025-03-10T09:01:19.327" v="2263" actId="1076"/>
          <ac:spMkLst>
            <pc:docMk/>
            <pc:sldMk cId="190314297" sldId="2147473082"/>
            <ac:spMk id="57" creationId="{94DA3EA9-C60D-6E46-CF0E-860BC1F04784}"/>
          </ac:spMkLst>
        </pc:spChg>
        <pc:spChg chg="add mod">
          <ac:chgData name="Petrana" userId="bb23e5b3-55bf-46ae-b277-eec30d29643c" providerId="ADAL" clId="{A7028E91-B85B-4AEC-BC82-B0CDB39F356F}" dt="2025-03-10T08:43:47.214" v="2040" actId="1076"/>
          <ac:spMkLst>
            <pc:docMk/>
            <pc:sldMk cId="190314297" sldId="2147473082"/>
            <ac:spMk id="59" creationId="{FC67D020-B05D-DEC9-7BCE-2B9D6F3D7289}"/>
          </ac:spMkLst>
        </pc:spChg>
        <pc:spChg chg="add mod">
          <ac:chgData name="Petrana" userId="bb23e5b3-55bf-46ae-b277-eec30d29643c" providerId="ADAL" clId="{A7028E91-B85B-4AEC-BC82-B0CDB39F356F}" dt="2025-03-10T08:08:16.218" v="1946" actId="113"/>
          <ac:spMkLst>
            <pc:docMk/>
            <pc:sldMk cId="190314297" sldId="2147473082"/>
            <ac:spMk id="63" creationId="{7903C476-E108-805E-3692-3D9C5B61D748}"/>
          </ac:spMkLst>
        </pc:spChg>
        <pc:spChg chg="mod">
          <ac:chgData name="Petrana" userId="bb23e5b3-55bf-46ae-b277-eec30d29643c" providerId="ADAL" clId="{A7028E91-B85B-4AEC-BC82-B0CDB39F356F}" dt="2025-03-10T08:45:14.541" v="2053" actId="1076"/>
          <ac:spMkLst>
            <pc:docMk/>
            <pc:sldMk cId="190314297" sldId="2147473082"/>
            <ac:spMk id="210" creationId="{E792CF0F-AD7A-3384-2560-60E24D221112}"/>
          </ac:spMkLst>
        </pc:spChg>
        <pc:grpChg chg="mod">
          <ac:chgData name="Petrana" userId="bb23e5b3-55bf-46ae-b277-eec30d29643c" providerId="ADAL" clId="{A7028E91-B85B-4AEC-BC82-B0CDB39F356F}" dt="2025-03-10T08:45:14.541" v="2053" actId="1076"/>
          <ac:grpSpMkLst>
            <pc:docMk/>
            <pc:sldMk cId="190314297" sldId="2147473082"/>
            <ac:grpSpMk id="211" creationId="{28284167-9B85-9382-3A10-8456CA1E6C57}"/>
          </ac:grpSpMkLst>
        </pc:grpChg>
      </pc:sldChg>
      <pc:sldChg chg="addSp delSp modSp mod">
        <pc:chgData name="Petrana" userId="bb23e5b3-55bf-46ae-b277-eec30d29643c" providerId="ADAL" clId="{A7028E91-B85B-4AEC-BC82-B0CDB39F356F}" dt="2025-03-11T08:14:02.606" v="2308" actId="14100"/>
        <pc:sldMkLst>
          <pc:docMk/>
          <pc:sldMk cId="3338422706" sldId="2147473083"/>
        </pc:sldMkLst>
        <pc:spChg chg="add mod">
          <ac:chgData name="Petrana" userId="bb23e5b3-55bf-46ae-b277-eec30d29643c" providerId="ADAL" clId="{A7028E91-B85B-4AEC-BC82-B0CDB39F356F}" dt="2025-03-10T08:47:58.382" v="2111" actId="121"/>
          <ac:spMkLst>
            <pc:docMk/>
            <pc:sldMk cId="3338422706" sldId="2147473083"/>
            <ac:spMk id="6" creationId="{4D2DF33F-8099-F552-3A8E-F35A43A751C3}"/>
          </ac:spMkLst>
        </pc:spChg>
        <pc:spChg chg="add mod">
          <ac:chgData name="Petrana" userId="bb23e5b3-55bf-46ae-b277-eec30d29643c" providerId="ADAL" clId="{A7028E91-B85B-4AEC-BC82-B0CDB39F356F}" dt="2025-03-10T08:48:40.546" v="2121" actId="121"/>
          <ac:spMkLst>
            <pc:docMk/>
            <pc:sldMk cId="3338422706" sldId="2147473083"/>
            <ac:spMk id="8" creationId="{598068FC-F302-8393-3AD6-4083DEF2F821}"/>
          </ac:spMkLst>
        </pc:spChg>
        <pc:spChg chg="add mod">
          <ac:chgData name="Petrana" userId="bb23e5b3-55bf-46ae-b277-eec30d29643c" providerId="ADAL" clId="{A7028E91-B85B-4AEC-BC82-B0CDB39F356F}" dt="2025-03-10T08:48:46.669" v="2126" actId="20577"/>
          <ac:spMkLst>
            <pc:docMk/>
            <pc:sldMk cId="3338422706" sldId="2147473083"/>
            <ac:spMk id="10" creationId="{56CA62FA-6FD9-8E7F-1A98-BAE53230F981}"/>
          </ac:spMkLst>
        </pc:spChg>
        <pc:spChg chg="add mod">
          <ac:chgData name="Petrana" userId="bb23e5b3-55bf-46ae-b277-eec30d29643c" providerId="ADAL" clId="{A7028E91-B85B-4AEC-BC82-B0CDB39F356F}" dt="2025-03-10T08:48:54.287" v="2131" actId="121"/>
          <ac:spMkLst>
            <pc:docMk/>
            <pc:sldMk cId="3338422706" sldId="2147473083"/>
            <ac:spMk id="12" creationId="{FEE93C9F-B9FB-9EBF-A585-6C6339E0BB8C}"/>
          </ac:spMkLst>
        </pc:spChg>
        <pc:spChg chg="add mod ord">
          <ac:chgData name="Petrana" userId="bb23e5b3-55bf-46ae-b277-eec30d29643c" providerId="ADAL" clId="{A7028E91-B85B-4AEC-BC82-B0CDB39F356F}" dt="2025-03-10T08:11:19.191" v="1991" actId="1076"/>
          <ac:spMkLst>
            <pc:docMk/>
            <pc:sldMk cId="3338422706" sldId="2147473083"/>
            <ac:spMk id="18" creationId="{6055B902-9B63-4F17-B0D5-78408002DBDE}"/>
          </ac:spMkLst>
        </pc:spChg>
        <pc:spChg chg="add mod ord">
          <ac:chgData name="Petrana" userId="bb23e5b3-55bf-46ae-b277-eec30d29643c" providerId="ADAL" clId="{A7028E91-B85B-4AEC-BC82-B0CDB39F356F}" dt="2025-03-10T08:11:19.191" v="1991" actId="1076"/>
          <ac:spMkLst>
            <pc:docMk/>
            <pc:sldMk cId="3338422706" sldId="2147473083"/>
            <ac:spMk id="19" creationId="{EEB871A3-B6F2-15EB-5D5C-93E2FAB7A6FF}"/>
          </ac:spMkLst>
        </pc:spChg>
        <pc:spChg chg="add mod ord">
          <ac:chgData name="Petrana" userId="bb23e5b3-55bf-46ae-b277-eec30d29643c" providerId="ADAL" clId="{A7028E91-B85B-4AEC-BC82-B0CDB39F356F}" dt="2025-03-10T08:11:19.191" v="1991" actId="1076"/>
          <ac:spMkLst>
            <pc:docMk/>
            <pc:sldMk cId="3338422706" sldId="2147473083"/>
            <ac:spMk id="20" creationId="{AB044A1E-4190-6ED2-8FD4-2E97BEDE6DB2}"/>
          </ac:spMkLst>
        </pc:spChg>
        <pc:spChg chg="add mod">
          <ac:chgData name="Petrana" userId="bb23e5b3-55bf-46ae-b277-eec30d29643c" providerId="ADAL" clId="{A7028E91-B85B-4AEC-BC82-B0CDB39F356F}" dt="2025-03-10T08:11:19.191" v="1991" actId="1076"/>
          <ac:spMkLst>
            <pc:docMk/>
            <pc:sldMk cId="3338422706" sldId="2147473083"/>
            <ac:spMk id="21" creationId="{DBFACB5A-80E6-F4E4-96B0-6D4D9EAE8B98}"/>
          </ac:spMkLst>
        </pc:spChg>
        <pc:spChg chg="add mod">
          <ac:chgData name="Petrana" userId="bb23e5b3-55bf-46ae-b277-eec30d29643c" providerId="ADAL" clId="{A7028E91-B85B-4AEC-BC82-B0CDB39F356F}" dt="2025-03-10T08:11:19.191" v="1991" actId="1076"/>
          <ac:spMkLst>
            <pc:docMk/>
            <pc:sldMk cId="3338422706" sldId="2147473083"/>
            <ac:spMk id="22" creationId="{C0224796-EBFF-23D6-3F41-6933992F4A37}"/>
          </ac:spMkLst>
        </pc:spChg>
        <pc:spChg chg="add mod">
          <ac:chgData name="Petrana" userId="bb23e5b3-55bf-46ae-b277-eec30d29643c" providerId="ADAL" clId="{A7028E91-B85B-4AEC-BC82-B0CDB39F356F}" dt="2025-03-10T08:11:19.191" v="1991" actId="1076"/>
          <ac:spMkLst>
            <pc:docMk/>
            <pc:sldMk cId="3338422706" sldId="2147473083"/>
            <ac:spMk id="23" creationId="{4EB6D9A0-B5D9-B205-9667-E20C64AF07F1}"/>
          </ac:spMkLst>
        </pc:spChg>
        <pc:picChg chg="add mod">
          <ac:chgData name="Petrana" userId="bb23e5b3-55bf-46ae-b277-eec30d29643c" providerId="ADAL" clId="{A7028E91-B85B-4AEC-BC82-B0CDB39F356F}" dt="2025-03-10T08:11:19.191" v="1991" actId="1076"/>
          <ac:picMkLst>
            <pc:docMk/>
            <pc:sldMk cId="3338422706" sldId="2147473083"/>
            <ac:picMk id="11" creationId="{858212AB-6A7F-B7F6-0A5B-6E5F943CDD57}"/>
          </ac:picMkLst>
        </pc:picChg>
        <pc:picChg chg="add mod">
          <ac:chgData name="Petrana" userId="bb23e5b3-55bf-46ae-b277-eec30d29643c" providerId="ADAL" clId="{A7028E91-B85B-4AEC-BC82-B0CDB39F356F}" dt="2025-03-10T08:11:19.191" v="1991" actId="1076"/>
          <ac:picMkLst>
            <pc:docMk/>
            <pc:sldMk cId="3338422706" sldId="2147473083"/>
            <ac:picMk id="15" creationId="{B6DCDC10-FB39-2857-D34F-8AD28306863B}"/>
          </ac:picMkLst>
        </pc:picChg>
        <pc:picChg chg="add mod ord">
          <ac:chgData name="Petrana" userId="bb23e5b3-55bf-46ae-b277-eec30d29643c" providerId="ADAL" clId="{A7028E91-B85B-4AEC-BC82-B0CDB39F356F}" dt="2025-03-11T08:14:02.606" v="2308" actId="14100"/>
          <ac:picMkLst>
            <pc:docMk/>
            <pc:sldMk cId="3338422706" sldId="2147473083"/>
            <ac:picMk id="17" creationId="{B6795ECE-B8AF-DCEE-DE50-514E137E081A}"/>
          </ac:picMkLst>
        </pc:picChg>
        <pc:picChg chg="add mod">
          <ac:chgData name="Petrana" userId="bb23e5b3-55bf-46ae-b277-eec30d29643c" providerId="ADAL" clId="{A7028E91-B85B-4AEC-BC82-B0CDB39F356F}" dt="2025-03-10T08:11:19.191" v="1991" actId="1076"/>
          <ac:picMkLst>
            <pc:docMk/>
            <pc:sldMk cId="3338422706" sldId="2147473083"/>
            <ac:picMk id="25" creationId="{0F1C181C-C978-711C-5F37-24234A136BF2}"/>
          </ac:picMkLst>
        </pc:picChg>
      </pc:sldChg>
      <pc:sldChg chg="modSp add mod setBg">
        <pc:chgData name="Petrana" userId="bb23e5b3-55bf-46ae-b277-eec30d29643c" providerId="ADAL" clId="{A7028E91-B85B-4AEC-BC82-B0CDB39F356F}" dt="2025-03-11T08:20:30.553" v="2450" actId="1076"/>
        <pc:sldMkLst>
          <pc:docMk/>
          <pc:sldMk cId="2608523531" sldId="2147473084"/>
        </pc:sldMkLst>
        <pc:spChg chg="mod">
          <ac:chgData name="Petrana" userId="bb23e5b3-55bf-46ae-b277-eec30d29643c" providerId="ADAL" clId="{A7028E91-B85B-4AEC-BC82-B0CDB39F356F}" dt="2025-03-11T08:19:46.556" v="2444" actId="108"/>
          <ac:spMkLst>
            <pc:docMk/>
            <pc:sldMk cId="2608523531" sldId="2147473084"/>
            <ac:spMk id="21" creationId="{227DD17A-B7CA-01B3-982D-3015FDD8ED5A}"/>
          </ac:spMkLst>
        </pc:spChg>
        <pc:spChg chg="mod">
          <ac:chgData name="Petrana" userId="bb23e5b3-55bf-46ae-b277-eec30d29643c" providerId="ADAL" clId="{A7028E91-B85B-4AEC-BC82-B0CDB39F356F}" dt="2025-03-11T08:19:18.583" v="2442"/>
          <ac:spMkLst>
            <pc:docMk/>
            <pc:sldMk cId="2608523531" sldId="2147473084"/>
            <ac:spMk id="23" creationId="{7489747E-F2D7-9FB0-0076-890BE2254F2A}"/>
          </ac:spMkLst>
        </pc:spChg>
        <pc:spChg chg="mod">
          <ac:chgData name="Petrana" userId="bb23e5b3-55bf-46ae-b277-eec30d29643c" providerId="ADAL" clId="{A7028E91-B85B-4AEC-BC82-B0CDB39F356F}" dt="2025-03-11T08:20:30.553" v="2450" actId="1076"/>
          <ac:spMkLst>
            <pc:docMk/>
            <pc:sldMk cId="2608523531" sldId="2147473084"/>
            <ac:spMk id="25" creationId="{3FDDF2FC-1568-75DB-E3B5-38EB872BD5C2}"/>
          </ac:spMkLst>
        </pc:spChg>
        <pc:spChg chg="mod">
          <ac:chgData name="Petrana" userId="bb23e5b3-55bf-46ae-b277-eec30d29643c" providerId="ADAL" clId="{A7028E91-B85B-4AEC-BC82-B0CDB39F356F}" dt="2025-03-11T08:15:56.493" v="2352" actId="20577"/>
          <ac:spMkLst>
            <pc:docMk/>
            <pc:sldMk cId="2608523531" sldId="2147473084"/>
            <ac:spMk id="1166" creationId="{4633A7B6-1D1B-58CC-050A-4A21B4F8A854}"/>
          </ac:spMkLst>
        </pc:spChg>
      </pc:sldChg>
    </pc:docChg>
  </pc:docChgLst>
  <pc:docChgLst>
    <pc:chgData name="Nikoleta Notova" userId="S::nikoleta@markmanassociates.com::c259cff7-fb7d-4e02-ad74-1d1c1f842017" providerId="AD" clId="Web-{60337381-7D19-7C1E-CC84-506A22D9B908}"/>
    <pc:docChg chg="modSld sldOrd">
      <pc:chgData name="Nikoleta Notova" userId="S::nikoleta@markmanassociates.com::c259cff7-fb7d-4e02-ad74-1d1c1f842017" providerId="AD" clId="Web-{60337381-7D19-7C1E-CC84-506A22D9B908}" dt="2025-03-04T22:38:27.295" v="1522" actId="1076"/>
      <pc:docMkLst>
        <pc:docMk/>
      </pc:docMkLst>
      <pc:sldChg chg="addSp delSp modSp addAnim delAnim">
        <pc:chgData name="Nikoleta Notova" userId="S::nikoleta@markmanassociates.com::c259cff7-fb7d-4e02-ad74-1d1c1f842017" providerId="AD" clId="Web-{60337381-7D19-7C1E-CC84-506A22D9B908}" dt="2025-03-04T21:36:34.901" v="388" actId="1076"/>
        <pc:sldMkLst>
          <pc:docMk/>
          <pc:sldMk cId="445402209" sldId="2147473064"/>
        </pc:sldMkLst>
        <pc:spChg chg="mod">
          <ac:chgData name="Nikoleta Notova" userId="S::nikoleta@markmanassociates.com::c259cff7-fb7d-4e02-ad74-1d1c1f842017" providerId="AD" clId="Web-{60337381-7D19-7C1E-CC84-506A22D9B908}" dt="2025-03-04T21:28:01.488" v="112" actId="14100"/>
          <ac:spMkLst>
            <pc:docMk/>
            <pc:sldMk cId="445402209" sldId="2147473064"/>
            <ac:spMk id="9" creationId="{CB311D22-7E71-1246-2FA1-52B24D26EDA1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1:36:34.901" v="380" actId="1076"/>
          <ac:spMkLst>
            <pc:docMk/>
            <pc:sldMk cId="445402209" sldId="2147473064"/>
            <ac:spMk id="11" creationId="{DE867FB9-5F32-E1C4-E9D9-EDB621585CD6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1:36:34.901" v="379" actId="1076"/>
          <ac:spMkLst>
            <pc:docMk/>
            <pc:sldMk cId="445402209" sldId="2147473064"/>
            <ac:spMk id="13" creationId="{33A23EDE-ACBD-D630-5510-A7F3BF88B797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1:36:34.901" v="378" actId="1076"/>
          <ac:spMkLst>
            <pc:docMk/>
            <pc:sldMk cId="445402209" sldId="2147473064"/>
            <ac:spMk id="15" creationId="{8F36CFF8-DEBF-A23A-3D8D-09FAD61FB376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1:36:34.901" v="377" actId="1076"/>
          <ac:spMkLst>
            <pc:docMk/>
            <pc:sldMk cId="445402209" sldId="2147473064"/>
            <ac:spMk id="17" creationId="{80D3DBB4-CB8D-1E63-A98E-15CF85936486}"/>
          </ac:spMkLst>
        </pc:spChg>
        <pc:spChg chg="mod">
          <ac:chgData name="Nikoleta Notova" userId="S::nikoleta@markmanassociates.com::c259cff7-fb7d-4e02-ad74-1d1c1f842017" providerId="AD" clId="Web-{60337381-7D19-7C1E-CC84-506A22D9B908}" dt="2025-03-04T21:36:34.901" v="383" actId="1076"/>
          <ac:spMkLst>
            <pc:docMk/>
            <pc:sldMk cId="445402209" sldId="2147473064"/>
            <ac:spMk id="21" creationId="{DD3FE7C9-125D-5C16-7050-8A195712582A}"/>
          </ac:spMkLst>
        </pc:spChg>
        <pc:spChg chg="mod">
          <ac:chgData name="Nikoleta Notova" userId="S::nikoleta@markmanassociates.com::c259cff7-fb7d-4e02-ad74-1d1c1f842017" providerId="AD" clId="Web-{60337381-7D19-7C1E-CC84-506A22D9B908}" dt="2025-03-04T21:36:34.901" v="382" actId="1076"/>
          <ac:spMkLst>
            <pc:docMk/>
            <pc:sldMk cId="445402209" sldId="2147473064"/>
            <ac:spMk id="23" creationId="{ADD7D246-04B4-C05E-5520-B31E5F38AB37}"/>
          </ac:spMkLst>
        </pc:spChg>
        <pc:spChg chg="mod">
          <ac:chgData name="Nikoleta Notova" userId="S::nikoleta@markmanassociates.com::c259cff7-fb7d-4e02-ad74-1d1c1f842017" providerId="AD" clId="Web-{60337381-7D19-7C1E-CC84-506A22D9B908}" dt="2025-03-04T21:36:34.901" v="381" actId="1076"/>
          <ac:spMkLst>
            <pc:docMk/>
            <pc:sldMk cId="445402209" sldId="2147473064"/>
            <ac:spMk id="25" creationId="{478640A1-0D9D-B682-B192-9510AB547640}"/>
          </ac:spMkLst>
        </pc:spChg>
        <pc:spChg chg="mod">
          <ac:chgData name="Nikoleta Notova" userId="S::nikoleta@markmanassociates.com::c259cff7-fb7d-4e02-ad74-1d1c1f842017" providerId="AD" clId="Web-{60337381-7D19-7C1E-CC84-506A22D9B908}" dt="2025-03-04T21:36:34.901" v="388" actId="1076"/>
          <ac:spMkLst>
            <pc:docMk/>
            <pc:sldMk cId="445402209" sldId="2147473064"/>
            <ac:spMk id="1142" creationId="{0B84309D-D503-6329-B633-AC7A3DE47725}"/>
          </ac:spMkLst>
        </pc:spChg>
        <pc:spChg chg="mod">
          <ac:chgData name="Nikoleta Notova" userId="S::nikoleta@markmanassociates.com::c259cff7-fb7d-4e02-ad74-1d1c1f842017" providerId="AD" clId="Web-{60337381-7D19-7C1E-CC84-506A22D9B908}" dt="2025-03-04T21:36:34.901" v="387" actId="1076"/>
          <ac:spMkLst>
            <pc:docMk/>
            <pc:sldMk cId="445402209" sldId="2147473064"/>
            <ac:spMk id="1143" creationId="{0F32D493-6195-013F-4DFB-3E3ED975119E}"/>
          </ac:spMkLst>
        </pc:spChg>
        <pc:spChg chg="mod">
          <ac:chgData name="Nikoleta Notova" userId="S::nikoleta@markmanassociates.com::c259cff7-fb7d-4e02-ad74-1d1c1f842017" providerId="AD" clId="Web-{60337381-7D19-7C1E-CC84-506A22D9B908}" dt="2025-03-04T21:36:34.901" v="386" actId="1076"/>
          <ac:spMkLst>
            <pc:docMk/>
            <pc:sldMk cId="445402209" sldId="2147473064"/>
            <ac:spMk id="1144" creationId="{F54678B0-03E9-4F9A-E3A6-C02D4197E597}"/>
          </ac:spMkLst>
        </pc:spChg>
        <pc:spChg chg="mod">
          <ac:chgData name="Nikoleta Notova" userId="S::nikoleta@markmanassociates.com::c259cff7-fb7d-4e02-ad74-1d1c1f842017" providerId="AD" clId="Web-{60337381-7D19-7C1E-CC84-506A22D9B908}" dt="2025-03-04T21:36:34.901" v="385" actId="1076"/>
          <ac:spMkLst>
            <pc:docMk/>
            <pc:sldMk cId="445402209" sldId="2147473064"/>
            <ac:spMk id="1145" creationId="{CA9C8C33-F02C-B135-0B23-C01E8265EC84}"/>
          </ac:spMkLst>
        </pc:spChg>
        <pc:spChg chg="mod">
          <ac:chgData name="Nikoleta Notova" userId="S::nikoleta@markmanassociates.com::c259cff7-fb7d-4e02-ad74-1d1c1f842017" providerId="AD" clId="Web-{60337381-7D19-7C1E-CC84-506A22D9B908}" dt="2025-03-04T21:36:34.901" v="384" actId="1076"/>
          <ac:spMkLst>
            <pc:docMk/>
            <pc:sldMk cId="445402209" sldId="2147473064"/>
            <ac:spMk id="1166" creationId="{7F5EE766-71BC-2EAA-631B-1E6E608BEB5E}"/>
          </ac:spMkLst>
        </pc:spChg>
      </pc:sldChg>
      <pc:sldChg chg="addSp delSp modSp ord">
        <pc:chgData name="Nikoleta Notova" userId="S::nikoleta@markmanassociates.com::c259cff7-fb7d-4e02-ad74-1d1c1f842017" providerId="AD" clId="Web-{60337381-7D19-7C1E-CC84-506A22D9B908}" dt="2025-03-04T22:33:07.828" v="1421" actId="1076"/>
        <pc:sldMkLst>
          <pc:docMk/>
          <pc:sldMk cId="881348590" sldId="2147473070"/>
        </pc:sldMkLst>
        <pc:spChg chg="mod">
          <ac:chgData name="Nikoleta Notova" userId="S::nikoleta@markmanassociates.com::c259cff7-fb7d-4e02-ad74-1d1c1f842017" providerId="AD" clId="Web-{60337381-7D19-7C1E-CC84-506A22D9B908}" dt="2025-03-04T22:30:54.041" v="1364" actId="20577"/>
          <ac:spMkLst>
            <pc:docMk/>
            <pc:sldMk cId="881348590" sldId="2147473070"/>
            <ac:spMk id="6" creationId="{47BB3DCC-B93E-65F8-1294-F9915B932AA1}"/>
          </ac:spMkLst>
        </pc:spChg>
        <pc:spChg chg="mod">
          <ac:chgData name="Nikoleta Notova" userId="S::nikoleta@markmanassociates.com::c259cff7-fb7d-4e02-ad74-1d1c1f842017" providerId="AD" clId="Web-{60337381-7D19-7C1E-CC84-506A22D9B908}" dt="2025-03-04T22:30:03.086" v="1351" actId="20577"/>
          <ac:spMkLst>
            <pc:docMk/>
            <pc:sldMk cId="881348590" sldId="2147473070"/>
            <ac:spMk id="7" creationId="{51387DC2-C0F5-83D6-B0D7-651811553B9B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2:31:30.871" v="1384" actId="20577"/>
          <ac:spMkLst>
            <pc:docMk/>
            <pc:sldMk cId="881348590" sldId="2147473070"/>
            <ac:spMk id="76" creationId="{EAC1E011-091E-458D-AB49-6FADFDAD28F4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2:32:06.857" v="1397" actId="1076"/>
          <ac:spMkLst>
            <pc:docMk/>
            <pc:sldMk cId="881348590" sldId="2147473070"/>
            <ac:spMk id="78" creationId="{5ADA62D4-EA0E-8875-2BF1-8C0ADCECEBFE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2:32:58.687" v="1419" actId="1076"/>
          <ac:spMkLst>
            <pc:docMk/>
            <pc:sldMk cId="881348590" sldId="2147473070"/>
            <ac:spMk id="80" creationId="{B72E5A63-CBE6-92E4-1074-02B3AB95E364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2:33:07.828" v="1421" actId="1076"/>
          <ac:spMkLst>
            <pc:docMk/>
            <pc:sldMk cId="881348590" sldId="2147473070"/>
            <ac:spMk id="83" creationId="{47B80890-E8F9-6C07-5D1C-61FB2909A7F2}"/>
          </ac:spMkLst>
        </pc:spChg>
        <pc:grpChg chg="add">
          <ac:chgData name="Nikoleta Notova" userId="S::nikoleta@markmanassociates.com::c259cff7-fb7d-4e02-ad74-1d1c1f842017" providerId="AD" clId="Web-{60337381-7D19-7C1E-CC84-506A22D9B908}" dt="2025-03-04T22:27:54.205" v="1273"/>
          <ac:grpSpMkLst>
            <pc:docMk/>
            <pc:sldMk cId="881348590" sldId="2147473070"/>
            <ac:grpSpMk id="47" creationId="{3C439D2C-9508-B89D-8227-998AD77BE81F}"/>
          </ac:grpSpMkLst>
        </pc:grpChg>
        <pc:grpChg chg="add">
          <ac:chgData name="Nikoleta Notova" userId="S::nikoleta@markmanassociates.com::c259cff7-fb7d-4e02-ad74-1d1c1f842017" providerId="AD" clId="Web-{60337381-7D19-7C1E-CC84-506A22D9B908}" dt="2025-03-04T22:27:54.315" v="1276"/>
          <ac:grpSpMkLst>
            <pc:docMk/>
            <pc:sldMk cId="881348590" sldId="2147473070"/>
            <ac:grpSpMk id="70" creationId="{689D29FA-B140-6BD3-2DEA-6CE83C29CEEB}"/>
          </ac:grpSpMkLst>
        </pc:grpChg>
        <pc:cxnChg chg="add">
          <ac:chgData name="Nikoleta Notova" userId="S::nikoleta@markmanassociates.com::c259cff7-fb7d-4e02-ad74-1d1c1f842017" providerId="AD" clId="Web-{60337381-7D19-7C1E-CC84-506A22D9B908}" dt="2025-03-04T22:27:54.237" v="1274"/>
          <ac:cxnSpMkLst>
            <pc:docMk/>
            <pc:sldMk cId="881348590" sldId="2147473070"/>
            <ac:cxnSpMk id="49" creationId="{203D1311-1063-9089-1568-14B51E90D8AB}"/>
          </ac:cxnSpMkLst>
        </pc:cxnChg>
        <pc:cxnChg chg="add">
          <ac:chgData name="Nikoleta Notova" userId="S::nikoleta@markmanassociates.com::c259cff7-fb7d-4e02-ad74-1d1c1f842017" providerId="AD" clId="Web-{60337381-7D19-7C1E-CC84-506A22D9B908}" dt="2025-03-04T22:27:54.252" v="1275"/>
          <ac:cxnSpMkLst>
            <pc:docMk/>
            <pc:sldMk cId="881348590" sldId="2147473070"/>
            <ac:cxnSpMk id="51" creationId="{B7E33D76-3372-272E-8B00-CFA06637B987}"/>
          </ac:cxnSpMkLst>
        </pc:cxnChg>
        <pc:cxnChg chg="add">
          <ac:chgData name="Nikoleta Notova" userId="S::nikoleta@markmanassociates.com::c259cff7-fb7d-4e02-ad74-1d1c1f842017" providerId="AD" clId="Web-{60337381-7D19-7C1E-CC84-506A22D9B908}" dt="2025-03-04T22:27:54.330" v="1277"/>
          <ac:cxnSpMkLst>
            <pc:docMk/>
            <pc:sldMk cId="881348590" sldId="2147473070"/>
            <ac:cxnSpMk id="72" creationId="{159C02CB-2D2C-511B-EC5E-11AAE8D26C52}"/>
          </ac:cxnSpMkLst>
        </pc:cxnChg>
        <pc:cxnChg chg="add">
          <ac:chgData name="Nikoleta Notova" userId="S::nikoleta@markmanassociates.com::c259cff7-fb7d-4e02-ad74-1d1c1f842017" providerId="AD" clId="Web-{60337381-7D19-7C1E-CC84-506A22D9B908}" dt="2025-03-04T22:27:54.346" v="1278"/>
          <ac:cxnSpMkLst>
            <pc:docMk/>
            <pc:sldMk cId="881348590" sldId="2147473070"/>
            <ac:cxnSpMk id="74" creationId="{8CCF28A4-D698-4BDE-B048-0F2DBDD86BB2}"/>
          </ac:cxnSpMkLst>
        </pc:cxnChg>
      </pc:sldChg>
      <pc:sldChg chg="addSp delSp modSp">
        <pc:chgData name="Nikoleta Notova" userId="S::nikoleta@markmanassociates.com::c259cff7-fb7d-4e02-ad74-1d1c1f842017" providerId="AD" clId="Web-{60337381-7D19-7C1E-CC84-506A22D9B908}" dt="2025-03-04T22:38:27.295" v="1522" actId="1076"/>
        <pc:sldMkLst>
          <pc:docMk/>
          <pc:sldMk cId="921010934" sldId="2147473071"/>
        </pc:sldMkLst>
        <pc:spChg chg="add mod">
          <ac:chgData name="Nikoleta Notova" userId="S::nikoleta@markmanassociates.com::c259cff7-fb7d-4e02-ad74-1d1c1f842017" providerId="AD" clId="Web-{60337381-7D19-7C1E-CC84-506A22D9B908}" dt="2025-03-04T22:36:52.385" v="1480" actId="1076"/>
          <ac:spMkLst>
            <pc:docMk/>
            <pc:sldMk cId="921010934" sldId="2147473071"/>
            <ac:spMk id="10" creationId="{03066BF0-5F07-2336-B2DB-4AE01341E709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2:35:27.803" v="1473" actId="1076"/>
          <ac:spMkLst>
            <pc:docMk/>
            <pc:sldMk cId="921010934" sldId="2147473071"/>
            <ac:spMk id="11" creationId="{BB92BA94-A0A3-6751-B809-49674E01CF05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2:37:32.433" v="1503" actId="14100"/>
          <ac:spMkLst>
            <pc:docMk/>
            <pc:sldMk cId="921010934" sldId="2147473071"/>
            <ac:spMk id="12" creationId="{69A80C79-8BA4-7761-2DFF-B12536139B01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2:38:18.435" v="1520" actId="14100"/>
          <ac:spMkLst>
            <pc:docMk/>
            <pc:sldMk cId="921010934" sldId="2147473071"/>
            <ac:spMk id="13" creationId="{886FDE25-7713-DCB4-DA29-D0D61F5772B3}"/>
          </ac:spMkLst>
        </pc:spChg>
        <pc:picChg chg="add mod">
          <ac:chgData name="Nikoleta Notova" userId="S::nikoleta@markmanassociates.com::c259cff7-fb7d-4e02-ad74-1d1c1f842017" providerId="AD" clId="Web-{60337381-7D19-7C1E-CC84-506A22D9B908}" dt="2025-03-04T22:38:27.295" v="1522" actId="1076"/>
          <ac:picMkLst>
            <pc:docMk/>
            <pc:sldMk cId="921010934" sldId="2147473071"/>
            <ac:picMk id="2" creationId="{09BEF5AF-1D49-1C7B-775C-2BA18078646E}"/>
          </ac:picMkLst>
        </pc:picChg>
        <pc:picChg chg="add mod ord topLvl modCrop">
          <ac:chgData name="Nikoleta Notova" userId="S::nikoleta@markmanassociates.com::c259cff7-fb7d-4e02-ad74-1d1c1f842017" providerId="AD" clId="Web-{60337381-7D19-7C1E-CC84-506A22D9B908}" dt="2025-03-04T22:22:30.426" v="1260" actId="1076"/>
          <ac:picMkLst>
            <pc:docMk/>
            <pc:sldMk cId="921010934" sldId="2147473071"/>
            <ac:picMk id="6" creationId="{0D9FB52B-64EF-E0AC-5D84-EA0F873D0F04}"/>
          </ac:picMkLst>
        </pc:picChg>
        <pc:picChg chg="add mod">
          <ac:chgData name="Nikoleta Notova" userId="S::nikoleta@markmanassociates.com::c259cff7-fb7d-4e02-ad74-1d1c1f842017" providerId="AD" clId="Web-{60337381-7D19-7C1E-CC84-506A22D9B908}" dt="2025-03-04T22:35:29.725" v="1474" actId="1076"/>
          <ac:picMkLst>
            <pc:docMk/>
            <pc:sldMk cId="921010934" sldId="2147473071"/>
            <ac:picMk id="9" creationId="{CB8AB0EA-60F2-D87E-D94C-4B31B399B117}"/>
          </ac:picMkLst>
        </pc:picChg>
      </pc:sldChg>
      <pc:sldChg chg="addSp modSp">
        <pc:chgData name="Nikoleta Notova" userId="S::nikoleta@markmanassociates.com::c259cff7-fb7d-4e02-ad74-1d1c1f842017" providerId="AD" clId="Web-{60337381-7D19-7C1E-CC84-506A22D9B908}" dt="2025-03-04T22:28:09.518" v="1291" actId="20577"/>
        <pc:sldMkLst>
          <pc:docMk/>
          <pc:sldMk cId="3669124840" sldId="2147473072"/>
        </pc:sldMkLst>
        <pc:spChg chg="add mod">
          <ac:chgData name="Nikoleta Notova" userId="S::nikoleta@markmanassociates.com::c259cff7-fb7d-4e02-ad74-1d1c1f842017" providerId="AD" clId="Web-{60337381-7D19-7C1E-CC84-506A22D9B908}" dt="2025-03-04T21:46:50.662" v="511" actId="1076"/>
          <ac:spMkLst>
            <pc:docMk/>
            <pc:sldMk cId="3669124840" sldId="2147473072"/>
            <ac:spMk id="2" creationId="{F6859882-55AA-281D-F55E-A4384069C40E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1:46:15.457" v="500" actId="1076"/>
          <ac:spMkLst>
            <pc:docMk/>
            <pc:sldMk cId="3669124840" sldId="2147473072"/>
            <ac:spMk id="3" creationId="{A8AEC752-B021-C241-D63B-A0A72B22BFF0}"/>
          </ac:spMkLst>
        </pc:spChg>
        <pc:spChg chg="mod">
          <ac:chgData name="Nikoleta Notova" userId="S::nikoleta@markmanassociates.com::c259cff7-fb7d-4e02-ad74-1d1c1f842017" providerId="AD" clId="Web-{60337381-7D19-7C1E-CC84-506A22D9B908}" dt="2025-03-04T21:42:23.572" v="421" actId="1076"/>
          <ac:spMkLst>
            <pc:docMk/>
            <pc:sldMk cId="3669124840" sldId="2147473072"/>
            <ac:spMk id="5" creationId="{F15D1A19-C7EC-3441-07B8-D3FE9E744AD0}"/>
          </ac:spMkLst>
        </pc:spChg>
        <pc:spChg chg="mod">
          <ac:chgData name="Nikoleta Notova" userId="S::nikoleta@markmanassociates.com::c259cff7-fb7d-4e02-ad74-1d1c1f842017" providerId="AD" clId="Web-{60337381-7D19-7C1E-CC84-506A22D9B908}" dt="2025-03-04T22:18:47.588" v="1238" actId="20577"/>
          <ac:spMkLst>
            <pc:docMk/>
            <pc:sldMk cId="3669124840" sldId="2147473072"/>
            <ac:spMk id="6" creationId="{B92819C9-EBA2-65D8-AE22-CE8B4741560B}"/>
          </ac:spMkLst>
        </pc:spChg>
        <pc:spChg chg="mod">
          <ac:chgData name="Nikoleta Notova" userId="S::nikoleta@markmanassociates.com::c259cff7-fb7d-4e02-ad74-1d1c1f842017" providerId="AD" clId="Web-{60337381-7D19-7C1E-CC84-506A22D9B908}" dt="2025-03-04T22:28:09.518" v="1291" actId="20577"/>
          <ac:spMkLst>
            <pc:docMk/>
            <pc:sldMk cId="3669124840" sldId="2147473072"/>
            <ac:spMk id="7" creationId="{F8161C67-AC72-B910-3D13-57D09041EF33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1:46:15.489" v="501" actId="1076"/>
          <ac:spMkLst>
            <pc:docMk/>
            <pc:sldMk cId="3669124840" sldId="2147473072"/>
            <ac:spMk id="45" creationId="{7214819F-D732-5C5C-DC1A-AE61CA40962F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1:47:07.507" v="512" actId="1076"/>
          <ac:spMkLst>
            <pc:docMk/>
            <pc:sldMk cId="3669124840" sldId="2147473072"/>
            <ac:spMk id="46" creationId="{E266D18F-8EBB-7B5E-99BD-7B5F4685A81D}"/>
          </ac:spMkLst>
        </pc:spChg>
        <pc:grpChg chg="mod">
          <ac:chgData name="Nikoleta Notova" userId="S::nikoleta@markmanassociates.com::c259cff7-fb7d-4e02-ad74-1d1c1f842017" providerId="AD" clId="Web-{60337381-7D19-7C1E-CC84-506A22D9B908}" dt="2025-03-04T22:01:39.622" v="716" actId="1076"/>
          <ac:grpSpMkLst>
            <pc:docMk/>
            <pc:sldMk cId="3669124840" sldId="2147473072"/>
            <ac:grpSpMk id="184" creationId="{AE722C26-EEAB-9E22-D262-8376093F495D}"/>
          </ac:grpSpMkLst>
        </pc:grpChg>
        <pc:grpChg chg="mod">
          <ac:chgData name="Nikoleta Notova" userId="S::nikoleta@markmanassociates.com::c259cff7-fb7d-4e02-ad74-1d1c1f842017" providerId="AD" clId="Web-{60337381-7D19-7C1E-CC84-506A22D9B908}" dt="2025-03-04T22:01:59.404" v="719" actId="1076"/>
          <ac:grpSpMkLst>
            <pc:docMk/>
            <pc:sldMk cId="3669124840" sldId="2147473072"/>
            <ac:grpSpMk id="190" creationId="{470C5615-C00F-EDEE-5171-8D2CC88D0B91}"/>
          </ac:grpSpMkLst>
        </pc:grpChg>
        <pc:cxnChg chg="mod">
          <ac:chgData name="Nikoleta Notova" userId="S::nikoleta@markmanassociates.com::c259cff7-fb7d-4e02-ad74-1d1c1f842017" providerId="AD" clId="Web-{60337381-7D19-7C1E-CC84-506A22D9B908}" dt="2025-03-04T21:46:33.005" v="506" actId="14100"/>
          <ac:cxnSpMkLst>
            <pc:docMk/>
            <pc:sldMk cId="3669124840" sldId="2147473072"/>
            <ac:cxnSpMk id="188" creationId="{6D417FD9-E2A6-92A4-96F0-5B9CC24AF28C}"/>
          </ac:cxnSpMkLst>
        </pc:cxnChg>
        <pc:cxnChg chg="mod">
          <ac:chgData name="Nikoleta Notova" userId="S::nikoleta@markmanassociates.com::c259cff7-fb7d-4e02-ad74-1d1c1f842017" providerId="AD" clId="Web-{60337381-7D19-7C1E-CC84-506A22D9B908}" dt="2025-03-04T21:46:15.270" v="495" actId="1076"/>
          <ac:cxnSpMkLst>
            <pc:docMk/>
            <pc:sldMk cId="3669124840" sldId="2147473072"/>
            <ac:cxnSpMk id="189" creationId="{611BFDE4-E859-D44E-7033-46F416AE621A}"/>
          </ac:cxnSpMkLst>
        </pc:cxnChg>
        <pc:cxnChg chg="mod">
          <ac:chgData name="Nikoleta Notova" userId="S::nikoleta@markmanassociates.com::c259cff7-fb7d-4e02-ad74-1d1c1f842017" providerId="AD" clId="Web-{60337381-7D19-7C1E-CC84-506A22D9B908}" dt="2025-03-04T21:46:47.318" v="510" actId="1076"/>
          <ac:cxnSpMkLst>
            <pc:docMk/>
            <pc:sldMk cId="3669124840" sldId="2147473072"/>
            <ac:cxnSpMk id="208" creationId="{AB9FFC8C-B4F1-19F1-6D4C-07B8C7EF48C9}"/>
          </ac:cxnSpMkLst>
        </pc:cxnChg>
        <pc:cxnChg chg="mod">
          <ac:chgData name="Nikoleta Notova" userId="S::nikoleta@markmanassociates.com::c259cff7-fb7d-4e02-ad74-1d1c1f842017" providerId="AD" clId="Web-{60337381-7D19-7C1E-CC84-506A22D9B908}" dt="2025-03-04T21:46:15.395" v="498" actId="1076"/>
          <ac:cxnSpMkLst>
            <pc:docMk/>
            <pc:sldMk cId="3669124840" sldId="2147473072"/>
            <ac:cxnSpMk id="209" creationId="{BD5D4522-1864-BAF9-7F36-3EB47CEBCBA6}"/>
          </ac:cxnSpMkLst>
        </pc:cxnChg>
      </pc:sldChg>
      <pc:sldChg chg="addSp delSp modSp">
        <pc:chgData name="Nikoleta Notova" userId="S::nikoleta@markmanassociates.com::c259cff7-fb7d-4e02-ad74-1d1c1f842017" providerId="AD" clId="Web-{60337381-7D19-7C1E-CC84-506A22D9B908}" dt="2025-03-04T21:58:15.238" v="665" actId="1076"/>
        <pc:sldMkLst>
          <pc:docMk/>
          <pc:sldMk cId="3260872908" sldId="2147473073"/>
        </pc:sldMkLst>
        <pc:spChg chg="add mod">
          <ac:chgData name="Nikoleta Notova" userId="S::nikoleta@markmanassociates.com::c259cff7-fb7d-4e02-ad74-1d1c1f842017" providerId="AD" clId="Web-{60337381-7D19-7C1E-CC84-506A22D9B908}" dt="2025-03-04T21:49:27.278" v="532" actId="14100"/>
          <ac:spMkLst>
            <pc:docMk/>
            <pc:sldMk cId="3260872908" sldId="2147473073"/>
            <ac:spMk id="2" creationId="{162878EE-CD4E-D9B9-A23A-70EC25BC4000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1:51:59.128" v="574" actId="1076"/>
          <ac:spMkLst>
            <pc:docMk/>
            <pc:sldMk cId="3260872908" sldId="2147473073"/>
            <ac:spMk id="6" creationId="{B285BDC3-B663-2ED8-BA24-803681D0281D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1:52:04.629" v="575" actId="14100"/>
          <ac:spMkLst>
            <pc:docMk/>
            <pc:sldMk cId="3260872908" sldId="2147473073"/>
            <ac:spMk id="7" creationId="{5B6DFF29-A3B0-7723-F7B7-259141508227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1:52:52.881" v="591" actId="1076"/>
          <ac:spMkLst>
            <pc:docMk/>
            <pc:sldMk cId="3260872908" sldId="2147473073"/>
            <ac:spMk id="8" creationId="{A147348C-E303-4EA6-8847-AAB950C9C291}"/>
          </ac:spMkLst>
        </pc:spChg>
        <pc:grpChg chg="mod">
          <ac:chgData name="Nikoleta Notova" userId="S::nikoleta@markmanassociates.com::c259cff7-fb7d-4e02-ad74-1d1c1f842017" providerId="AD" clId="Web-{60337381-7D19-7C1E-CC84-506A22D9B908}" dt="2025-03-04T21:49:34.716" v="534" actId="14100"/>
          <ac:grpSpMkLst>
            <pc:docMk/>
            <pc:sldMk cId="3260872908" sldId="2147473073"/>
            <ac:grpSpMk id="50" creationId="{12781F05-1A1E-5EEB-F2A7-F6B233181D76}"/>
          </ac:grpSpMkLst>
        </pc:grpChg>
        <pc:picChg chg="add mod">
          <ac:chgData name="Nikoleta Notova" userId="S::nikoleta@markmanassociates.com::c259cff7-fb7d-4e02-ad74-1d1c1f842017" providerId="AD" clId="Web-{60337381-7D19-7C1E-CC84-506A22D9B908}" dt="2025-03-04T21:58:08.707" v="664" actId="1076"/>
          <ac:picMkLst>
            <pc:docMk/>
            <pc:sldMk cId="3260872908" sldId="2147473073"/>
            <ac:picMk id="9" creationId="{480A6965-D5C1-4261-077C-1CEEFE864148}"/>
          </ac:picMkLst>
        </pc:picChg>
        <pc:picChg chg="add mod modCrop">
          <ac:chgData name="Nikoleta Notova" userId="S::nikoleta@markmanassociates.com::c259cff7-fb7d-4e02-ad74-1d1c1f842017" providerId="AD" clId="Web-{60337381-7D19-7C1E-CC84-506A22D9B908}" dt="2025-03-04T21:58:05.488" v="663" actId="1076"/>
          <ac:picMkLst>
            <pc:docMk/>
            <pc:sldMk cId="3260872908" sldId="2147473073"/>
            <ac:picMk id="11" creationId="{49BA6D79-0D26-2F16-08B5-45EBB64DC27F}"/>
          </ac:picMkLst>
        </pc:picChg>
        <pc:picChg chg="add mod">
          <ac:chgData name="Nikoleta Notova" userId="S::nikoleta@markmanassociates.com::c259cff7-fb7d-4e02-ad74-1d1c1f842017" providerId="AD" clId="Web-{60337381-7D19-7C1E-CC84-506A22D9B908}" dt="2025-03-04T21:58:15.238" v="665" actId="1076"/>
          <ac:picMkLst>
            <pc:docMk/>
            <pc:sldMk cId="3260872908" sldId="2147473073"/>
            <ac:picMk id="12" creationId="{DC1813D1-F524-860D-68F0-16CFB19C49D6}"/>
          </ac:picMkLst>
        </pc:picChg>
      </pc:sldChg>
      <pc:sldChg chg="addSp delSp modSp">
        <pc:chgData name="Nikoleta Notova" userId="S::nikoleta@markmanassociates.com::c259cff7-fb7d-4e02-ad74-1d1c1f842017" providerId="AD" clId="Web-{60337381-7D19-7C1E-CC84-506A22D9B908}" dt="2025-03-04T22:18:42.260" v="1237" actId="20577"/>
        <pc:sldMkLst>
          <pc:docMk/>
          <pc:sldMk cId="1798065518" sldId="2147473074"/>
        </pc:sldMkLst>
        <pc:spChg chg="mod">
          <ac:chgData name="Nikoleta Notova" userId="S::nikoleta@markmanassociates.com::c259cff7-fb7d-4e02-ad74-1d1c1f842017" providerId="AD" clId="Web-{60337381-7D19-7C1E-CC84-506A22D9B908}" dt="2025-03-04T22:18:42.260" v="1237" actId="20577"/>
          <ac:spMkLst>
            <pc:docMk/>
            <pc:sldMk cId="1798065518" sldId="2147473074"/>
            <ac:spMk id="6" creationId="{FDB22759-5CFA-B1B5-AC52-6A17F149DC2B}"/>
          </ac:spMkLst>
        </pc:spChg>
        <pc:spChg chg="mod">
          <ac:chgData name="Nikoleta Notova" userId="S::nikoleta@markmanassociates.com::c259cff7-fb7d-4e02-ad74-1d1c1f842017" providerId="AD" clId="Web-{60337381-7D19-7C1E-CC84-506A22D9B908}" dt="2025-03-04T22:01:19.152" v="711" actId="20577"/>
          <ac:spMkLst>
            <pc:docMk/>
            <pc:sldMk cId="1798065518" sldId="2147473074"/>
            <ac:spMk id="7" creationId="{06475AFE-177F-0D00-C3AF-4DB6C6D2BEE9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2:02:56" v="758" actId="20577"/>
          <ac:spMkLst>
            <pc:docMk/>
            <pc:sldMk cId="1798065518" sldId="2147473074"/>
            <ac:spMk id="76" creationId="{0EE7B3E2-A265-2D0C-2594-2E1A85A61F6D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2:03:28.908" v="779" actId="20577"/>
          <ac:spMkLst>
            <pc:docMk/>
            <pc:sldMk cId="1798065518" sldId="2147473074"/>
            <ac:spMk id="78" creationId="{8DAA25BC-ED5F-982A-BB22-E2E1FC1B276A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2:03:56.550" v="787" actId="20577"/>
          <ac:spMkLst>
            <pc:docMk/>
            <pc:sldMk cId="1798065518" sldId="2147473074"/>
            <ac:spMk id="80" creationId="{352BB18E-6A33-E38B-94E4-6867E420621D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2:04:28.176" v="799" actId="1076"/>
          <ac:spMkLst>
            <pc:docMk/>
            <pc:sldMk cId="1798065518" sldId="2147473074"/>
            <ac:spMk id="83" creationId="{F11FB4A3-454C-0F79-D3CB-237CD88FE5AD}"/>
          </ac:spMkLst>
        </pc:spChg>
        <pc:grpChg chg="add">
          <ac:chgData name="Nikoleta Notova" userId="S::nikoleta@markmanassociates.com::c259cff7-fb7d-4e02-ad74-1d1c1f842017" providerId="AD" clId="Web-{60337381-7D19-7C1E-CC84-506A22D9B908}" dt="2025-03-04T22:02:14.295" v="726"/>
          <ac:grpSpMkLst>
            <pc:docMk/>
            <pc:sldMk cId="1798065518" sldId="2147473074"/>
            <ac:grpSpMk id="47" creationId="{86B16B63-FD11-F5F3-ED23-A35DDC7D9890}"/>
          </ac:grpSpMkLst>
        </pc:grpChg>
        <pc:grpChg chg="add">
          <ac:chgData name="Nikoleta Notova" userId="S::nikoleta@markmanassociates.com::c259cff7-fb7d-4e02-ad74-1d1c1f842017" providerId="AD" clId="Web-{60337381-7D19-7C1E-CC84-506A22D9B908}" dt="2025-03-04T22:02:14.420" v="729"/>
          <ac:grpSpMkLst>
            <pc:docMk/>
            <pc:sldMk cId="1798065518" sldId="2147473074"/>
            <ac:grpSpMk id="70" creationId="{02E73D42-AD57-FFF5-FF00-500CEFEFBB54}"/>
          </ac:grpSpMkLst>
        </pc:grpChg>
        <pc:cxnChg chg="add">
          <ac:chgData name="Nikoleta Notova" userId="S::nikoleta@markmanassociates.com::c259cff7-fb7d-4e02-ad74-1d1c1f842017" providerId="AD" clId="Web-{60337381-7D19-7C1E-CC84-506A22D9B908}" dt="2025-03-04T22:02:14.327" v="727"/>
          <ac:cxnSpMkLst>
            <pc:docMk/>
            <pc:sldMk cId="1798065518" sldId="2147473074"/>
            <ac:cxnSpMk id="49" creationId="{BA574C9C-F4E6-FDD3-8D59-6064526AA1E1}"/>
          </ac:cxnSpMkLst>
        </pc:cxnChg>
        <pc:cxnChg chg="add">
          <ac:chgData name="Nikoleta Notova" userId="S::nikoleta@markmanassociates.com::c259cff7-fb7d-4e02-ad74-1d1c1f842017" providerId="AD" clId="Web-{60337381-7D19-7C1E-CC84-506A22D9B908}" dt="2025-03-04T22:02:14.342" v="728"/>
          <ac:cxnSpMkLst>
            <pc:docMk/>
            <pc:sldMk cId="1798065518" sldId="2147473074"/>
            <ac:cxnSpMk id="51" creationId="{8DDBD913-E63F-53E4-1B42-A35EA5CEE105}"/>
          </ac:cxnSpMkLst>
        </pc:cxnChg>
        <pc:cxnChg chg="add">
          <ac:chgData name="Nikoleta Notova" userId="S::nikoleta@markmanassociates.com::c259cff7-fb7d-4e02-ad74-1d1c1f842017" providerId="AD" clId="Web-{60337381-7D19-7C1E-CC84-506A22D9B908}" dt="2025-03-04T22:02:14.436" v="730"/>
          <ac:cxnSpMkLst>
            <pc:docMk/>
            <pc:sldMk cId="1798065518" sldId="2147473074"/>
            <ac:cxnSpMk id="72" creationId="{4FCACE85-19C8-4D4D-D3A8-2DEFE5884F49}"/>
          </ac:cxnSpMkLst>
        </pc:cxnChg>
        <pc:cxnChg chg="add">
          <ac:chgData name="Nikoleta Notova" userId="S::nikoleta@markmanassociates.com::c259cff7-fb7d-4e02-ad74-1d1c1f842017" providerId="AD" clId="Web-{60337381-7D19-7C1E-CC84-506A22D9B908}" dt="2025-03-04T22:02:14.452" v="731"/>
          <ac:cxnSpMkLst>
            <pc:docMk/>
            <pc:sldMk cId="1798065518" sldId="2147473074"/>
            <ac:cxnSpMk id="74" creationId="{B106B34B-8042-79E7-8BA3-C5093246A636}"/>
          </ac:cxnSpMkLst>
        </pc:cxnChg>
      </pc:sldChg>
      <pc:sldChg chg="addSp delSp modSp">
        <pc:chgData name="Nikoleta Notova" userId="S::nikoleta@markmanassociates.com::c259cff7-fb7d-4e02-ad74-1d1c1f842017" providerId="AD" clId="Web-{60337381-7D19-7C1E-CC84-506A22D9B908}" dt="2025-03-04T22:14:52.140" v="1174" actId="14100"/>
        <pc:sldMkLst>
          <pc:docMk/>
          <pc:sldMk cId="1174502399" sldId="2147473075"/>
        </pc:sldMkLst>
        <pc:spChg chg="add mod">
          <ac:chgData name="Nikoleta Notova" userId="S::nikoleta@markmanassociates.com::c259cff7-fb7d-4e02-ad74-1d1c1f842017" providerId="AD" clId="Web-{60337381-7D19-7C1E-CC84-506A22D9B908}" dt="2025-03-04T22:11:46.023" v="1133" actId="1076"/>
          <ac:spMkLst>
            <pc:docMk/>
            <pc:sldMk cId="1174502399" sldId="2147473075"/>
            <ac:spMk id="9" creationId="{E1619C8D-86D2-4A38-9C31-971E6869CA20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2:11:28.444" v="1129" actId="1076"/>
          <ac:spMkLst>
            <pc:docMk/>
            <pc:sldMk cId="1174502399" sldId="2147473075"/>
            <ac:spMk id="10" creationId="{0F9F8E1A-FB00-5395-1FDB-164731B2E74E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2:12:38.900" v="1154" actId="1076"/>
          <ac:spMkLst>
            <pc:docMk/>
            <pc:sldMk cId="1174502399" sldId="2147473075"/>
            <ac:spMk id="11" creationId="{45414566-7F9C-C3DB-354A-76C011134095}"/>
          </ac:spMkLst>
        </pc:spChg>
        <pc:spChg chg="add mod">
          <ac:chgData name="Nikoleta Notova" userId="S::nikoleta@markmanassociates.com::c259cff7-fb7d-4e02-ad74-1d1c1f842017" providerId="AD" clId="Web-{60337381-7D19-7C1E-CC84-506A22D9B908}" dt="2025-03-04T22:14:52.140" v="1174" actId="14100"/>
          <ac:spMkLst>
            <pc:docMk/>
            <pc:sldMk cId="1174502399" sldId="2147473075"/>
            <ac:spMk id="12" creationId="{BF581DFD-9C75-509C-B1A8-5D28FC509BBD}"/>
          </ac:spMkLst>
        </pc:spChg>
        <pc:picChg chg="add mod">
          <ac:chgData name="Nikoleta Notova" userId="S::nikoleta@markmanassociates.com::c259cff7-fb7d-4e02-ad74-1d1c1f842017" providerId="AD" clId="Web-{60337381-7D19-7C1E-CC84-506A22D9B908}" dt="2025-03-04T22:08:40.140" v="1084" actId="1076"/>
          <ac:picMkLst>
            <pc:docMk/>
            <pc:sldMk cId="1174502399" sldId="2147473075"/>
            <ac:picMk id="2" creationId="{373808F0-CF48-E800-265D-146D29486678}"/>
          </ac:picMkLst>
        </pc:picChg>
        <pc:picChg chg="add mod ord">
          <ac:chgData name="Nikoleta Notova" userId="S::nikoleta@markmanassociates.com::c259cff7-fb7d-4e02-ad74-1d1c1f842017" providerId="AD" clId="Web-{60337381-7D19-7C1E-CC84-506A22D9B908}" dt="2025-03-04T22:11:36.663" v="1131" actId="1076"/>
          <ac:picMkLst>
            <pc:docMk/>
            <pc:sldMk cId="1174502399" sldId="2147473075"/>
            <ac:picMk id="6" creationId="{977147E7-FA4E-F55A-DF52-1B0A76F17EDC}"/>
          </ac:picMkLst>
        </pc:picChg>
        <pc:picChg chg="add mod">
          <ac:chgData name="Nikoleta Notova" userId="S::nikoleta@markmanassociates.com::c259cff7-fb7d-4e02-ad74-1d1c1f842017" providerId="AD" clId="Web-{60337381-7D19-7C1E-CC84-506A22D9B908}" dt="2025-03-04T22:11:34.179" v="1130" actId="1076"/>
          <ac:picMkLst>
            <pc:docMk/>
            <pc:sldMk cId="1174502399" sldId="2147473075"/>
            <ac:picMk id="7" creationId="{9DE0BC1C-C088-73CB-6088-5C63DE17BCC7}"/>
          </ac:picMkLst>
        </pc:picChg>
        <pc:picChg chg="add mod">
          <ac:chgData name="Nikoleta Notova" userId="S::nikoleta@markmanassociates.com::c259cff7-fb7d-4e02-ad74-1d1c1f842017" providerId="AD" clId="Web-{60337381-7D19-7C1E-CC84-506A22D9B908}" dt="2025-03-04T22:12:50.870" v="1157" actId="1076"/>
          <ac:picMkLst>
            <pc:docMk/>
            <pc:sldMk cId="1174502399" sldId="2147473075"/>
            <ac:picMk id="8" creationId="{A006331F-8426-5B05-D2C1-6206CB204B6E}"/>
          </ac:picMkLst>
        </pc:picChg>
      </pc:sldChg>
    </pc:docChg>
  </pc:docChgLst>
  <pc:docChgLst>
    <pc:chgData name="Carmen" userId="854005f4-386e-4134-9c36-452f82ab7859" providerId="ADAL" clId="{1E80718B-2587-494C-AE6F-0EE140603E86}"/>
    <pc:docChg chg="undo redo custSel addSld delSld modSld sldOrd delMainMaster modMainMaster addSection modSection">
      <pc:chgData name="Carmen" userId="854005f4-386e-4134-9c36-452f82ab7859" providerId="ADAL" clId="{1E80718B-2587-494C-AE6F-0EE140603E86}" dt="2025-03-12T09:09:01.431" v="6171" actId="47"/>
      <pc:docMkLst>
        <pc:docMk/>
      </pc:docMkLst>
      <pc:sldChg chg="add del setBg modNotes">
        <pc:chgData name="Carmen" userId="854005f4-386e-4134-9c36-452f82ab7859" providerId="ADAL" clId="{1E80718B-2587-494C-AE6F-0EE140603E86}" dt="2025-03-04T20:31:15.277" v="1081" actId="47"/>
        <pc:sldMkLst>
          <pc:docMk/>
          <pc:sldMk cId="0" sldId="258"/>
        </pc:sldMkLst>
      </pc:sldChg>
      <pc:sldChg chg="addSp delSp modSp add del mod setBg delAnim modAnim modNotes">
        <pc:chgData name="Carmen" userId="854005f4-386e-4134-9c36-452f82ab7859" providerId="ADAL" clId="{1E80718B-2587-494C-AE6F-0EE140603E86}" dt="2025-03-11T17:35:54.563" v="6134" actId="1076"/>
        <pc:sldMkLst>
          <pc:docMk/>
          <pc:sldMk cId="0" sldId="259"/>
        </pc:sldMkLst>
        <pc:spChg chg="add mod">
          <ac:chgData name="Carmen" userId="854005f4-386e-4134-9c36-452f82ab7859" providerId="ADAL" clId="{1E80718B-2587-494C-AE6F-0EE140603E86}" dt="2025-03-11T17:35:54.563" v="6134" actId="1076"/>
          <ac:spMkLst>
            <pc:docMk/>
            <pc:sldMk cId="0" sldId="259"/>
            <ac:spMk id="22" creationId="{D96CF47E-F7DA-2B2E-A7F8-AF9FED5D42D5}"/>
          </ac:spMkLst>
        </pc:spChg>
        <pc:spChg chg="add mod">
          <ac:chgData name="Carmen" userId="854005f4-386e-4134-9c36-452f82ab7859" providerId="ADAL" clId="{1E80718B-2587-494C-AE6F-0EE140603E86}" dt="2025-03-11T17:35:54.563" v="6134" actId="1076"/>
          <ac:spMkLst>
            <pc:docMk/>
            <pc:sldMk cId="0" sldId="259"/>
            <ac:spMk id="23" creationId="{13942767-5556-B36A-6D45-AC85F3AB8167}"/>
          </ac:spMkLst>
        </pc:spChg>
        <pc:spChg chg="mod">
          <ac:chgData name="Carmen" userId="854005f4-386e-4134-9c36-452f82ab7859" providerId="ADAL" clId="{1E80718B-2587-494C-AE6F-0EE140603E86}" dt="2025-03-11T17:35:54.563" v="6134" actId="1076"/>
          <ac:spMkLst>
            <pc:docMk/>
            <pc:sldMk cId="0" sldId="259"/>
            <ac:spMk id="796" creationId="{00000000-0000-0000-0000-000000000000}"/>
          </ac:spMkLst>
        </pc:spChg>
        <pc:spChg chg="mod">
          <ac:chgData name="Carmen" userId="854005f4-386e-4134-9c36-452f82ab7859" providerId="ADAL" clId="{1E80718B-2587-494C-AE6F-0EE140603E86}" dt="2025-03-04T20:40:00.866" v="1228" actId="404"/>
          <ac:spMkLst>
            <pc:docMk/>
            <pc:sldMk cId="0" sldId="259"/>
            <ac:spMk id="804" creationId="{00000000-0000-0000-0000-000000000000}"/>
          </ac:spMkLst>
        </pc:spChg>
        <pc:spChg chg="mod">
          <ac:chgData name="Carmen" userId="854005f4-386e-4134-9c36-452f82ab7859" providerId="ADAL" clId="{1E80718B-2587-494C-AE6F-0EE140603E86}" dt="2025-03-11T17:35:54.563" v="6134" actId="1076"/>
          <ac:spMkLst>
            <pc:docMk/>
            <pc:sldMk cId="0" sldId="259"/>
            <ac:spMk id="805" creationId="{00000000-0000-0000-0000-000000000000}"/>
          </ac:spMkLst>
        </pc:spChg>
      </pc:sldChg>
      <pc:sldChg chg="addSp delSp modSp add del mod setBg modNotes">
        <pc:chgData name="Carmen" userId="854005f4-386e-4134-9c36-452f82ab7859" providerId="ADAL" clId="{1E80718B-2587-494C-AE6F-0EE140603E86}" dt="2025-03-04T20:12:48.792" v="479" actId="47"/>
        <pc:sldMkLst>
          <pc:docMk/>
          <pc:sldMk cId="0" sldId="263"/>
        </pc:sldMkLst>
      </pc:sldChg>
      <pc:sldChg chg="add del setBg modNotes">
        <pc:chgData name="Carmen" userId="854005f4-386e-4134-9c36-452f82ab7859" providerId="ADAL" clId="{1E80718B-2587-494C-AE6F-0EE140603E86}" dt="2025-03-04T20:35:08.258" v="1160" actId="47"/>
        <pc:sldMkLst>
          <pc:docMk/>
          <pc:sldMk cId="0" sldId="264"/>
        </pc:sldMkLst>
      </pc:sldChg>
      <pc:sldChg chg="addSp delSp modSp add mod setBg">
        <pc:chgData name="Carmen" userId="854005f4-386e-4134-9c36-452f82ab7859" providerId="ADAL" clId="{1E80718B-2587-494C-AE6F-0EE140603E86}" dt="2025-03-04T20:39:10.323" v="1214" actId="207"/>
        <pc:sldMkLst>
          <pc:docMk/>
          <pc:sldMk cId="0" sldId="274"/>
        </pc:sldMkLst>
        <pc:spChg chg="add mod">
          <ac:chgData name="Carmen" userId="854005f4-386e-4134-9c36-452f82ab7859" providerId="ADAL" clId="{1E80718B-2587-494C-AE6F-0EE140603E86}" dt="2025-03-04T20:35:13.551" v="1161" actId="14100"/>
          <ac:spMkLst>
            <pc:docMk/>
            <pc:sldMk cId="0" sldId="274"/>
            <ac:spMk id="2" creationId="{51B79112-CCA0-9FAD-FB14-3B84178758E3}"/>
          </ac:spMkLst>
        </pc:spChg>
        <pc:spChg chg="mod">
          <ac:chgData name="Carmen" userId="854005f4-386e-4134-9c36-452f82ab7859" providerId="ADAL" clId="{1E80718B-2587-494C-AE6F-0EE140603E86}" dt="2025-03-04T20:39:10.323" v="1214" actId="207"/>
          <ac:spMkLst>
            <pc:docMk/>
            <pc:sldMk cId="0" sldId="274"/>
            <ac:spMk id="953" creationId="{00000000-0000-0000-0000-000000000000}"/>
          </ac:spMkLst>
        </pc:spChg>
        <pc:spChg chg="mod">
          <ac:chgData name="Carmen" userId="854005f4-386e-4134-9c36-452f82ab7859" providerId="ADAL" clId="{1E80718B-2587-494C-AE6F-0EE140603E86}" dt="2025-03-04T20:36:15.486" v="1189" actId="20577"/>
          <ac:spMkLst>
            <pc:docMk/>
            <pc:sldMk cId="0" sldId="274"/>
            <ac:spMk id="954" creationId="{00000000-0000-0000-0000-000000000000}"/>
          </ac:spMkLst>
        </pc:spChg>
        <pc:picChg chg="mod ord">
          <ac:chgData name="Carmen" userId="854005f4-386e-4134-9c36-452f82ab7859" providerId="ADAL" clId="{1E80718B-2587-494C-AE6F-0EE140603E86}" dt="2025-03-04T20:36:40.897" v="1194" actId="1076"/>
          <ac:picMkLst>
            <pc:docMk/>
            <pc:sldMk cId="0" sldId="274"/>
            <ac:picMk id="956" creationId="{00000000-0000-0000-0000-000000000000}"/>
          </ac:picMkLst>
        </pc:picChg>
      </pc:sldChg>
      <pc:sldChg chg="addSp delSp modSp add del mod ord setBg delAnim modAnim">
        <pc:chgData name="Carmen" userId="854005f4-386e-4134-9c36-452f82ab7859" providerId="ADAL" clId="{1E80718B-2587-494C-AE6F-0EE140603E86}" dt="2025-03-04T20:24:22.403" v="846" actId="47"/>
        <pc:sldMkLst>
          <pc:docMk/>
          <pc:sldMk cId="0" sldId="284"/>
        </pc:sldMkLst>
      </pc:sldChg>
      <pc:sldChg chg="addSp delSp modSp add del mod setBg modNotes">
        <pc:chgData name="Carmen" userId="854005f4-386e-4134-9c36-452f82ab7859" providerId="ADAL" clId="{1E80718B-2587-494C-AE6F-0EE140603E86}" dt="2025-03-11T16:46:07.642" v="6129"/>
        <pc:sldMkLst>
          <pc:docMk/>
          <pc:sldMk cId="0" sldId="310"/>
        </pc:sldMkLst>
        <pc:spChg chg="add mod">
          <ac:chgData name="Carmen" userId="854005f4-386e-4134-9c36-452f82ab7859" providerId="ADAL" clId="{1E80718B-2587-494C-AE6F-0EE140603E86}" dt="2025-03-04T20:25:37.072" v="896" actId="20577"/>
          <ac:spMkLst>
            <pc:docMk/>
            <pc:sldMk cId="0" sldId="310"/>
            <ac:spMk id="5" creationId="{4BAC4112-94C1-18E1-0334-2D27C6986D61}"/>
          </ac:spMkLst>
        </pc:spChg>
        <pc:spChg chg="add mod">
          <ac:chgData name="Carmen" userId="854005f4-386e-4134-9c36-452f82ab7859" providerId="ADAL" clId="{1E80718B-2587-494C-AE6F-0EE140603E86}" dt="2025-03-04T21:10:05.990" v="2148" actId="1076"/>
          <ac:spMkLst>
            <pc:docMk/>
            <pc:sldMk cId="0" sldId="310"/>
            <ac:spMk id="9" creationId="{EE93469D-31AB-1EC9-7DEB-3036235F8B90}"/>
          </ac:spMkLst>
        </pc:spChg>
        <pc:spChg chg="add mod">
          <ac:chgData name="Carmen" userId="854005f4-386e-4134-9c36-452f82ab7859" providerId="ADAL" clId="{1E80718B-2587-494C-AE6F-0EE140603E86}" dt="2025-03-04T20:25:03.784" v="854" actId="1076"/>
          <ac:spMkLst>
            <pc:docMk/>
            <pc:sldMk cId="0" sldId="310"/>
            <ac:spMk id="13" creationId="{AF064464-8FA8-F09A-F96F-842F884BE4FA}"/>
          </ac:spMkLst>
        </pc:spChg>
        <pc:spChg chg="add mod">
          <ac:chgData name="Carmen" userId="854005f4-386e-4134-9c36-452f82ab7859" providerId="ADAL" clId="{1E80718B-2587-494C-AE6F-0EE140603E86}" dt="2025-03-04T20:05:39.686" v="338" actId="113"/>
          <ac:spMkLst>
            <pc:docMk/>
            <pc:sldMk cId="0" sldId="310"/>
            <ac:spMk id="15" creationId="{D890478D-EC95-1633-5B19-1B8935493FC5}"/>
          </ac:spMkLst>
        </pc:spChg>
        <pc:spChg chg="mod">
          <ac:chgData name="Carmen" userId="854005f4-386e-4134-9c36-452f82ab7859" providerId="ADAL" clId="{1E80718B-2587-494C-AE6F-0EE140603E86}" dt="2025-03-04T20:03:11.493" v="321"/>
          <ac:spMkLst>
            <pc:docMk/>
            <pc:sldMk cId="0" sldId="310"/>
            <ac:spMk id="41" creationId="{36B7EE6D-106D-3150-CB94-3D99A0F655B8}"/>
          </ac:spMkLst>
        </pc:spChg>
        <pc:spChg chg="mod">
          <ac:chgData name="Carmen" userId="854005f4-386e-4134-9c36-452f82ab7859" providerId="ADAL" clId="{1E80718B-2587-494C-AE6F-0EE140603E86}" dt="2025-03-04T20:03:11.493" v="321"/>
          <ac:spMkLst>
            <pc:docMk/>
            <pc:sldMk cId="0" sldId="310"/>
            <ac:spMk id="42" creationId="{0EF905E8-0AD8-2335-55FF-85286D855EA0}"/>
          </ac:spMkLst>
        </pc:spChg>
        <pc:spChg chg="mod">
          <ac:chgData name="Carmen" userId="854005f4-386e-4134-9c36-452f82ab7859" providerId="ADAL" clId="{1E80718B-2587-494C-AE6F-0EE140603E86}" dt="2025-03-04T20:03:11.493" v="321"/>
          <ac:spMkLst>
            <pc:docMk/>
            <pc:sldMk cId="0" sldId="310"/>
            <ac:spMk id="43" creationId="{7CBDD531-C277-82E3-4E5A-8D2593D4DB21}"/>
          </ac:spMkLst>
        </pc:spChg>
        <pc:spChg chg="mod">
          <ac:chgData name="Carmen" userId="854005f4-386e-4134-9c36-452f82ab7859" providerId="ADAL" clId="{1E80718B-2587-494C-AE6F-0EE140603E86}" dt="2025-03-04T20:03:11.493" v="321"/>
          <ac:spMkLst>
            <pc:docMk/>
            <pc:sldMk cId="0" sldId="310"/>
            <ac:spMk id="44" creationId="{B7BE4C27-4C3B-14E7-0337-97224360D937}"/>
          </ac:spMkLst>
        </pc:spChg>
        <pc:spChg chg="mod">
          <ac:chgData name="Carmen" userId="854005f4-386e-4134-9c36-452f82ab7859" providerId="ADAL" clId="{1E80718B-2587-494C-AE6F-0EE140603E86}" dt="2025-03-04T20:03:11.493" v="321"/>
          <ac:spMkLst>
            <pc:docMk/>
            <pc:sldMk cId="0" sldId="310"/>
            <ac:spMk id="45" creationId="{67269FEC-C7BD-34AE-A83E-9BCC7AEFBD77}"/>
          </ac:spMkLst>
        </pc:spChg>
        <pc:spChg chg="mod">
          <ac:chgData name="Carmen" userId="854005f4-386e-4134-9c36-452f82ab7859" providerId="ADAL" clId="{1E80718B-2587-494C-AE6F-0EE140603E86}" dt="2025-03-04T20:03:11.493" v="321"/>
          <ac:spMkLst>
            <pc:docMk/>
            <pc:sldMk cId="0" sldId="310"/>
            <ac:spMk id="46" creationId="{665D46F5-6EDE-6F63-C575-0F61A79565E0}"/>
          </ac:spMkLst>
        </pc:spChg>
        <pc:spChg chg="mod">
          <ac:chgData name="Carmen" userId="854005f4-386e-4134-9c36-452f82ab7859" providerId="ADAL" clId="{1E80718B-2587-494C-AE6F-0EE140603E86}" dt="2025-03-04T20:09:07.151" v="433"/>
          <ac:spMkLst>
            <pc:docMk/>
            <pc:sldMk cId="0" sldId="310"/>
            <ac:spMk id="48" creationId="{27160B1A-ACF9-00F0-5904-C3A35E95BEC6}"/>
          </ac:spMkLst>
        </pc:spChg>
        <pc:spChg chg="mod">
          <ac:chgData name="Carmen" userId="854005f4-386e-4134-9c36-452f82ab7859" providerId="ADAL" clId="{1E80718B-2587-494C-AE6F-0EE140603E86}" dt="2025-03-04T20:09:07.151" v="433"/>
          <ac:spMkLst>
            <pc:docMk/>
            <pc:sldMk cId="0" sldId="310"/>
            <ac:spMk id="50" creationId="{090A84D7-3218-4F8D-F63E-486A1E9BCE37}"/>
          </ac:spMkLst>
        </pc:spChg>
        <pc:spChg chg="mod">
          <ac:chgData name="Carmen" userId="854005f4-386e-4134-9c36-452f82ab7859" providerId="ADAL" clId="{1E80718B-2587-494C-AE6F-0EE140603E86}" dt="2025-03-04T20:09:07.151" v="433"/>
          <ac:spMkLst>
            <pc:docMk/>
            <pc:sldMk cId="0" sldId="310"/>
            <ac:spMk id="51" creationId="{AAE8628D-31E9-EA13-907C-706C84CEF4E2}"/>
          </ac:spMkLst>
        </pc:spChg>
        <pc:spChg chg="mod">
          <ac:chgData name="Carmen" userId="854005f4-386e-4134-9c36-452f82ab7859" providerId="ADAL" clId="{1E80718B-2587-494C-AE6F-0EE140603E86}" dt="2025-03-04T20:09:07.151" v="433"/>
          <ac:spMkLst>
            <pc:docMk/>
            <pc:sldMk cId="0" sldId="310"/>
            <ac:spMk id="53" creationId="{A2ADCC8C-57EC-F4AF-6C23-CE10022B88C5}"/>
          </ac:spMkLst>
        </pc:spChg>
        <pc:spChg chg="mod topLvl">
          <ac:chgData name="Carmen" userId="854005f4-386e-4134-9c36-452f82ab7859" providerId="ADAL" clId="{1E80718B-2587-494C-AE6F-0EE140603E86}" dt="2025-03-04T20:09:51.993" v="438" actId="165"/>
          <ac:spMkLst>
            <pc:docMk/>
            <pc:sldMk cId="0" sldId="310"/>
            <ac:spMk id="54" creationId="{D96AC35B-B2AA-ECCB-1E71-62D2E238CD00}"/>
          </ac:spMkLst>
        </pc:spChg>
        <pc:spChg chg="mod topLvl">
          <ac:chgData name="Carmen" userId="854005f4-386e-4134-9c36-452f82ab7859" providerId="ADAL" clId="{1E80718B-2587-494C-AE6F-0EE140603E86}" dt="2025-03-04T20:09:51.993" v="438" actId="165"/>
          <ac:spMkLst>
            <pc:docMk/>
            <pc:sldMk cId="0" sldId="310"/>
            <ac:spMk id="55" creationId="{FC210388-EABA-FE69-7A41-7EE0C2B329C2}"/>
          </ac:spMkLst>
        </pc:spChg>
        <pc:spChg chg="mod topLvl">
          <ac:chgData name="Carmen" userId="854005f4-386e-4134-9c36-452f82ab7859" providerId="ADAL" clId="{1E80718B-2587-494C-AE6F-0EE140603E86}" dt="2025-03-04T20:09:51.993" v="438" actId="165"/>
          <ac:spMkLst>
            <pc:docMk/>
            <pc:sldMk cId="0" sldId="310"/>
            <ac:spMk id="57" creationId="{FF17F423-423A-89B8-3323-E0F4D809221A}"/>
          </ac:spMkLst>
        </pc:spChg>
        <pc:spChg chg="mod topLvl">
          <ac:chgData name="Carmen" userId="854005f4-386e-4134-9c36-452f82ab7859" providerId="ADAL" clId="{1E80718B-2587-494C-AE6F-0EE140603E86}" dt="2025-03-04T20:09:51.993" v="438" actId="165"/>
          <ac:spMkLst>
            <pc:docMk/>
            <pc:sldMk cId="0" sldId="310"/>
            <ac:spMk id="59" creationId="{FC82FAF5-7591-BC54-DFD9-4F3F84308604}"/>
          </ac:spMkLst>
        </pc:spChg>
        <pc:spChg chg="mod topLvl">
          <ac:chgData name="Carmen" userId="854005f4-386e-4134-9c36-452f82ab7859" providerId="ADAL" clId="{1E80718B-2587-494C-AE6F-0EE140603E86}" dt="2025-03-04T20:09:51.993" v="438" actId="165"/>
          <ac:spMkLst>
            <pc:docMk/>
            <pc:sldMk cId="0" sldId="310"/>
            <ac:spMk id="60" creationId="{3F326920-7801-160E-F4C1-BD196143070F}"/>
          </ac:spMkLst>
        </pc:spChg>
        <pc:spChg chg="mod">
          <ac:chgData name="Carmen" userId="854005f4-386e-4134-9c36-452f82ab7859" providerId="ADAL" clId="{1E80718B-2587-494C-AE6F-0EE140603E86}" dt="2025-03-04T20:09:07.151" v="433"/>
          <ac:spMkLst>
            <pc:docMk/>
            <pc:sldMk cId="0" sldId="310"/>
            <ac:spMk id="61" creationId="{C77352BA-A339-8876-CE72-9C4D2E9280BD}"/>
          </ac:spMkLst>
        </pc:spChg>
        <pc:spChg chg="mod">
          <ac:chgData name="Carmen" userId="854005f4-386e-4134-9c36-452f82ab7859" providerId="ADAL" clId="{1E80718B-2587-494C-AE6F-0EE140603E86}" dt="2025-03-04T20:09:07.151" v="433"/>
          <ac:spMkLst>
            <pc:docMk/>
            <pc:sldMk cId="0" sldId="310"/>
            <ac:spMk id="62" creationId="{FD4DAF24-82B0-D105-CA50-406C4315452A}"/>
          </ac:spMkLst>
        </pc:spChg>
        <pc:spChg chg="mod">
          <ac:chgData name="Carmen" userId="854005f4-386e-4134-9c36-452f82ab7859" providerId="ADAL" clId="{1E80718B-2587-494C-AE6F-0EE140603E86}" dt="2025-03-04T20:09:07.151" v="433"/>
          <ac:spMkLst>
            <pc:docMk/>
            <pc:sldMk cId="0" sldId="310"/>
            <ac:spMk id="63" creationId="{726B1335-1069-B36B-781F-F1CF009CA3D4}"/>
          </ac:spMkLst>
        </pc:spChg>
        <pc:spChg chg="mod topLvl">
          <ac:chgData name="Carmen" userId="854005f4-386e-4134-9c36-452f82ab7859" providerId="ADAL" clId="{1E80718B-2587-494C-AE6F-0EE140603E86}" dt="2025-03-04T20:09:51.993" v="438" actId="165"/>
          <ac:spMkLst>
            <pc:docMk/>
            <pc:sldMk cId="0" sldId="310"/>
            <ac:spMk id="1785" creationId="{00000000-0000-0000-0000-000000000000}"/>
          </ac:spMkLst>
        </pc:spChg>
        <pc:spChg chg="mod topLvl">
          <ac:chgData name="Carmen" userId="854005f4-386e-4134-9c36-452f82ab7859" providerId="ADAL" clId="{1E80718B-2587-494C-AE6F-0EE140603E86}" dt="2025-03-04T20:09:51.993" v="438" actId="165"/>
          <ac:spMkLst>
            <pc:docMk/>
            <pc:sldMk cId="0" sldId="310"/>
            <ac:spMk id="1786" creationId="{00000000-0000-0000-0000-000000000000}"/>
          </ac:spMkLst>
        </pc:spChg>
        <pc:spChg chg="mod topLvl">
          <ac:chgData name="Carmen" userId="854005f4-386e-4134-9c36-452f82ab7859" providerId="ADAL" clId="{1E80718B-2587-494C-AE6F-0EE140603E86}" dt="2025-03-04T20:09:51.993" v="438" actId="165"/>
          <ac:spMkLst>
            <pc:docMk/>
            <pc:sldMk cId="0" sldId="310"/>
            <ac:spMk id="1787" creationId="{00000000-0000-0000-0000-000000000000}"/>
          </ac:spMkLst>
        </pc:spChg>
        <pc:spChg chg="mod topLvl">
          <ac:chgData name="Carmen" userId="854005f4-386e-4134-9c36-452f82ab7859" providerId="ADAL" clId="{1E80718B-2587-494C-AE6F-0EE140603E86}" dt="2025-03-04T20:09:51.993" v="438" actId="165"/>
          <ac:spMkLst>
            <pc:docMk/>
            <pc:sldMk cId="0" sldId="310"/>
            <ac:spMk id="1788" creationId="{00000000-0000-0000-0000-000000000000}"/>
          </ac:spMkLst>
        </pc:spChg>
        <pc:spChg chg="mod topLvl">
          <ac:chgData name="Carmen" userId="854005f4-386e-4134-9c36-452f82ab7859" providerId="ADAL" clId="{1E80718B-2587-494C-AE6F-0EE140603E86}" dt="2025-03-04T20:09:51.993" v="438" actId="165"/>
          <ac:spMkLst>
            <pc:docMk/>
            <pc:sldMk cId="0" sldId="310"/>
            <ac:spMk id="1789" creationId="{00000000-0000-0000-0000-000000000000}"/>
          </ac:spMkLst>
        </pc:spChg>
        <pc:spChg chg="mod">
          <ac:chgData name="Carmen" userId="854005f4-386e-4134-9c36-452f82ab7859" providerId="ADAL" clId="{1E80718B-2587-494C-AE6F-0EE140603E86}" dt="2025-03-04T20:06:32.810" v="348" actId="208"/>
          <ac:spMkLst>
            <pc:docMk/>
            <pc:sldMk cId="0" sldId="310"/>
            <ac:spMk id="1790" creationId="{00000000-0000-0000-0000-000000000000}"/>
          </ac:spMkLst>
        </pc:spChg>
        <pc:spChg chg="mod">
          <ac:chgData name="Carmen" userId="854005f4-386e-4134-9c36-452f82ab7859" providerId="ADAL" clId="{1E80718B-2587-494C-AE6F-0EE140603E86}" dt="2025-03-04T20:39:14.973" v="1215" actId="207"/>
          <ac:spMkLst>
            <pc:docMk/>
            <pc:sldMk cId="0" sldId="310"/>
            <ac:spMk id="1803" creationId="{00000000-0000-0000-0000-000000000000}"/>
          </ac:spMkLst>
        </pc:spChg>
        <pc:spChg chg="mod">
          <ac:chgData name="Carmen" userId="854005f4-386e-4134-9c36-452f82ab7859" providerId="ADAL" clId="{1E80718B-2587-494C-AE6F-0EE140603E86}" dt="2025-03-04T20:05:43.447" v="339" actId="14100"/>
          <ac:spMkLst>
            <pc:docMk/>
            <pc:sldMk cId="0" sldId="310"/>
            <ac:spMk id="1807" creationId="{00000000-0000-0000-0000-000000000000}"/>
          </ac:spMkLst>
        </pc:spChg>
        <pc:spChg chg="mod">
          <ac:chgData name="Carmen" userId="854005f4-386e-4134-9c36-452f82ab7859" providerId="ADAL" clId="{1E80718B-2587-494C-AE6F-0EE140603E86}" dt="2025-03-04T20:20:02.015" v="680"/>
          <ac:spMkLst>
            <pc:docMk/>
            <pc:sldMk cId="0" sldId="310"/>
            <ac:spMk id="1816" creationId="{56B5F31D-E73D-B47A-CC00-4AB1CC6436DC}"/>
          </ac:spMkLst>
        </pc:spChg>
        <pc:spChg chg="mod">
          <ac:chgData name="Carmen" userId="854005f4-386e-4134-9c36-452f82ab7859" providerId="ADAL" clId="{1E80718B-2587-494C-AE6F-0EE140603E86}" dt="2025-03-04T20:20:02.015" v="680"/>
          <ac:spMkLst>
            <pc:docMk/>
            <pc:sldMk cId="0" sldId="310"/>
            <ac:spMk id="1817" creationId="{B3D587E2-E818-523A-8A4B-A3530D1AFCCF}"/>
          </ac:spMkLst>
        </pc:spChg>
        <pc:spChg chg="mod">
          <ac:chgData name="Carmen" userId="854005f4-386e-4134-9c36-452f82ab7859" providerId="ADAL" clId="{1E80718B-2587-494C-AE6F-0EE140603E86}" dt="2025-03-04T20:20:02.015" v="680"/>
          <ac:spMkLst>
            <pc:docMk/>
            <pc:sldMk cId="0" sldId="310"/>
            <ac:spMk id="1818" creationId="{923C0DF5-2946-C36C-421C-84BFBF206D98}"/>
          </ac:spMkLst>
        </pc:spChg>
        <pc:spChg chg="mod">
          <ac:chgData name="Carmen" userId="854005f4-386e-4134-9c36-452f82ab7859" providerId="ADAL" clId="{1E80718B-2587-494C-AE6F-0EE140603E86}" dt="2025-03-04T20:20:02.015" v="680"/>
          <ac:spMkLst>
            <pc:docMk/>
            <pc:sldMk cId="0" sldId="310"/>
            <ac:spMk id="1819" creationId="{A4CAC026-91E9-7A78-6EEF-80EA04E83FC7}"/>
          </ac:spMkLst>
        </pc:spChg>
        <pc:spChg chg="mod">
          <ac:chgData name="Carmen" userId="854005f4-386e-4134-9c36-452f82ab7859" providerId="ADAL" clId="{1E80718B-2587-494C-AE6F-0EE140603E86}" dt="2025-03-04T20:20:02.015" v="680"/>
          <ac:spMkLst>
            <pc:docMk/>
            <pc:sldMk cId="0" sldId="310"/>
            <ac:spMk id="1820" creationId="{EEB73BAD-00FE-4D2E-69ED-D7027884F55B}"/>
          </ac:spMkLst>
        </pc:spChg>
        <pc:spChg chg="mod">
          <ac:chgData name="Carmen" userId="854005f4-386e-4134-9c36-452f82ab7859" providerId="ADAL" clId="{1E80718B-2587-494C-AE6F-0EE140603E86}" dt="2025-03-04T20:20:02.015" v="680"/>
          <ac:spMkLst>
            <pc:docMk/>
            <pc:sldMk cId="0" sldId="310"/>
            <ac:spMk id="1821" creationId="{6656231C-E73E-F183-D7D2-A4F965002E10}"/>
          </ac:spMkLst>
        </pc:spChg>
        <pc:spChg chg="mod">
          <ac:chgData name="Carmen" userId="854005f4-386e-4134-9c36-452f82ab7859" providerId="ADAL" clId="{1E80718B-2587-494C-AE6F-0EE140603E86}" dt="2025-03-04T20:20:02.015" v="680"/>
          <ac:spMkLst>
            <pc:docMk/>
            <pc:sldMk cId="0" sldId="310"/>
            <ac:spMk id="1822" creationId="{9B860580-8903-1441-7229-F8BAB2B53859}"/>
          </ac:spMkLst>
        </pc:spChg>
        <pc:spChg chg="mod">
          <ac:chgData name="Carmen" userId="854005f4-386e-4134-9c36-452f82ab7859" providerId="ADAL" clId="{1E80718B-2587-494C-AE6F-0EE140603E86}" dt="2025-03-04T20:20:02.015" v="680"/>
          <ac:spMkLst>
            <pc:docMk/>
            <pc:sldMk cId="0" sldId="310"/>
            <ac:spMk id="1823" creationId="{473FF19F-18CF-C0A5-CFA6-155A12960B8E}"/>
          </ac:spMkLst>
        </pc:spChg>
        <pc:spChg chg="mod">
          <ac:chgData name="Carmen" userId="854005f4-386e-4134-9c36-452f82ab7859" providerId="ADAL" clId="{1E80718B-2587-494C-AE6F-0EE140603E86}" dt="2025-03-04T20:20:02.015" v="680"/>
          <ac:spMkLst>
            <pc:docMk/>
            <pc:sldMk cId="0" sldId="310"/>
            <ac:spMk id="1824" creationId="{3FF461AE-A7E5-3BF5-CD93-0DB2CB730450}"/>
          </ac:spMkLst>
        </pc:spChg>
        <pc:spChg chg="mod">
          <ac:chgData name="Carmen" userId="854005f4-386e-4134-9c36-452f82ab7859" providerId="ADAL" clId="{1E80718B-2587-494C-AE6F-0EE140603E86}" dt="2025-03-04T20:20:02.015" v="680"/>
          <ac:spMkLst>
            <pc:docMk/>
            <pc:sldMk cId="0" sldId="310"/>
            <ac:spMk id="1825" creationId="{2D54B681-C553-1FBF-3DBC-54D5AD5E179D}"/>
          </ac:spMkLst>
        </pc:spChg>
        <pc:spChg chg="mod">
          <ac:chgData name="Carmen" userId="854005f4-386e-4134-9c36-452f82ab7859" providerId="ADAL" clId="{1E80718B-2587-494C-AE6F-0EE140603E86}" dt="2025-03-04T20:24:56.433" v="850"/>
          <ac:spMkLst>
            <pc:docMk/>
            <pc:sldMk cId="0" sldId="310"/>
            <ac:spMk id="1827" creationId="{EF2CF805-4F9C-112D-3E63-38496519567B}"/>
          </ac:spMkLst>
        </pc:spChg>
        <pc:spChg chg="mod">
          <ac:chgData name="Carmen" userId="854005f4-386e-4134-9c36-452f82ab7859" providerId="ADAL" clId="{1E80718B-2587-494C-AE6F-0EE140603E86}" dt="2025-03-04T20:24:56.433" v="850"/>
          <ac:spMkLst>
            <pc:docMk/>
            <pc:sldMk cId="0" sldId="310"/>
            <ac:spMk id="1830" creationId="{8F0A90AB-D10B-2767-EDB8-37B10972B060}"/>
          </ac:spMkLst>
        </pc:spChg>
        <pc:spChg chg="mod">
          <ac:chgData name="Carmen" userId="854005f4-386e-4134-9c36-452f82ab7859" providerId="ADAL" clId="{1E80718B-2587-494C-AE6F-0EE140603E86}" dt="2025-03-04T20:24:56.433" v="850"/>
          <ac:spMkLst>
            <pc:docMk/>
            <pc:sldMk cId="0" sldId="310"/>
            <ac:spMk id="1831" creationId="{11BC59BC-01D6-30F3-FED0-93A55A36E74F}"/>
          </ac:spMkLst>
        </pc:spChg>
        <pc:spChg chg="mod">
          <ac:chgData name="Carmen" userId="854005f4-386e-4134-9c36-452f82ab7859" providerId="ADAL" clId="{1E80718B-2587-494C-AE6F-0EE140603E86}" dt="2025-03-04T20:24:56.433" v="850"/>
          <ac:spMkLst>
            <pc:docMk/>
            <pc:sldMk cId="0" sldId="310"/>
            <ac:spMk id="1832" creationId="{D4A8C9BC-D339-A792-1B0A-0F6B7A0720F4}"/>
          </ac:spMkLst>
        </pc:spChg>
        <pc:spChg chg="mod">
          <ac:chgData name="Carmen" userId="854005f4-386e-4134-9c36-452f82ab7859" providerId="ADAL" clId="{1E80718B-2587-494C-AE6F-0EE140603E86}" dt="2025-03-04T20:24:56.433" v="850"/>
          <ac:spMkLst>
            <pc:docMk/>
            <pc:sldMk cId="0" sldId="310"/>
            <ac:spMk id="1833" creationId="{9FBE4AAF-B74F-5C87-1F59-BBB38D1FBC51}"/>
          </ac:spMkLst>
        </pc:spChg>
        <pc:spChg chg="mod">
          <ac:chgData name="Carmen" userId="854005f4-386e-4134-9c36-452f82ab7859" providerId="ADAL" clId="{1E80718B-2587-494C-AE6F-0EE140603E86}" dt="2025-03-04T20:24:56.433" v="850"/>
          <ac:spMkLst>
            <pc:docMk/>
            <pc:sldMk cId="0" sldId="310"/>
            <ac:spMk id="1834" creationId="{9F114B1E-6D00-6904-B531-79845C46A6E9}"/>
          </ac:spMkLst>
        </pc:spChg>
        <pc:spChg chg="mod">
          <ac:chgData name="Carmen" userId="854005f4-386e-4134-9c36-452f82ab7859" providerId="ADAL" clId="{1E80718B-2587-494C-AE6F-0EE140603E86}" dt="2025-03-04T20:24:56.433" v="850"/>
          <ac:spMkLst>
            <pc:docMk/>
            <pc:sldMk cId="0" sldId="310"/>
            <ac:spMk id="1835" creationId="{F802E810-D1BD-3BD8-9475-A9CF4B62AAC7}"/>
          </ac:spMkLst>
        </pc:spChg>
        <pc:spChg chg="mod">
          <ac:chgData name="Carmen" userId="854005f4-386e-4134-9c36-452f82ab7859" providerId="ADAL" clId="{1E80718B-2587-494C-AE6F-0EE140603E86}" dt="2025-03-04T20:24:56.433" v="850"/>
          <ac:spMkLst>
            <pc:docMk/>
            <pc:sldMk cId="0" sldId="310"/>
            <ac:spMk id="1837" creationId="{05A3C9B7-C3AD-EF1E-13A2-E27445DFF4EC}"/>
          </ac:spMkLst>
        </pc:spChg>
        <pc:spChg chg="mod">
          <ac:chgData name="Carmen" userId="854005f4-386e-4134-9c36-452f82ab7859" providerId="ADAL" clId="{1E80718B-2587-494C-AE6F-0EE140603E86}" dt="2025-03-04T20:24:56.433" v="850"/>
          <ac:spMkLst>
            <pc:docMk/>
            <pc:sldMk cId="0" sldId="310"/>
            <ac:spMk id="1838" creationId="{D2A5693B-FEE1-A4CC-0663-E1186352E730}"/>
          </ac:spMkLst>
        </pc:spChg>
        <pc:spChg chg="mod">
          <ac:chgData name="Carmen" userId="854005f4-386e-4134-9c36-452f82ab7859" providerId="ADAL" clId="{1E80718B-2587-494C-AE6F-0EE140603E86}" dt="2025-03-04T20:24:56.433" v="850"/>
          <ac:spMkLst>
            <pc:docMk/>
            <pc:sldMk cId="0" sldId="310"/>
            <ac:spMk id="1840" creationId="{61E513F5-C138-BB48-43FA-FBA9DF7EF8DD}"/>
          </ac:spMkLst>
        </pc:spChg>
        <pc:spChg chg="mod">
          <ac:chgData name="Carmen" userId="854005f4-386e-4134-9c36-452f82ab7859" providerId="ADAL" clId="{1E80718B-2587-494C-AE6F-0EE140603E86}" dt="2025-03-04T20:27:24.300" v="926"/>
          <ac:spMkLst>
            <pc:docMk/>
            <pc:sldMk cId="0" sldId="310"/>
            <ac:spMk id="1843" creationId="{5D1803ED-9F49-DD5A-2EAE-ECB1F1A555C3}"/>
          </ac:spMkLst>
        </pc:spChg>
        <pc:spChg chg="mod">
          <ac:chgData name="Carmen" userId="854005f4-386e-4134-9c36-452f82ab7859" providerId="ADAL" clId="{1E80718B-2587-494C-AE6F-0EE140603E86}" dt="2025-03-04T20:27:24.300" v="926"/>
          <ac:spMkLst>
            <pc:docMk/>
            <pc:sldMk cId="0" sldId="310"/>
            <ac:spMk id="1844" creationId="{FCD540A7-45E7-4DF9-8127-BF32D1407614}"/>
          </ac:spMkLst>
        </pc:spChg>
        <pc:spChg chg="mod">
          <ac:chgData name="Carmen" userId="854005f4-386e-4134-9c36-452f82ab7859" providerId="ADAL" clId="{1E80718B-2587-494C-AE6F-0EE140603E86}" dt="2025-03-04T20:27:24.300" v="926"/>
          <ac:spMkLst>
            <pc:docMk/>
            <pc:sldMk cId="0" sldId="310"/>
            <ac:spMk id="1845" creationId="{84D5EECF-8CFF-51A6-7F74-4E3EE2DC53CE}"/>
          </ac:spMkLst>
        </pc:spChg>
        <pc:spChg chg="mod">
          <ac:chgData name="Carmen" userId="854005f4-386e-4134-9c36-452f82ab7859" providerId="ADAL" clId="{1E80718B-2587-494C-AE6F-0EE140603E86}" dt="2025-03-04T20:27:24.300" v="926"/>
          <ac:spMkLst>
            <pc:docMk/>
            <pc:sldMk cId="0" sldId="310"/>
            <ac:spMk id="1846" creationId="{2A6CB873-B134-1719-E7DD-C0E06FE030F0}"/>
          </ac:spMkLst>
        </pc:spChg>
        <pc:spChg chg="mod">
          <ac:chgData name="Carmen" userId="854005f4-386e-4134-9c36-452f82ab7859" providerId="ADAL" clId="{1E80718B-2587-494C-AE6F-0EE140603E86}" dt="2025-03-04T20:27:24.300" v="926"/>
          <ac:spMkLst>
            <pc:docMk/>
            <pc:sldMk cId="0" sldId="310"/>
            <ac:spMk id="1847" creationId="{2543D2FD-22C1-40E3-D05F-809F03F19C3A}"/>
          </ac:spMkLst>
        </pc:spChg>
        <pc:spChg chg="mod">
          <ac:chgData name="Carmen" userId="854005f4-386e-4134-9c36-452f82ab7859" providerId="ADAL" clId="{1E80718B-2587-494C-AE6F-0EE140603E86}" dt="2025-03-04T20:27:24.300" v="926"/>
          <ac:spMkLst>
            <pc:docMk/>
            <pc:sldMk cId="0" sldId="310"/>
            <ac:spMk id="1848" creationId="{A11400C7-BF20-C7B6-7454-B48ECAEF9877}"/>
          </ac:spMkLst>
        </pc:spChg>
        <pc:spChg chg="mod">
          <ac:chgData name="Carmen" userId="854005f4-386e-4134-9c36-452f82ab7859" providerId="ADAL" clId="{1E80718B-2587-494C-AE6F-0EE140603E86}" dt="2025-03-04T20:27:24.300" v="926"/>
          <ac:spMkLst>
            <pc:docMk/>
            <pc:sldMk cId="0" sldId="310"/>
            <ac:spMk id="1850" creationId="{3E47E7FD-9DE7-7079-9E7F-BFF0C76073E4}"/>
          </ac:spMkLst>
        </pc:spChg>
        <pc:spChg chg="mod">
          <ac:chgData name="Carmen" userId="854005f4-386e-4134-9c36-452f82ab7859" providerId="ADAL" clId="{1E80718B-2587-494C-AE6F-0EE140603E86}" dt="2025-03-04T20:27:24.300" v="926"/>
          <ac:spMkLst>
            <pc:docMk/>
            <pc:sldMk cId="0" sldId="310"/>
            <ac:spMk id="1851" creationId="{41599792-C44D-A6E4-0ED7-0CF5ADDCE48E}"/>
          </ac:spMkLst>
        </pc:spChg>
        <pc:spChg chg="mod">
          <ac:chgData name="Carmen" userId="854005f4-386e-4134-9c36-452f82ab7859" providerId="ADAL" clId="{1E80718B-2587-494C-AE6F-0EE140603E86}" dt="2025-03-04T20:27:24.300" v="926"/>
          <ac:spMkLst>
            <pc:docMk/>
            <pc:sldMk cId="0" sldId="310"/>
            <ac:spMk id="1852" creationId="{0A9BA7D9-BE90-D6BE-9B1A-DC77E7A9BC1D}"/>
          </ac:spMkLst>
        </pc:spChg>
        <pc:spChg chg="mod">
          <ac:chgData name="Carmen" userId="854005f4-386e-4134-9c36-452f82ab7859" providerId="ADAL" clId="{1E80718B-2587-494C-AE6F-0EE140603E86}" dt="2025-03-04T20:27:24.300" v="926"/>
          <ac:spMkLst>
            <pc:docMk/>
            <pc:sldMk cId="0" sldId="310"/>
            <ac:spMk id="1853" creationId="{738AAF37-C4E8-C760-64D1-6F659FE8AAB0}"/>
          </ac:spMkLst>
        </pc:spChg>
        <pc:grpChg chg="add mod">
          <ac:chgData name="Carmen" userId="854005f4-386e-4134-9c36-452f82ab7859" providerId="ADAL" clId="{1E80718B-2587-494C-AE6F-0EE140603E86}" dt="2025-03-04T20:06:43.245" v="350" actId="1076"/>
          <ac:grpSpMkLst>
            <pc:docMk/>
            <pc:sldMk cId="0" sldId="310"/>
            <ac:grpSpMk id="40" creationId="{D18213D1-6A2A-C0EC-BE29-978D7E6DEE1A}"/>
          </ac:grpSpMkLst>
        </pc:grpChg>
        <pc:grpChg chg="mod">
          <ac:chgData name="Carmen" userId="854005f4-386e-4134-9c36-452f82ab7859" providerId="ADAL" clId="{1E80718B-2587-494C-AE6F-0EE140603E86}" dt="2025-03-04T20:20:06.560" v="682" actId="1076"/>
          <ac:grpSpMkLst>
            <pc:docMk/>
            <pc:sldMk cId="0" sldId="310"/>
            <ac:grpSpMk id="1815" creationId="{2DF8600B-0EED-EB81-D120-EE86B3FA1E20}"/>
          </ac:grpSpMkLst>
        </pc:grpChg>
        <pc:grpChg chg="mod">
          <ac:chgData name="Carmen" userId="854005f4-386e-4134-9c36-452f82ab7859" providerId="ADAL" clId="{1E80718B-2587-494C-AE6F-0EE140603E86}" dt="2025-03-04T20:25:01.244" v="852" actId="1076"/>
          <ac:grpSpMkLst>
            <pc:docMk/>
            <pc:sldMk cId="0" sldId="310"/>
            <ac:grpSpMk id="1826" creationId="{C8BDA7A3-78DD-CD35-E8C5-327632F1D3BB}"/>
          </ac:grpSpMkLst>
        </pc:grpChg>
        <pc:grpChg chg="mod">
          <ac:chgData name="Carmen" userId="854005f4-386e-4134-9c36-452f82ab7859" providerId="ADAL" clId="{1E80718B-2587-494C-AE6F-0EE140603E86}" dt="2025-03-04T20:27:29.807" v="928" actId="1076"/>
          <ac:grpSpMkLst>
            <pc:docMk/>
            <pc:sldMk cId="0" sldId="310"/>
            <ac:grpSpMk id="1841" creationId="{83DDE130-09C9-713F-CC29-9597A3679F55}"/>
          </ac:grpSpMkLst>
        </pc:grpChg>
      </pc:sldChg>
      <pc:sldChg chg="modSp add del mod">
        <pc:chgData name="Carmen" userId="854005f4-386e-4134-9c36-452f82ab7859" providerId="ADAL" clId="{1E80718B-2587-494C-AE6F-0EE140603E86}" dt="2025-03-04T20:30:10.553" v="1015" actId="47"/>
        <pc:sldMkLst>
          <pc:docMk/>
          <pc:sldMk cId="2443171634" sldId="2147473049"/>
        </pc:sldMkLst>
      </pc:sldChg>
      <pc:sldChg chg="del">
        <pc:chgData name="Carmen" userId="854005f4-386e-4134-9c36-452f82ab7859" providerId="ADAL" clId="{1E80718B-2587-494C-AE6F-0EE140603E86}" dt="2025-03-12T09:08:59.226" v="6169" actId="47"/>
        <pc:sldMkLst>
          <pc:docMk/>
          <pc:sldMk cId="1295422769" sldId="2147473060"/>
        </pc:sldMkLst>
      </pc:sldChg>
      <pc:sldChg chg="del">
        <pc:chgData name="Carmen" userId="854005f4-386e-4134-9c36-452f82ab7859" providerId="ADAL" clId="{1E80718B-2587-494C-AE6F-0EE140603E86}" dt="2025-03-12T09:09:01.431" v="6171" actId="47"/>
        <pc:sldMkLst>
          <pc:docMk/>
          <pc:sldMk cId="3579347134" sldId="2147473061"/>
        </pc:sldMkLst>
      </pc:sldChg>
      <pc:sldChg chg="add del">
        <pc:chgData name="Carmen" userId="854005f4-386e-4134-9c36-452f82ab7859" providerId="ADAL" clId="{1E80718B-2587-494C-AE6F-0EE140603E86}" dt="2025-03-12T09:09:00.485" v="6170" actId="47"/>
        <pc:sldMkLst>
          <pc:docMk/>
          <pc:sldMk cId="1056887494" sldId="2147473062"/>
        </pc:sldMkLst>
      </pc:sldChg>
      <pc:sldChg chg="modSp add del mod">
        <pc:chgData name="Carmen" userId="854005f4-386e-4134-9c36-452f82ab7859" providerId="ADAL" clId="{1E80718B-2587-494C-AE6F-0EE140603E86}" dt="2025-03-04T20:07:28.114" v="392" actId="47"/>
        <pc:sldMkLst>
          <pc:docMk/>
          <pc:sldMk cId="8616230" sldId="2147473063"/>
        </pc:sldMkLst>
      </pc:sldChg>
      <pc:sldChg chg="addSp delSp modSp add del mod delAnim modAnim">
        <pc:chgData name="Carmen" userId="854005f4-386e-4134-9c36-452f82ab7859" providerId="ADAL" clId="{1E80718B-2587-494C-AE6F-0EE140603E86}" dt="2025-03-11T16:46:09.633" v="6131" actId="47"/>
        <pc:sldMkLst>
          <pc:docMk/>
          <pc:sldMk cId="3802242310" sldId="2147473063"/>
        </pc:sldMkLst>
        <pc:spChg chg="mod">
          <ac:chgData name="Carmen" userId="854005f4-386e-4134-9c36-452f82ab7859" providerId="ADAL" clId="{1E80718B-2587-494C-AE6F-0EE140603E86}" dt="2025-03-11T08:04:48.417" v="6092" actId="1076"/>
          <ac:spMkLst>
            <pc:docMk/>
            <pc:sldMk cId="3802242310" sldId="2147473063"/>
            <ac:spMk id="9" creationId="{9C401EB1-EE93-0CCD-CD84-EDF945DAF395}"/>
          </ac:spMkLst>
        </pc:spChg>
      </pc:sldChg>
      <pc:sldChg chg="add del">
        <pc:chgData name="Carmen" userId="854005f4-386e-4134-9c36-452f82ab7859" providerId="ADAL" clId="{1E80718B-2587-494C-AE6F-0EE140603E86}" dt="2025-03-04T20:22:10.458" v="783" actId="47"/>
        <pc:sldMkLst>
          <pc:docMk/>
          <pc:sldMk cId="214474581" sldId="2147473064"/>
        </pc:sldMkLst>
      </pc:sldChg>
      <pc:sldChg chg="addSp delSp modSp add mod ord modNotesTx">
        <pc:chgData name="Carmen" userId="854005f4-386e-4134-9c36-452f82ab7859" providerId="ADAL" clId="{1E80718B-2587-494C-AE6F-0EE140603E86}" dt="2025-03-11T17:36:11.200" v="6135" actId="478"/>
        <pc:sldMkLst>
          <pc:docMk/>
          <pc:sldMk cId="445402209" sldId="2147473064"/>
        </pc:sldMkLst>
        <pc:spChg chg="mod">
          <ac:chgData name="Carmen" userId="854005f4-386e-4134-9c36-452f82ab7859" providerId="ADAL" clId="{1E80718B-2587-494C-AE6F-0EE140603E86}" dt="2025-03-04T20:39:19.984" v="1216" actId="207"/>
          <ac:spMkLst>
            <pc:docMk/>
            <pc:sldMk cId="445402209" sldId="2147473064"/>
            <ac:spMk id="4" creationId="{41304826-5BA4-1947-B9CE-69C7DB4C231C}"/>
          </ac:spMkLst>
        </pc:spChg>
        <pc:spChg chg="add del mod">
          <ac:chgData name="Carmen" userId="854005f4-386e-4134-9c36-452f82ab7859" providerId="ADAL" clId="{1E80718B-2587-494C-AE6F-0EE140603E86}" dt="2025-03-11T17:36:11.200" v="6135" actId="478"/>
          <ac:spMkLst>
            <pc:docMk/>
            <pc:sldMk cId="445402209" sldId="2147473064"/>
            <ac:spMk id="5" creationId="{82CAF6A9-9EC5-CED0-08B8-2FF3026F61B4}"/>
          </ac:spMkLst>
        </pc:spChg>
        <pc:spChg chg="mod">
          <ac:chgData name="Carmen" userId="854005f4-386e-4134-9c36-452f82ab7859" providerId="ADAL" clId="{1E80718B-2587-494C-AE6F-0EE140603E86}" dt="2025-03-10T17:24:01.143" v="3210" actId="1076"/>
          <ac:spMkLst>
            <pc:docMk/>
            <pc:sldMk cId="445402209" sldId="2147473064"/>
            <ac:spMk id="9" creationId="{CB311D22-7E71-1246-2FA1-52B24D26EDA1}"/>
          </ac:spMkLst>
        </pc:spChg>
        <pc:spChg chg="mod">
          <ac:chgData name="Carmen" userId="854005f4-386e-4134-9c36-452f82ab7859" providerId="ADAL" clId="{1E80718B-2587-494C-AE6F-0EE140603E86}" dt="2025-03-10T17:25:34.772" v="3343" actId="207"/>
          <ac:spMkLst>
            <pc:docMk/>
            <pc:sldMk cId="445402209" sldId="2147473064"/>
            <ac:spMk id="11" creationId="{DE867FB9-5F32-E1C4-E9D9-EDB621585CD6}"/>
          </ac:spMkLst>
        </pc:spChg>
        <pc:spChg chg="mod">
          <ac:chgData name="Carmen" userId="854005f4-386e-4134-9c36-452f82ab7859" providerId="ADAL" clId="{1E80718B-2587-494C-AE6F-0EE140603E86}" dt="2025-03-10T17:25:30.736" v="3342" actId="207"/>
          <ac:spMkLst>
            <pc:docMk/>
            <pc:sldMk cId="445402209" sldId="2147473064"/>
            <ac:spMk id="13" creationId="{33A23EDE-ACBD-D630-5510-A7F3BF88B797}"/>
          </ac:spMkLst>
        </pc:spChg>
        <pc:spChg chg="mod">
          <ac:chgData name="Carmen" userId="854005f4-386e-4134-9c36-452f82ab7859" providerId="ADAL" clId="{1E80718B-2587-494C-AE6F-0EE140603E86}" dt="2025-03-10T17:25:34.772" v="3343" actId="207"/>
          <ac:spMkLst>
            <pc:docMk/>
            <pc:sldMk cId="445402209" sldId="2147473064"/>
            <ac:spMk id="15" creationId="{8F36CFF8-DEBF-A23A-3D8D-09FAD61FB376}"/>
          </ac:spMkLst>
        </pc:spChg>
        <pc:spChg chg="mod">
          <ac:chgData name="Carmen" userId="854005f4-386e-4134-9c36-452f82ab7859" providerId="ADAL" clId="{1E80718B-2587-494C-AE6F-0EE140603E86}" dt="2025-03-10T17:25:34.772" v="3343" actId="207"/>
          <ac:spMkLst>
            <pc:docMk/>
            <pc:sldMk cId="445402209" sldId="2147473064"/>
            <ac:spMk id="17" creationId="{80D3DBB4-CB8D-1E63-A98E-15CF85936486}"/>
          </ac:spMkLst>
        </pc:spChg>
        <pc:picChg chg="add mod">
          <ac:chgData name="Carmen" userId="854005f4-386e-4134-9c36-452f82ab7859" providerId="ADAL" clId="{1E80718B-2587-494C-AE6F-0EE140603E86}" dt="2025-03-04T20:24:16.526" v="842"/>
          <ac:picMkLst>
            <pc:docMk/>
            <pc:sldMk cId="445402209" sldId="2147473064"/>
            <ac:picMk id="3" creationId="{3BF95B53-F4A1-5989-AA99-614E69B1B8C7}"/>
          </ac:picMkLst>
        </pc:picChg>
      </pc:sldChg>
      <pc:sldChg chg="addSp delSp modSp add mod ord setBg delAnim modAnim">
        <pc:chgData name="Carmen" userId="854005f4-386e-4134-9c36-452f82ab7859" providerId="ADAL" clId="{1E80718B-2587-494C-AE6F-0EE140603E86}" dt="2025-03-10T17:41:22.554" v="3889" actId="478"/>
        <pc:sldMkLst>
          <pc:docMk/>
          <pc:sldMk cId="3877056201" sldId="2147473065"/>
        </pc:sldMkLst>
        <pc:spChg chg="mod">
          <ac:chgData name="Carmen" userId="854005f4-386e-4134-9c36-452f82ab7859" providerId="ADAL" clId="{1E80718B-2587-494C-AE6F-0EE140603E86}" dt="2025-03-04T20:39:23.089" v="1217" actId="207"/>
          <ac:spMkLst>
            <pc:docMk/>
            <pc:sldMk cId="3877056201" sldId="2147473065"/>
            <ac:spMk id="4" creationId="{4EA6069D-FD78-F782-4E93-C2991FDC6CFC}"/>
          </ac:spMkLst>
        </pc:spChg>
        <pc:spChg chg="add mod">
          <ac:chgData name="Carmen" userId="854005f4-386e-4134-9c36-452f82ab7859" providerId="ADAL" clId="{1E80718B-2587-494C-AE6F-0EE140603E86}" dt="2025-03-10T17:26:32.385" v="3480" actId="20577"/>
          <ac:spMkLst>
            <pc:docMk/>
            <pc:sldMk cId="3877056201" sldId="2147473065"/>
            <ac:spMk id="8" creationId="{A5AD49E3-60C0-6B4B-B296-B17272100CDC}"/>
          </ac:spMkLst>
        </pc:spChg>
        <pc:spChg chg="mod">
          <ac:chgData name="Carmen" userId="854005f4-386e-4134-9c36-452f82ab7859" providerId="ADAL" clId="{1E80718B-2587-494C-AE6F-0EE140603E86}" dt="2025-03-10T17:22:40.038" v="3203" actId="1076"/>
          <ac:spMkLst>
            <pc:docMk/>
            <pc:sldMk cId="3877056201" sldId="2147473065"/>
            <ac:spMk id="9" creationId="{32A3C33F-58DC-BAF9-ACC9-944AAAE16700}"/>
          </ac:spMkLst>
        </pc:spChg>
        <pc:spChg chg="add mod">
          <ac:chgData name="Carmen" userId="854005f4-386e-4134-9c36-452f82ab7859" providerId="ADAL" clId="{1E80718B-2587-494C-AE6F-0EE140603E86}" dt="2025-03-10T17:40:26.974" v="3792" actId="20577"/>
          <ac:spMkLst>
            <pc:docMk/>
            <pc:sldMk cId="3877056201" sldId="2147473065"/>
            <ac:spMk id="10" creationId="{0EE351F3-E85A-D99B-FDB1-6B4421C2BCF1}"/>
          </ac:spMkLst>
        </pc:spChg>
        <pc:spChg chg="add mod">
          <ac:chgData name="Carmen" userId="854005f4-386e-4134-9c36-452f82ab7859" providerId="ADAL" clId="{1E80718B-2587-494C-AE6F-0EE140603E86}" dt="2025-03-10T17:41:09.127" v="3888" actId="1076"/>
          <ac:spMkLst>
            <pc:docMk/>
            <pc:sldMk cId="3877056201" sldId="2147473065"/>
            <ac:spMk id="11" creationId="{7B27E720-890A-976B-338B-0BC82071B6BF}"/>
          </ac:spMkLst>
        </pc:spChg>
        <pc:spChg chg="mod">
          <ac:chgData name="Carmen" userId="854005f4-386e-4134-9c36-452f82ab7859" providerId="ADAL" clId="{1E80718B-2587-494C-AE6F-0EE140603E86}" dt="2025-03-10T17:26:08.435" v="3378" actId="404"/>
          <ac:spMkLst>
            <pc:docMk/>
            <pc:sldMk cId="3877056201" sldId="2147473065"/>
            <ac:spMk id="21" creationId="{F3A66735-E383-708C-D9F0-FCC0D15243F1}"/>
          </ac:spMkLst>
        </pc:spChg>
        <pc:spChg chg="mod">
          <ac:chgData name="Carmen" userId="854005f4-386e-4134-9c36-452f82ab7859" providerId="ADAL" clId="{1E80718B-2587-494C-AE6F-0EE140603E86}" dt="2025-03-10T17:26:43.233" v="3493" actId="20577"/>
          <ac:spMkLst>
            <pc:docMk/>
            <pc:sldMk cId="3877056201" sldId="2147473065"/>
            <ac:spMk id="23" creationId="{22F0DA33-1CFE-9923-2759-84B22DEEA840}"/>
          </ac:spMkLst>
        </pc:spChg>
        <pc:spChg chg="mod">
          <ac:chgData name="Carmen" userId="854005f4-386e-4134-9c36-452f82ab7859" providerId="ADAL" clId="{1E80718B-2587-494C-AE6F-0EE140603E86}" dt="2025-03-10T17:27:39.899" v="3672" actId="20577"/>
          <ac:spMkLst>
            <pc:docMk/>
            <pc:sldMk cId="3877056201" sldId="2147473065"/>
            <ac:spMk id="25" creationId="{8876273D-D3C4-EA95-7179-51EC06810535}"/>
          </ac:spMkLst>
        </pc:spChg>
        <pc:spChg chg="mod">
          <ac:chgData name="Carmen" userId="854005f4-386e-4134-9c36-452f82ab7859" providerId="ADAL" clId="{1E80718B-2587-494C-AE6F-0EE140603E86}" dt="2025-03-10T17:25:22.725" v="3339" actId="14100"/>
          <ac:spMkLst>
            <pc:docMk/>
            <pc:sldMk cId="3877056201" sldId="2147473065"/>
            <ac:spMk id="1142" creationId="{7C701296-2084-1A08-F925-6195ABD63EA4}"/>
          </ac:spMkLst>
        </pc:spChg>
        <pc:spChg chg="mod">
          <ac:chgData name="Carmen" userId="854005f4-386e-4134-9c36-452f82ab7859" providerId="ADAL" clId="{1E80718B-2587-494C-AE6F-0EE140603E86}" dt="2025-03-10T17:25:51.836" v="3347" actId="14100"/>
          <ac:spMkLst>
            <pc:docMk/>
            <pc:sldMk cId="3877056201" sldId="2147473065"/>
            <ac:spMk id="1143" creationId="{695E1771-80BA-5B0F-9224-BD353AD2E645}"/>
          </ac:spMkLst>
        </pc:spChg>
        <pc:spChg chg="mod">
          <ac:chgData name="Carmen" userId="854005f4-386e-4134-9c36-452f82ab7859" providerId="ADAL" clId="{1E80718B-2587-494C-AE6F-0EE140603E86}" dt="2025-03-10T17:26:38.897" v="3481" actId="14100"/>
          <ac:spMkLst>
            <pc:docMk/>
            <pc:sldMk cId="3877056201" sldId="2147473065"/>
            <ac:spMk id="1144" creationId="{70C9D805-6639-BB5B-B4D3-DEE9CC2A9B88}"/>
          </ac:spMkLst>
        </pc:spChg>
        <pc:spChg chg="mod">
          <ac:chgData name="Carmen" userId="854005f4-386e-4134-9c36-452f82ab7859" providerId="ADAL" clId="{1E80718B-2587-494C-AE6F-0EE140603E86}" dt="2025-03-10T17:27:33.797" v="3651" actId="14100"/>
          <ac:spMkLst>
            <pc:docMk/>
            <pc:sldMk cId="3877056201" sldId="2147473065"/>
            <ac:spMk id="1145" creationId="{9E4F23AE-50C4-7CE6-C930-B9008656C440}"/>
          </ac:spMkLst>
        </pc:spChg>
        <pc:spChg chg="mod">
          <ac:chgData name="Carmen" userId="854005f4-386e-4134-9c36-452f82ab7859" providerId="ADAL" clId="{1E80718B-2587-494C-AE6F-0EE140603E86}" dt="2025-03-10T17:25:40.805" v="3344" actId="313"/>
          <ac:spMkLst>
            <pc:docMk/>
            <pc:sldMk cId="3877056201" sldId="2147473065"/>
            <ac:spMk id="1162" creationId="{F11B3A16-2ACF-D73B-59CA-EBADAF5418DE}"/>
          </ac:spMkLst>
        </pc:spChg>
        <pc:spChg chg="mod">
          <ac:chgData name="Carmen" userId="854005f4-386e-4134-9c36-452f82ab7859" providerId="ADAL" clId="{1E80718B-2587-494C-AE6F-0EE140603E86}" dt="2025-03-10T17:16:18.078" v="2786" actId="20577"/>
          <ac:spMkLst>
            <pc:docMk/>
            <pc:sldMk cId="3877056201" sldId="2147473065"/>
            <ac:spMk id="1166" creationId="{A569F88C-40B7-B7DD-C51C-DF8D9A8CF9A8}"/>
          </ac:spMkLst>
        </pc:spChg>
        <pc:picChg chg="add mod">
          <ac:chgData name="Carmen" userId="854005f4-386e-4134-9c36-452f82ab7859" providerId="ADAL" clId="{1E80718B-2587-494C-AE6F-0EE140603E86}" dt="2025-03-04T20:25:15.592" v="858" actId="1076"/>
          <ac:picMkLst>
            <pc:docMk/>
            <pc:sldMk cId="3877056201" sldId="2147473065"/>
            <ac:picMk id="3" creationId="{74D4A0DE-D671-6397-B1D9-EF0674150F0E}"/>
          </ac:picMkLst>
        </pc:picChg>
      </pc:sldChg>
      <pc:sldChg chg="addSp delSp modSp add mod setBg">
        <pc:chgData name="Carmen" userId="854005f4-386e-4134-9c36-452f82ab7859" providerId="ADAL" clId="{1E80718B-2587-494C-AE6F-0EE140603E86}" dt="2025-03-11T18:00:31.139" v="6150" actId="1076"/>
        <pc:sldMkLst>
          <pc:docMk/>
          <pc:sldMk cId="4293427498" sldId="2147473066"/>
        </pc:sldMkLst>
        <pc:spChg chg="mod">
          <ac:chgData name="Carmen" userId="854005f4-386e-4134-9c36-452f82ab7859" providerId="ADAL" clId="{1E80718B-2587-494C-AE6F-0EE140603E86}" dt="2025-03-04T20:39:31.452" v="1220" actId="207"/>
          <ac:spMkLst>
            <pc:docMk/>
            <pc:sldMk cId="4293427498" sldId="2147473066"/>
            <ac:spMk id="4" creationId="{5348E29A-8F23-BE84-4C51-76989E8A4D7A}"/>
          </ac:spMkLst>
        </pc:spChg>
        <pc:spChg chg="add mod">
          <ac:chgData name="Carmen" userId="854005f4-386e-4134-9c36-452f82ab7859" providerId="ADAL" clId="{1E80718B-2587-494C-AE6F-0EE140603E86}" dt="2025-03-04T20:28:35.127" v="984"/>
          <ac:spMkLst>
            <pc:docMk/>
            <pc:sldMk cId="4293427498" sldId="2147473066"/>
            <ac:spMk id="5" creationId="{15072809-71C5-0CA5-DF42-700BBCD7012C}"/>
          </ac:spMkLst>
        </pc:spChg>
        <pc:spChg chg="mod">
          <ac:chgData name="Carmen" userId="854005f4-386e-4134-9c36-452f82ab7859" providerId="ADAL" clId="{1E80718B-2587-494C-AE6F-0EE140603E86}" dt="2025-03-10T17:41:36.898" v="3891" actId="1076"/>
          <ac:spMkLst>
            <pc:docMk/>
            <pc:sldMk cId="4293427498" sldId="2147473066"/>
            <ac:spMk id="9" creationId="{E01859ED-FAA6-1F2C-C962-322AC9B6401C}"/>
          </ac:spMkLst>
        </pc:spChg>
        <pc:picChg chg="add del mod">
          <ac:chgData name="Carmen" userId="854005f4-386e-4134-9c36-452f82ab7859" providerId="ADAL" clId="{1E80718B-2587-494C-AE6F-0EE140603E86}" dt="2025-03-11T18:00:31.139" v="6150" actId="1076"/>
          <ac:picMkLst>
            <pc:docMk/>
            <pc:sldMk cId="4293427498" sldId="2147473066"/>
            <ac:picMk id="2" creationId="{C9F2FD17-722E-2965-77B9-B3DDD3196198}"/>
          </ac:picMkLst>
        </pc:picChg>
        <pc:picChg chg="add mod">
          <ac:chgData name="Carmen" userId="854005f4-386e-4134-9c36-452f82ab7859" providerId="ADAL" clId="{1E80718B-2587-494C-AE6F-0EE140603E86}" dt="2025-03-04T20:27:43.100" v="932" actId="1076"/>
          <ac:picMkLst>
            <pc:docMk/>
            <pc:sldMk cId="4293427498" sldId="2147473066"/>
            <ac:picMk id="3" creationId="{C1AE0B7B-92E1-99B7-B5E0-8D9F90202A55}"/>
          </ac:picMkLst>
        </pc:picChg>
      </pc:sldChg>
      <pc:sldChg chg="addSp modSp add del mod">
        <pc:chgData name="Carmen" userId="854005f4-386e-4134-9c36-452f82ab7859" providerId="ADAL" clId="{1E80718B-2587-494C-AE6F-0EE140603E86}" dt="2025-03-04T20:28:43.468" v="985" actId="47"/>
        <pc:sldMkLst>
          <pc:docMk/>
          <pc:sldMk cId="3931249641" sldId="2147473067"/>
        </pc:sldMkLst>
      </pc:sldChg>
      <pc:sldChg chg="addSp delSp modSp add mod">
        <pc:chgData name="Carmen" userId="854005f4-386e-4134-9c36-452f82ab7859" providerId="ADAL" clId="{1E80718B-2587-494C-AE6F-0EE140603E86}" dt="2025-03-12T09:07:15.312" v="6156" actId="478"/>
        <pc:sldMkLst>
          <pc:docMk/>
          <pc:sldMk cId="1950820795" sldId="2147473068"/>
        </pc:sldMkLst>
        <pc:spChg chg="del">
          <ac:chgData name="Carmen" userId="854005f4-386e-4134-9c36-452f82ab7859" providerId="ADAL" clId="{1E80718B-2587-494C-AE6F-0EE140603E86}" dt="2025-03-12T09:07:15.312" v="6156" actId="478"/>
          <ac:spMkLst>
            <pc:docMk/>
            <pc:sldMk cId="1950820795" sldId="2147473068"/>
            <ac:spMk id="2" creationId="{BD4B2DE2-7F5E-A22D-4CCD-1A29F597CE88}"/>
          </ac:spMkLst>
        </pc:spChg>
        <pc:spChg chg="mod">
          <ac:chgData name="Carmen" userId="854005f4-386e-4134-9c36-452f82ab7859" providerId="ADAL" clId="{1E80718B-2587-494C-AE6F-0EE140603E86}" dt="2025-03-04T21:10:12.123" v="2158" actId="20577"/>
          <ac:spMkLst>
            <pc:docMk/>
            <pc:sldMk cId="1950820795" sldId="2147473068"/>
            <ac:spMk id="4" creationId="{677E7411-D427-D93C-3197-C222E0AA99E3}"/>
          </ac:spMkLst>
        </pc:spChg>
        <pc:spChg chg="mod">
          <ac:chgData name="Carmen" userId="854005f4-386e-4134-9c36-452f82ab7859" providerId="ADAL" clId="{1E80718B-2587-494C-AE6F-0EE140603E86}" dt="2025-03-10T17:18:53.028" v="3060" actId="14100"/>
          <ac:spMkLst>
            <pc:docMk/>
            <pc:sldMk cId="1950820795" sldId="2147473068"/>
            <ac:spMk id="9" creationId="{220D5045-1C74-37BE-6501-AB1BBC958AA6}"/>
          </ac:spMkLst>
        </pc:spChg>
        <pc:picChg chg="add mod">
          <ac:chgData name="Carmen" userId="854005f4-386e-4134-9c36-452f82ab7859" providerId="ADAL" clId="{1E80718B-2587-494C-AE6F-0EE140603E86}" dt="2025-03-04T20:28:25.497" v="973" actId="1076"/>
          <ac:picMkLst>
            <pc:docMk/>
            <pc:sldMk cId="1950820795" sldId="2147473068"/>
            <ac:picMk id="5" creationId="{CC40BBC1-44B6-09A1-80DB-8279C2D2A655}"/>
          </ac:picMkLst>
        </pc:picChg>
      </pc:sldChg>
      <pc:sldChg chg="add del setBg">
        <pc:chgData name="Carmen" userId="854005f4-386e-4134-9c36-452f82ab7859" providerId="ADAL" clId="{1E80718B-2587-494C-AE6F-0EE140603E86}" dt="2025-03-04T20:37:06.862" v="1198"/>
        <pc:sldMkLst>
          <pc:docMk/>
          <pc:sldMk cId="2419779399" sldId="2147473069"/>
        </pc:sldMkLst>
      </pc:sldChg>
      <pc:sldChg chg="modSp add setBg">
        <pc:chgData name="Carmen" userId="854005f4-386e-4134-9c36-452f82ab7859" providerId="ADAL" clId="{1E80718B-2587-494C-AE6F-0EE140603E86}" dt="2025-03-04T20:46:01.180" v="1245"/>
        <pc:sldMkLst>
          <pc:docMk/>
          <pc:sldMk cId="3602758611" sldId="2147473069"/>
        </pc:sldMkLst>
        <pc:spChg chg="mod">
          <ac:chgData name="Carmen" userId="854005f4-386e-4134-9c36-452f82ab7859" providerId="ADAL" clId="{1E80718B-2587-494C-AE6F-0EE140603E86}" dt="2025-03-04T20:39:05.317" v="1213" actId="207"/>
          <ac:spMkLst>
            <pc:docMk/>
            <pc:sldMk cId="3602758611" sldId="2147473069"/>
            <ac:spMk id="953" creationId="{8B1BA91B-E77F-DDE5-3270-D2C5ED643A4F}"/>
          </ac:spMkLst>
        </pc:spChg>
      </pc:sldChg>
      <pc:sldChg chg="addSp delSp modSp new mod setBg delAnim modAnim">
        <pc:chgData name="Carmen" userId="854005f4-386e-4134-9c36-452f82ab7859" providerId="ADAL" clId="{1E80718B-2587-494C-AE6F-0EE140603E86}" dt="2025-03-11T18:03:23.145" v="6155" actId="478"/>
        <pc:sldMkLst>
          <pc:docMk/>
          <pc:sldMk cId="881348590" sldId="2147473070"/>
        </pc:sldMkLst>
        <pc:spChg chg="add mod">
          <ac:chgData name="Carmen" userId="854005f4-386e-4134-9c36-452f82ab7859" providerId="ADAL" clId="{1E80718B-2587-494C-AE6F-0EE140603E86}" dt="2025-03-04T20:47:12.418" v="1275" actId="14100"/>
          <ac:spMkLst>
            <pc:docMk/>
            <pc:sldMk cId="881348590" sldId="2147473070"/>
            <ac:spMk id="5" creationId="{DDD29B2F-C8D0-0B83-4334-B2CD44AEC711}"/>
          </ac:spMkLst>
        </pc:spChg>
        <pc:spChg chg="add mod">
          <ac:chgData name="Carmen" userId="854005f4-386e-4134-9c36-452f82ab7859" providerId="ADAL" clId="{1E80718B-2587-494C-AE6F-0EE140603E86}" dt="2025-03-04T20:54:34.659" v="1370" actId="14100"/>
          <ac:spMkLst>
            <pc:docMk/>
            <pc:sldMk cId="881348590" sldId="2147473070"/>
            <ac:spMk id="6" creationId="{47BB3DCC-B93E-65F8-1294-F9915B932AA1}"/>
          </ac:spMkLst>
        </pc:spChg>
        <pc:spChg chg="add mod">
          <ac:chgData name="Carmen" userId="854005f4-386e-4134-9c36-452f82ab7859" providerId="ADAL" clId="{1E80718B-2587-494C-AE6F-0EE140603E86}" dt="2025-03-04T20:54:47.166" v="1374" actId="14100"/>
          <ac:spMkLst>
            <pc:docMk/>
            <pc:sldMk cId="881348590" sldId="2147473070"/>
            <ac:spMk id="7" creationId="{51387DC2-C0F5-83D6-B0D7-651811553B9B}"/>
          </ac:spMkLst>
        </pc:spChg>
        <pc:spChg chg="mod">
          <ac:chgData name="Carmen" userId="854005f4-386e-4134-9c36-452f82ab7859" providerId="ADAL" clId="{1E80718B-2587-494C-AE6F-0EE140603E86}" dt="2025-03-04T20:49:48.691" v="1298"/>
          <ac:spMkLst>
            <pc:docMk/>
            <pc:sldMk cId="881348590" sldId="2147473070"/>
            <ac:spMk id="9" creationId="{33E9DC4A-C115-08E6-1DE6-520D9959B6E3}"/>
          </ac:spMkLst>
        </pc:spChg>
        <pc:spChg chg="mod">
          <ac:chgData name="Carmen" userId="854005f4-386e-4134-9c36-452f82ab7859" providerId="ADAL" clId="{1E80718B-2587-494C-AE6F-0EE140603E86}" dt="2025-03-04T20:49:48.691" v="1298"/>
          <ac:spMkLst>
            <pc:docMk/>
            <pc:sldMk cId="881348590" sldId="2147473070"/>
            <ac:spMk id="10" creationId="{4B5181CC-B3F9-2E0E-6131-0DBB669E2BC1}"/>
          </ac:spMkLst>
        </pc:spChg>
        <pc:spChg chg="mod">
          <ac:chgData name="Carmen" userId="854005f4-386e-4134-9c36-452f82ab7859" providerId="ADAL" clId="{1E80718B-2587-494C-AE6F-0EE140603E86}" dt="2025-03-04T20:49:48.691" v="1298"/>
          <ac:spMkLst>
            <pc:docMk/>
            <pc:sldMk cId="881348590" sldId="2147473070"/>
            <ac:spMk id="20" creationId="{90552C74-379A-4B47-D614-15EA5CA69AFF}"/>
          </ac:spMkLst>
        </pc:spChg>
        <pc:spChg chg="mod">
          <ac:chgData name="Carmen" userId="854005f4-386e-4134-9c36-452f82ab7859" providerId="ADAL" clId="{1E80718B-2587-494C-AE6F-0EE140603E86}" dt="2025-03-04T20:49:48.691" v="1298"/>
          <ac:spMkLst>
            <pc:docMk/>
            <pc:sldMk cId="881348590" sldId="2147473070"/>
            <ac:spMk id="21" creationId="{546464D6-C572-78E0-98BA-50C7EB58EEDE}"/>
          </ac:spMkLst>
        </pc:spChg>
        <pc:spChg chg="mod">
          <ac:chgData name="Carmen" userId="854005f4-386e-4134-9c36-452f82ab7859" providerId="ADAL" clId="{1E80718B-2587-494C-AE6F-0EE140603E86}" dt="2025-03-04T20:49:48.691" v="1298"/>
          <ac:spMkLst>
            <pc:docMk/>
            <pc:sldMk cId="881348590" sldId="2147473070"/>
            <ac:spMk id="22" creationId="{44217FB6-1D81-0F81-BACF-755584BDA5DE}"/>
          </ac:spMkLst>
        </pc:spChg>
        <pc:spChg chg="mod">
          <ac:chgData name="Carmen" userId="854005f4-386e-4134-9c36-452f82ab7859" providerId="ADAL" clId="{1E80718B-2587-494C-AE6F-0EE140603E86}" dt="2025-03-04T20:49:48.691" v="1298"/>
          <ac:spMkLst>
            <pc:docMk/>
            <pc:sldMk cId="881348590" sldId="2147473070"/>
            <ac:spMk id="26" creationId="{1F7355DF-7801-07FE-9ECE-0E5A187E1D35}"/>
          </ac:spMkLst>
        </pc:spChg>
        <pc:spChg chg="mod">
          <ac:chgData name="Carmen" userId="854005f4-386e-4134-9c36-452f82ab7859" providerId="ADAL" clId="{1E80718B-2587-494C-AE6F-0EE140603E86}" dt="2025-03-04T20:49:48.691" v="1298"/>
          <ac:spMkLst>
            <pc:docMk/>
            <pc:sldMk cId="881348590" sldId="2147473070"/>
            <ac:spMk id="34" creationId="{DB443006-A8A9-836F-DC00-8A2AB9A2001C}"/>
          </ac:spMkLst>
        </pc:spChg>
        <pc:spChg chg="mod">
          <ac:chgData name="Carmen" userId="854005f4-386e-4134-9c36-452f82ab7859" providerId="ADAL" clId="{1E80718B-2587-494C-AE6F-0EE140603E86}" dt="2025-03-04T20:49:48.691" v="1298"/>
          <ac:spMkLst>
            <pc:docMk/>
            <pc:sldMk cId="881348590" sldId="2147473070"/>
            <ac:spMk id="35" creationId="{E64449E9-67AB-9D34-89F0-250CC2217F5B}"/>
          </ac:spMkLst>
        </pc:spChg>
        <pc:spChg chg="mod">
          <ac:chgData name="Carmen" userId="854005f4-386e-4134-9c36-452f82ab7859" providerId="ADAL" clId="{1E80718B-2587-494C-AE6F-0EE140603E86}" dt="2025-03-04T20:49:48.691" v="1298"/>
          <ac:spMkLst>
            <pc:docMk/>
            <pc:sldMk cId="881348590" sldId="2147473070"/>
            <ac:spMk id="39" creationId="{C44D7A7E-DCDE-05B0-4492-F37EAD001042}"/>
          </ac:spMkLst>
        </pc:spChg>
        <pc:spChg chg="mod">
          <ac:chgData name="Carmen" userId="854005f4-386e-4134-9c36-452f82ab7859" providerId="ADAL" clId="{1E80718B-2587-494C-AE6F-0EE140603E86}" dt="2025-03-04T20:49:48.691" v="1298"/>
          <ac:spMkLst>
            <pc:docMk/>
            <pc:sldMk cId="881348590" sldId="2147473070"/>
            <ac:spMk id="41" creationId="{5539FC04-D320-0BAC-D21E-4681F598654D}"/>
          </ac:spMkLst>
        </pc:spChg>
        <pc:spChg chg="add mod">
          <ac:chgData name="Carmen" userId="854005f4-386e-4134-9c36-452f82ab7859" providerId="ADAL" clId="{1E80718B-2587-494C-AE6F-0EE140603E86}" dt="2025-03-04T20:50:34.397" v="1314" actId="207"/>
          <ac:spMkLst>
            <pc:docMk/>
            <pc:sldMk cId="881348590" sldId="2147473070"/>
            <ac:spMk id="44" creationId="{EDD0EA09-D6B8-65F0-C229-0DCBE6F6A1F0}"/>
          </ac:spMkLst>
        </pc:spChg>
        <pc:spChg chg="add mod">
          <ac:chgData name="Carmen" userId="854005f4-386e-4134-9c36-452f82ab7859" providerId="ADAL" clId="{1E80718B-2587-494C-AE6F-0EE140603E86}" dt="2025-03-05T08:43:20.010" v="2159" actId="20577"/>
          <ac:spMkLst>
            <pc:docMk/>
            <pc:sldMk cId="881348590" sldId="2147473070"/>
            <ac:spMk id="85" creationId="{4BB9C23F-E22A-F18B-04EE-0978B765247B}"/>
          </ac:spMkLst>
        </pc:spChg>
        <pc:spChg chg="mod">
          <ac:chgData name="Carmen" userId="854005f4-386e-4134-9c36-452f82ab7859" providerId="ADAL" clId="{1E80718B-2587-494C-AE6F-0EE140603E86}" dt="2025-03-04T20:54:19.118" v="1363"/>
          <ac:spMkLst>
            <pc:docMk/>
            <pc:sldMk cId="881348590" sldId="2147473070"/>
            <ac:spMk id="88" creationId="{75D040B6-AAA3-34D7-14D8-D1811E5E153B}"/>
          </ac:spMkLst>
        </pc:spChg>
        <pc:spChg chg="mod">
          <ac:chgData name="Carmen" userId="854005f4-386e-4134-9c36-452f82ab7859" providerId="ADAL" clId="{1E80718B-2587-494C-AE6F-0EE140603E86}" dt="2025-03-04T20:54:19.118" v="1363"/>
          <ac:spMkLst>
            <pc:docMk/>
            <pc:sldMk cId="881348590" sldId="2147473070"/>
            <ac:spMk id="89" creationId="{6BCB09AE-0DCA-EA24-B145-7B6C04C5E620}"/>
          </ac:spMkLst>
        </pc:spChg>
        <pc:spChg chg="mod">
          <ac:chgData name="Carmen" userId="854005f4-386e-4134-9c36-452f82ab7859" providerId="ADAL" clId="{1E80718B-2587-494C-AE6F-0EE140603E86}" dt="2025-03-04T20:54:19.118" v="1363"/>
          <ac:spMkLst>
            <pc:docMk/>
            <pc:sldMk cId="881348590" sldId="2147473070"/>
            <ac:spMk id="91" creationId="{23199815-768E-1FBA-439A-DFF0E3107B6E}"/>
          </ac:spMkLst>
        </pc:spChg>
        <pc:spChg chg="mod">
          <ac:chgData name="Carmen" userId="854005f4-386e-4134-9c36-452f82ab7859" providerId="ADAL" clId="{1E80718B-2587-494C-AE6F-0EE140603E86}" dt="2025-03-04T20:54:19.118" v="1363"/>
          <ac:spMkLst>
            <pc:docMk/>
            <pc:sldMk cId="881348590" sldId="2147473070"/>
            <ac:spMk id="92" creationId="{B923E327-EB94-5CF2-D1AC-EACFC823EE3F}"/>
          </ac:spMkLst>
        </pc:spChg>
        <pc:spChg chg="mod">
          <ac:chgData name="Carmen" userId="854005f4-386e-4134-9c36-452f82ab7859" providerId="ADAL" clId="{1E80718B-2587-494C-AE6F-0EE140603E86}" dt="2025-03-04T20:54:19.118" v="1363"/>
          <ac:spMkLst>
            <pc:docMk/>
            <pc:sldMk cId="881348590" sldId="2147473070"/>
            <ac:spMk id="93" creationId="{D93CA625-96BE-4816-08EE-0565D2167FC9}"/>
          </ac:spMkLst>
        </pc:spChg>
        <pc:spChg chg="mod">
          <ac:chgData name="Carmen" userId="854005f4-386e-4134-9c36-452f82ab7859" providerId="ADAL" clId="{1E80718B-2587-494C-AE6F-0EE140603E86}" dt="2025-03-04T20:54:19.118" v="1363"/>
          <ac:spMkLst>
            <pc:docMk/>
            <pc:sldMk cId="881348590" sldId="2147473070"/>
            <ac:spMk id="94" creationId="{9D8AAC84-4DF1-4B5D-2421-4A8E8DAAE7E0}"/>
          </ac:spMkLst>
        </pc:spChg>
        <pc:spChg chg="mod">
          <ac:chgData name="Carmen" userId="854005f4-386e-4134-9c36-452f82ab7859" providerId="ADAL" clId="{1E80718B-2587-494C-AE6F-0EE140603E86}" dt="2025-03-04T20:54:19.118" v="1363"/>
          <ac:spMkLst>
            <pc:docMk/>
            <pc:sldMk cId="881348590" sldId="2147473070"/>
            <ac:spMk id="96" creationId="{EB8142EA-F913-E10C-AB08-5C6E39BB6A2D}"/>
          </ac:spMkLst>
        </pc:spChg>
        <pc:spChg chg="mod">
          <ac:chgData name="Carmen" userId="854005f4-386e-4134-9c36-452f82ab7859" providerId="ADAL" clId="{1E80718B-2587-494C-AE6F-0EE140603E86}" dt="2025-03-04T20:54:19.118" v="1363"/>
          <ac:spMkLst>
            <pc:docMk/>
            <pc:sldMk cId="881348590" sldId="2147473070"/>
            <ac:spMk id="97" creationId="{56F7160F-ACC2-01DE-77FE-738BCAD7CB2E}"/>
          </ac:spMkLst>
        </pc:spChg>
        <pc:spChg chg="mod">
          <ac:chgData name="Carmen" userId="854005f4-386e-4134-9c36-452f82ab7859" providerId="ADAL" clId="{1E80718B-2587-494C-AE6F-0EE140603E86}" dt="2025-03-04T20:54:19.118" v="1363"/>
          <ac:spMkLst>
            <pc:docMk/>
            <pc:sldMk cId="881348590" sldId="2147473070"/>
            <ac:spMk id="98" creationId="{6996B8A6-B322-CE52-A469-D5B59121D986}"/>
          </ac:spMkLst>
        </pc:spChg>
        <pc:spChg chg="mod">
          <ac:chgData name="Carmen" userId="854005f4-386e-4134-9c36-452f82ab7859" providerId="ADAL" clId="{1E80718B-2587-494C-AE6F-0EE140603E86}" dt="2025-03-04T20:54:19.118" v="1363"/>
          <ac:spMkLst>
            <pc:docMk/>
            <pc:sldMk cId="881348590" sldId="2147473070"/>
            <ac:spMk id="99" creationId="{95E791E3-DAD0-E8D3-4060-AFAC4B361F8F}"/>
          </ac:spMkLst>
        </pc:spChg>
        <pc:spChg chg="add mod">
          <ac:chgData name="Carmen" userId="854005f4-386e-4134-9c36-452f82ab7859" providerId="ADAL" clId="{1E80718B-2587-494C-AE6F-0EE140603E86}" dt="2025-03-04T21:02:03.901" v="1532" actId="1076"/>
          <ac:spMkLst>
            <pc:docMk/>
            <pc:sldMk cId="881348590" sldId="2147473070"/>
            <ac:spMk id="210" creationId="{513D2457-A982-E9AF-A276-0A532A7CE0ED}"/>
          </ac:spMkLst>
        </pc:spChg>
        <pc:spChg chg="mod">
          <ac:chgData name="Carmen" userId="854005f4-386e-4134-9c36-452f82ab7859" providerId="ADAL" clId="{1E80718B-2587-494C-AE6F-0EE140603E86}" dt="2025-03-04T21:01:52.657" v="1528"/>
          <ac:spMkLst>
            <pc:docMk/>
            <pc:sldMk cId="881348590" sldId="2147473070"/>
            <ac:spMk id="213" creationId="{E6BB44FB-A36E-C074-EBAD-FB7321D54221}"/>
          </ac:spMkLst>
        </pc:spChg>
        <pc:spChg chg="mod">
          <ac:chgData name="Carmen" userId="854005f4-386e-4134-9c36-452f82ab7859" providerId="ADAL" clId="{1E80718B-2587-494C-AE6F-0EE140603E86}" dt="2025-03-04T21:01:52.657" v="1528"/>
          <ac:spMkLst>
            <pc:docMk/>
            <pc:sldMk cId="881348590" sldId="2147473070"/>
            <ac:spMk id="214" creationId="{41883046-1BCD-6FA6-EDBD-EA2282527C7B}"/>
          </ac:spMkLst>
        </pc:spChg>
        <pc:spChg chg="mod">
          <ac:chgData name="Carmen" userId="854005f4-386e-4134-9c36-452f82ab7859" providerId="ADAL" clId="{1E80718B-2587-494C-AE6F-0EE140603E86}" dt="2025-03-04T21:01:52.657" v="1528"/>
          <ac:spMkLst>
            <pc:docMk/>
            <pc:sldMk cId="881348590" sldId="2147473070"/>
            <ac:spMk id="216" creationId="{0E5F5288-C8D3-D444-0037-C1BD849CB0C9}"/>
          </ac:spMkLst>
        </pc:spChg>
        <pc:spChg chg="mod">
          <ac:chgData name="Carmen" userId="854005f4-386e-4134-9c36-452f82ab7859" providerId="ADAL" clId="{1E80718B-2587-494C-AE6F-0EE140603E86}" dt="2025-03-04T21:01:52.657" v="1528"/>
          <ac:spMkLst>
            <pc:docMk/>
            <pc:sldMk cId="881348590" sldId="2147473070"/>
            <ac:spMk id="219" creationId="{FED92027-C1AC-01E5-FD40-04A2CC9167FE}"/>
          </ac:spMkLst>
        </pc:spChg>
        <pc:spChg chg="mod">
          <ac:chgData name="Carmen" userId="854005f4-386e-4134-9c36-452f82ab7859" providerId="ADAL" clId="{1E80718B-2587-494C-AE6F-0EE140603E86}" dt="2025-03-04T21:01:52.657" v="1528"/>
          <ac:spMkLst>
            <pc:docMk/>
            <pc:sldMk cId="881348590" sldId="2147473070"/>
            <ac:spMk id="220" creationId="{0008D10D-128A-BDFF-F551-5475FD530602}"/>
          </ac:spMkLst>
        </pc:spChg>
        <pc:spChg chg="mod">
          <ac:chgData name="Carmen" userId="854005f4-386e-4134-9c36-452f82ab7859" providerId="ADAL" clId="{1E80718B-2587-494C-AE6F-0EE140603E86}" dt="2025-03-04T21:01:52.657" v="1528"/>
          <ac:spMkLst>
            <pc:docMk/>
            <pc:sldMk cId="881348590" sldId="2147473070"/>
            <ac:spMk id="221" creationId="{711B1395-F610-35A2-BFF5-00EACD2D26B2}"/>
          </ac:spMkLst>
        </pc:spChg>
        <pc:spChg chg="mod">
          <ac:chgData name="Carmen" userId="854005f4-386e-4134-9c36-452f82ab7859" providerId="ADAL" clId="{1E80718B-2587-494C-AE6F-0EE140603E86}" dt="2025-03-04T21:01:52.657" v="1528"/>
          <ac:spMkLst>
            <pc:docMk/>
            <pc:sldMk cId="881348590" sldId="2147473070"/>
            <ac:spMk id="228" creationId="{4AAF79EB-385F-ED42-5E0D-89EE6CE68A8C}"/>
          </ac:spMkLst>
        </pc:spChg>
        <pc:spChg chg="mod">
          <ac:chgData name="Carmen" userId="854005f4-386e-4134-9c36-452f82ab7859" providerId="ADAL" clId="{1E80718B-2587-494C-AE6F-0EE140603E86}" dt="2025-03-04T21:01:52.657" v="1528"/>
          <ac:spMkLst>
            <pc:docMk/>
            <pc:sldMk cId="881348590" sldId="2147473070"/>
            <ac:spMk id="230" creationId="{B1ED14D0-B2D5-75D3-70BA-A6C40A76258D}"/>
          </ac:spMkLst>
        </pc:spChg>
        <pc:spChg chg="mod">
          <ac:chgData name="Carmen" userId="854005f4-386e-4134-9c36-452f82ab7859" providerId="ADAL" clId="{1E80718B-2587-494C-AE6F-0EE140603E86}" dt="2025-03-04T21:01:52.657" v="1528"/>
          <ac:spMkLst>
            <pc:docMk/>
            <pc:sldMk cId="881348590" sldId="2147473070"/>
            <ac:spMk id="231" creationId="{FB53A575-E534-C366-3CB7-CFBC89F220B2}"/>
          </ac:spMkLst>
        </pc:spChg>
        <pc:spChg chg="mod">
          <ac:chgData name="Carmen" userId="854005f4-386e-4134-9c36-452f82ab7859" providerId="ADAL" clId="{1E80718B-2587-494C-AE6F-0EE140603E86}" dt="2025-03-04T21:01:52.657" v="1528"/>
          <ac:spMkLst>
            <pc:docMk/>
            <pc:sldMk cId="881348590" sldId="2147473070"/>
            <ac:spMk id="232" creationId="{19CC34DC-60A6-E93B-30C0-5D0724673A20}"/>
          </ac:spMkLst>
        </pc:spChg>
        <pc:spChg chg="add del mod">
          <ac:chgData name="Carmen" userId="854005f4-386e-4134-9c36-452f82ab7859" providerId="ADAL" clId="{1E80718B-2587-494C-AE6F-0EE140603E86}" dt="2025-03-11T18:03:23.145" v="6155" actId="478"/>
          <ac:spMkLst>
            <pc:docMk/>
            <pc:sldMk cId="881348590" sldId="2147473070"/>
            <ac:spMk id="233" creationId="{6F90BF58-2FC8-FDDF-93B0-D454B94BC827}"/>
          </ac:spMkLst>
        </pc:spChg>
        <pc:spChg chg="add del mod">
          <ac:chgData name="Carmen" userId="854005f4-386e-4134-9c36-452f82ab7859" providerId="ADAL" clId="{1E80718B-2587-494C-AE6F-0EE140603E86}" dt="2025-03-11T18:03:23.145" v="6155" actId="478"/>
          <ac:spMkLst>
            <pc:docMk/>
            <pc:sldMk cId="881348590" sldId="2147473070"/>
            <ac:spMk id="234" creationId="{C06B2A6F-D4DA-4713-70E8-B587D04F17D2}"/>
          </ac:spMkLst>
        </pc:spChg>
        <pc:grpChg chg="mod">
          <ac:chgData name="Carmen" userId="854005f4-386e-4134-9c36-452f82ab7859" providerId="ADAL" clId="{1E80718B-2587-494C-AE6F-0EE140603E86}" dt="2025-03-04T20:50:00.551" v="1303" actId="14100"/>
          <ac:grpSpMkLst>
            <pc:docMk/>
            <pc:sldMk cId="881348590" sldId="2147473070"/>
            <ac:grpSpMk id="8" creationId="{70F30A2F-5DBA-8408-07DA-6C75A3183034}"/>
          </ac:grpSpMkLst>
        </pc:grpChg>
        <pc:grpChg chg="mod">
          <ac:chgData name="Carmen" userId="854005f4-386e-4134-9c36-452f82ab7859" providerId="ADAL" clId="{1E80718B-2587-494C-AE6F-0EE140603E86}" dt="2025-03-04T20:54:37.466" v="1371" actId="1076"/>
          <ac:grpSpMkLst>
            <pc:docMk/>
            <pc:sldMk cId="881348590" sldId="2147473070"/>
            <ac:grpSpMk id="87" creationId="{5E1F4D04-F2FA-2DA1-EDAE-741178079EAF}"/>
          </ac:grpSpMkLst>
        </pc:grpChg>
        <pc:grpChg chg="mod">
          <ac:chgData name="Carmen" userId="854005f4-386e-4134-9c36-452f82ab7859" providerId="ADAL" clId="{1E80718B-2587-494C-AE6F-0EE140603E86}" dt="2025-03-04T21:01:57.901" v="1530" actId="14100"/>
          <ac:grpSpMkLst>
            <pc:docMk/>
            <pc:sldMk cId="881348590" sldId="2147473070"/>
            <ac:grpSpMk id="211" creationId="{75B6EB02-AC51-F141-1C29-CFB85C34AB25}"/>
          </ac:grpSpMkLst>
        </pc:grpChg>
        <pc:picChg chg="add mod">
          <ac:chgData name="Carmen" userId="854005f4-386e-4134-9c36-452f82ab7859" providerId="ADAL" clId="{1E80718B-2587-494C-AE6F-0EE140603E86}" dt="2025-03-04T20:46:39.954" v="1247"/>
          <ac:picMkLst>
            <pc:docMk/>
            <pc:sldMk cId="881348590" sldId="2147473070"/>
            <ac:picMk id="4" creationId="{816657BC-287E-BA28-57EE-BDD643AB6C80}"/>
          </ac:picMkLst>
        </pc:picChg>
        <pc:cxnChg chg="add mod">
          <ac:chgData name="Carmen" userId="854005f4-386e-4134-9c36-452f82ab7859" providerId="ADAL" clId="{1E80718B-2587-494C-AE6F-0EE140603E86}" dt="2025-03-04T20:53:08.488" v="1332" actId="14100"/>
          <ac:cxnSpMkLst>
            <pc:docMk/>
            <pc:sldMk cId="881348590" sldId="2147473070"/>
            <ac:cxnSpMk id="82" creationId="{5FEA03B7-A9F5-7214-A9C5-0FC9A7D10A75}"/>
          </ac:cxnSpMkLst>
        </pc:cxnChg>
      </pc:sldChg>
      <pc:sldChg chg="addSp delSp modSp add mod delAnim modAnim">
        <pc:chgData name="Carmen" userId="854005f4-386e-4134-9c36-452f82ab7859" providerId="ADAL" clId="{1E80718B-2587-494C-AE6F-0EE140603E86}" dt="2025-03-11T18:03:19.655" v="6154" actId="478"/>
        <pc:sldMkLst>
          <pc:docMk/>
          <pc:sldMk cId="921010934" sldId="2147473071"/>
        </pc:sldMkLst>
        <pc:spChg chg="mod">
          <ac:chgData name="Carmen" userId="854005f4-386e-4134-9c36-452f82ab7859" providerId="ADAL" clId="{1E80718B-2587-494C-AE6F-0EE140603E86}" dt="2025-03-04T20:59:00.887" v="1418"/>
          <ac:spMkLst>
            <pc:docMk/>
            <pc:sldMk cId="921010934" sldId="2147473071"/>
            <ac:spMk id="45" creationId="{32D9CDB4-5194-38E0-D5E1-B69C42763096}"/>
          </ac:spMkLst>
        </pc:spChg>
        <pc:spChg chg="mod">
          <ac:chgData name="Carmen" userId="854005f4-386e-4134-9c36-452f82ab7859" providerId="ADAL" clId="{1E80718B-2587-494C-AE6F-0EE140603E86}" dt="2025-03-04T20:59:00.887" v="1418"/>
          <ac:spMkLst>
            <pc:docMk/>
            <pc:sldMk cId="921010934" sldId="2147473071"/>
            <ac:spMk id="49" creationId="{CF37AEFF-67C9-F68C-EB35-8F03076B6329}"/>
          </ac:spMkLst>
        </pc:spChg>
        <pc:spChg chg="mod">
          <ac:chgData name="Carmen" userId="854005f4-386e-4134-9c36-452f82ab7859" providerId="ADAL" clId="{1E80718B-2587-494C-AE6F-0EE140603E86}" dt="2025-03-04T20:59:00.887" v="1418"/>
          <ac:spMkLst>
            <pc:docMk/>
            <pc:sldMk cId="921010934" sldId="2147473071"/>
            <ac:spMk id="56" creationId="{396AF4AD-32E4-46ED-158A-D91FDA602E43}"/>
          </ac:spMkLst>
        </pc:spChg>
        <pc:spChg chg="mod">
          <ac:chgData name="Carmen" userId="854005f4-386e-4134-9c36-452f82ab7859" providerId="ADAL" clId="{1E80718B-2587-494C-AE6F-0EE140603E86}" dt="2025-03-04T20:59:00.887" v="1418"/>
          <ac:spMkLst>
            <pc:docMk/>
            <pc:sldMk cId="921010934" sldId="2147473071"/>
            <ac:spMk id="67" creationId="{424680F6-0771-2FE6-8F60-B269AE822EF3}"/>
          </ac:spMkLst>
        </pc:spChg>
        <pc:spChg chg="mod">
          <ac:chgData name="Carmen" userId="854005f4-386e-4134-9c36-452f82ab7859" providerId="ADAL" clId="{1E80718B-2587-494C-AE6F-0EE140603E86}" dt="2025-03-04T20:59:00.887" v="1418"/>
          <ac:spMkLst>
            <pc:docMk/>
            <pc:sldMk cId="921010934" sldId="2147473071"/>
            <ac:spMk id="71" creationId="{E1200088-E6B1-900E-6288-A88C4DE5C76C}"/>
          </ac:spMkLst>
        </pc:spChg>
        <pc:spChg chg="mod">
          <ac:chgData name="Carmen" userId="854005f4-386e-4134-9c36-452f82ab7859" providerId="ADAL" clId="{1E80718B-2587-494C-AE6F-0EE140603E86}" dt="2025-03-04T20:59:00.887" v="1418"/>
          <ac:spMkLst>
            <pc:docMk/>
            <pc:sldMk cId="921010934" sldId="2147473071"/>
            <ac:spMk id="72" creationId="{0ACD4F58-24E1-656C-A54D-A6073AA178CB}"/>
          </ac:spMkLst>
        </pc:spChg>
        <pc:spChg chg="mod">
          <ac:chgData name="Carmen" userId="854005f4-386e-4134-9c36-452f82ab7859" providerId="ADAL" clId="{1E80718B-2587-494C-AE6F-0EE140603E86}" dt="2025-03-04T20:59:00.887" v="1418"/>
          <ac:spMkLst>
            <pc:docMk/>
            <pc:sldMk cId="921010934" sldId="2147473071"/>
            <ac:spMk id="75" creationId="{8EE8822C-8380-3B63-8AF2-60F945953CC5}"/>
          </ac:spMkLst>
        </pc:spChg>
        <pc:spChg chg="mod">
          <ac:chgData name="Carmen" userId="854005f4-386e-4134-9c36-452f82ab7859" providerId="ADAL" clId="{1E80718B-2587-494C-AE6F-0EE140603E86}" dt="2025-03-04T20:59:00.887" v="1418"/>
          <ac:spMkLst>
            <pc:docMk/>
            <pc:sldMk cId="921010934" sldId="2147473071"/>
            <ac:spMk id="77" creationId="{A5358C74-2387-B1C1-EA5D-8ADCB99357B6}"/>
          </ac:spMkLst>
        </pc:spChg>
        <pc:spChg chg="mod">
          <ac:chgData name="Carmen" userId="854005f4-386e-4134-9c36-452f82ab7859" providerId="ADAL" clId="{1E80718B-2587-494C-AE6F-0EE140603E86}" dt="2025-03-04T20:59:00.887" v="1418"/>
          <ac:spMkLst>
            <pc:docMk/>
            <pc:sldMk cId="921010934" sldId="2147473071"/>
            <ac:spMk id="78" creationId="{57724659-F345-4FC8-39C3-049CE2F41D24}"/>
          </ac:spMkLst>
        </pc:spChg>
        <pc:spChg chg="mod">
          <ac:chgData name="Carmen" userId="854005f4-386e-4134-9c36-452f82ab7859" providerId="ADAL" clId="{1E80718B-2587-494C-AE6F-0EE140603E86}" dt="2025-03-04T20:59:00.887" v="1418"/>
          <ac:spMkLst>
            <pc:docMk/>
            <pc:sldMk cId="921010934" sldId="2147473071"/>
            <ac:spMk id="80" creationId="{5F7E78D7-4F94-ECD5-38A4-40EC2146802A}"/>
          </ac:spMkLst>
        </pc:spChg>
        <pc:spChg chg="add mod">
          <ac:chgData name="Carmen" userId="854005f4-386e-4134-9c36-452f82ab7859" providerId="ADAL" clId="{1E80718B-2587-494C-AE6F-0EE140603E86}" dt="2025-03-04T21:00:30.501" v="1508" actId="14100"/>
          <ac:spMkLst>
            <pc:docMk/>
            <pc:sldMk cId="921010934" sldId="2147473071"/>
            <ac:spMk id="86" creationId="{C5732F08-52FE-0DBD-9FD4-1693BC6EE5BC}"/>
          </ac:spMkLst>
        </pc:spChg>
        <pc:spChg chg="mod">
          <ac:chgData name="Carmen" userId="854005f4-386e-4134-9c36-452f82ab7859" providerId="ADAL" clId="{1E80718B-2587-494C-AE6F-0EE140603E86}" dt="2025-03-04T21:00:57.791" v="1509"/>
          <ac:spMkLst>
            <pc:docMk/>
            <pc:sldMk cId="921010934" sldId="2147473071"/>
            <ac:spMk id="103" creationId="{A6940930-627F-1C83-0415-D7F6AD8838E7}"/>
          </ac:spMkLst>
        </pc:spChg>
        <pc:spChg chg="mod">
          <ac:chgData name="Carmen" userId="854005f4-386e-4134-9c36-452f82ab7859" providerId="ADAL" clId="{1E80718B-2587-494C-AE6F-0EE140603E86}" dt="2025-03-04T21:00:57.791" v="1509"/>
          <ac:spMkLst>
            <pc:docMk/>
            <pc:sldMk cId="921010934" sldId="2147473071"/>
            <ac:spMk id="105" creationId="{E086548A-0A8D-792E-6F6F-3BB5D935EFE8}"/>
          </ac:spMkLst>
        </pc:spChg>
        <pc:spChg chg="mod">
          <ac:chgData name="Carmen" userId="854005f4-386e-4134-9c36-452f82ab7859" providerId="ADAL" clId="{1E80718B-2587-494C-AE6F-0EE140603E86}" dt="2025-03-04T21:00:57.791" v="1509"/>
          <ac:spMkLst>
            <pc:docMk/>
            <pc:sldMk cId="921010934" sldId="2147473071"/>
            <ac:spMk id="106" creationId="{CF7EB315-C924-12B3-6CCB-06719F9247A1}"/>
          </ac:spMkLst>
        </pc:spChg>
        <pc:spChg chg="mod">
          <ac:chgData name="Carmen" userId="854005f4-386e-4134-9c36-452f82ab7859" providerId="ADAL" clId="{1E80718B-2587-494C-AE6F-0EE140603E86}" dt="2025-03-04T21:00:57.791" v="1509"/>
          <ac:spMkLst>
            <pc:docMk/>
            <pc:sldMk cId="921010934" sldId="2147473071"/>
            <ac:spMk id="109" creationId="{392A9486-9A71-462C-A97F-189DF7684C30}"/>
          </ac:spMkLst>
        </pc:spChg>
        <pc:spChg chg="mod">
          <ac:chgData name="Carmen" userId="854005f4-386e-4134-9c36-452f82ab7859" providerId="ADAL" clId="{1E80718B-2587-494C-AE6F-0EE140603E86}" dt="2025-03-04T21:00:57.791" v="1509"/>
          <ac:spMkLst>
            <pc:docMk/>
            <pc:sldMk cId="921010934" sldId="2147473071"/>
            <ac:spMk id="111" creationId="{5157534F-741D-C630-CF54-E6489C9D0013}"/>
          </ac:spMkLst>
        </pc:spChg>
        <pc:spChg chg="mod">
          <ac:chgData name="Carmen" userId="854005f4-386e-4134-9c36-452f82ab7859" providerId="ADAL" clId="{1E80718B-2587-494C-AE6F-0EE140603E86}" dt="2025-03-04T21:00:57.791" v="1509"/>
          <ac:spMkLst>
            <pc:docMk/>
            <pc:sldMk cId="921010934" sldId="2147473071"/>
            <ac:spMk id="115" creationId="{CEA8B9C7-0AB4-ADCC-B7CB-362521503FE8}"/>
          </ac:spMkLst>
        </pc:spChg>
        <pc:spChg chg="mod">
          <ac:chgData name="Carmen" userId="854005f4-386e-4134-9c36-452f82ab7859" providerId="ADAL" clId="{1E80718B-2587-494C-AE6F-0EE140603E86}" dt="2025-03-04T21:00:57.791" v="1509"/>
          <ac:spMkLst>
            <pc:docMk/>
            <pc:sldMk cId="921010934" sldId="2147473071"/>
            <ac:spMk id="116" creationId="{5034CFD0-D794-32A0-4CAE-5B322F290FEE}"/>
          </ac:spMkLst>
        </pc:spChg>
        <pc:spChg chg="mod">
          <ac:chgData name="Carmen" userId="854005f4-386e-4134-9c36-452f82ab7859" providerId="ADAL" clId="{1E80718B-2587-494C-AE6F-0EE140603E86}" dt="2025-03-04T21:00:57.791" v="1509"/>
          <ac:spMkLst>
            <pc:docMk/>
            <pc:sldMk cId="921010934" sldId="2147473071"/>
            <ac:spMk id="117" creationId="{0D906CAD-E1C4-8A44-AAD9-D34182DBE32B}"/>
          </ac:spMkLst>
        </pc:spChg>
        <pc:spChg chg="mod">
          <ac:chgData name="Carmen" userId="854005f4-386e-4134-9c36-452f82ab7859" providerId="ADAL" clId="{1E80718B-2587-494C-AE6F-0EE140603E86}" dt="2025-03-04T21:00:57.791" v="1509"/>
          <ac:spMkLst>
            <pc:docMk/>
            <pc:sldMk cId="921010934" sldId="2147473071"/>
            <ac:spMk id="118" creationId="{48D6BB6B-81ED-F029-CFAF-0FC6E90C6416}"/>
          </ac:spMkLst>
        </pc:spChg>
        <pc:spChg chg="mod">
          <ac:chgData name="Carmen" userId="854005f4-386e-4134-9c36-452f82ab7859" providerId="ADAL" clId="{1E80718B-2587-494C-AE6F-0EE140603E86}" dt="2025-03-04T21:00:57.791" v="1509"/>
          <ac:spMkLst>
            <pc:docMk/>
            <pc:sldMk cId="921010934" sldId="2147473071"/>
            <ac:spMk id="121" creationId="{06218855-CD0A-4E7E-C4FC-2E9901A64197}"/>
          </ac:spMkLst>
        </pc:spChg>
        <pc:spChg chg="add del mod">
          <ac:chgData name="Carmen" userId="854005f4-386e-4134-9c36-452f82ab7859" providerId="ADAL" clId="{1E80718B-2587-494C-AE6F-0EE140603E86}" dt="2025-03-11T18:03:19.655" v="6154" actId="478"/>
          <ac:spMkLst>
            <pc:docMk/>
            <pc:sldMk cId="921010934" sldId="2147473071"/>
            <ac:spMk id="123" creationId="{CF1DE31A-A003-6314-535A-1B211EB4E1CD}"/>
          </ac:spMkLst>
        </pc:spChg>
        <pc:grpChg chg="mod">
          <ac:chgData name="Carmen" userId="854005f4-386e-4134-9c36-452f82ab7859" providerId="ADAL" clId="{1E80718B-2587-494C-AE6F-0EE140603E86}" dt="2025-03-04T21:00:02.120" v="1479" actId="1076"/>
          <ac:grpSpMkLst>
            <pc:docMk/>
            <pc:sldMk cId="921010934" sldId="2147473071"/>
            <ac:grpSpMk id="3" creationId="{43F7D5EC-2B4F-255E-E482-D32D8E489047}"/>
          </ac:grpSpMkLst>
        </pc:grpChg>
        <pc:grpChg chg="mod">
          <ac:chgData name="Carmen" userId="854005f4-386e-4134-9c36-452f82ab7859" providerId="ADAL" clId="{1E80718B-2587-494C-AE6F-0EE140603E86}" dt="2025-03-04T21:00:02.120" v="1479" actId="1076"/>
          <ac:grpSpMkLst>
            <pc:docMk/>
            <pc:sldMk cId="921010934" sldId="2147473071"/>
            <ac:grpSpMk id="50" creationId="{438C27EB-40B0-149C-5DDE-F7DC7395407A}"/>
          </ac:grpSpMkLst>
        </pc:grpChg>
        <pc:grpChg chg="mod">
          <ac:chgData name="Carmen" userId="854005f4-386e-4134-9c36-452f82ab7859" providerId="ADAL" clId="{1E80718B-2587-494C-AE6F-0EE140603E86}" dt="2025-03-04T21:00:02.120" v="1479" actId="1076"/>
          <ac:grpSpMkLst>
            <pc:docMk/>
            <pc:sldMk cId="921010934" sldId="2147473071"/>
            <ac:grpSpMk id="57" creationId="{FBB772FE-0D81-48C8-CD3D-7B0768088449}"/>
          </ac:grpSpMkLst>
        </pc:grpChg>
        <pc:grpChg chg="mod">
          <ac:chgData name="Carmen" userId="854005f4-386e-4134-9c36-452f82ab7859" providerId="ADAL" clId="{1E80718B-2587-494C-AE6F-0EE140603E86}" dt="2025-03-04T21:00:02.120" v="1479" actId="1076"/>
          <ac:grpSpMkLst>
            <pc:docMk/>
            <pc:sldMk cId="921010934" sldId="2147473071"/>
            <ac:grpSpMk id="63" creationId="{AAE056E9-6331-E67F-E9E2-E0E7A0A15661}"/>
          </ac:grpSpMkLst>
        </pc:grpChg>
        <pc:grpChg chg="mod">
          <ac:chgData name="Carmen" userId="854005f4-386e-4134-9c36-452f82ab7859" providerId="ADAL" clId="{1E80718B-2587-494C-AE6F-0EE140603E86}" dt="2025-03-04T21:01:02.749" v="1511" actId="1076"/>
          <ac:grpSpMkLst>
            <pc:docMk/>
            <pc:sldMk cId="921010934" sldId="2147473071"/>
            <ac:grpSpMk id="102" creationId="{40D5EB8A-C589-17A1-7D8F-608050F1DC08}"/>
          </ac:grpSpMkLst>
        </pc:grpChg>
      </pc:sldChg>
      <pc:sldChg chg="delSp modSp add mod ord">
        <pc:chgData name="Carmen" userId="854005f4-386e-4134-9c36-452f82ab7859" providerId="ADAL" clId="{1E80718B-2587-494C-AE6F-0EE140603E86}" dt="2025-03-11T18:03:16.531" v="6153" actId="478"/>
        <pc:sldMkLst>
          <pc:docMk/>
          <pc:sldMk cId="3669124840" sldId="2147473072"/>
        </pc:sldMkLst>
        <pc:spChg chg="mod">
          <ac:chgData name="Carmen" userId="854005f4-386e-4134-9c36-452f82ab7859" providerId="ADAL" clId="{1E80718B-2587-494C-AE6F-0EE140603E86}" dt="2025-03-04T21:03:53.060" v="1624" actId="20577"/>
          <ac:spMkLst>
            <pc:docMk/>
            <pc:sldMk cId="3669124840" sldId="2147473072"/>
            <ac:spMk id="5" creationId="{F15D1A19-C7EC-3441-07B8-D3FE9E744AD0}"/>
          </ac:spMkLst>
        </pc:spChg>
        <pc:spChg chg="del">
          <ac:chgData name="Carmen" userId="854005f4-386e-4134-9c36-452f82ab7859" providerId="ADAL" clId="{1E80718B-2587-494C-AE6F-0EE140603E86}" dt="2025-03-11T18:03:16.531" v="6153" actId="478"/>
          <ac:spMkLst>
            <pc:docMk/>
            <pc:sldMk cId="3669124840" sldId="2147473072"/>
            <ac:spMk id="233" creationId="{BFE0FC14-1027-5699-349A-AD6128A049F3}"/>
          </ac:spMkLst>
        </pc:spChg>
        <pc:spChg chg="del">
          <ac:chgData name="Carmen" userId="854005f4-386e-4134-9c36-452f82ab7859" providerId="ADAL" clId="{1E80718B-2587-494C-AE6F-0EE140603E86}" dt="2025-03-11T18:03:16.531" v="6153" actId="478"/>
          <ac:spMkLst>
            <pc:docMk/>
            <pc:sldMk cId="3669124840" sldId="2147473072"/>
            <ac:spMk id="234" creationId="{4BF2725B-6596-1004-2822-23A14FF16621}"/>
          </ac:spMkLst>
        </pc:spChg>
      </pc:sldChg>
      <pc:sldChg chg="delSp modSp add mod ord">
        <pc:chgData name="Carmen" userId="854005f4-386e-4134-9c36-452f82ab7859" providerId="ADAL" clId="{1E80718B-2587-494C-AE6F-0EE140603E86}" dt="2025-03-11T18:03:13.164" v="6152" actId="478"/>
        <pc:sldMkLst>
          <pc:docMk/>
          <pc:sldMk cId="3260872908" sldId="2147473073"/>
        </pc:sldMkLst>
        <pc:spChg chg="mod">
          <ac:chgData name="Carmen" userId="854005f4-386e-4134-9c36-452f82ab7859" providerId="ADAL" clId="{1E80718B-2587-494C-AE6F-0EE140603E86}" dt="2025-03-04T21:04:07.868" v="1634" actId="20577"/>
          <ac:spMkLst>
            <pc:docMk/>
            <pc:sldMk cId="3260872908" sldId="2147473073"/>
            <ac:spMk id="5" creationId="{2FCDA7B6-FF20-D880-1CD5-46C40CCBE470}"/>
          </ac:spMkLst>
        </pc:spChg>
        <pc:spChg chg="del">
          <ac:chgData name="Carmen" userId="854005f4-386e-4134-9c36-452f82ab7859" providerId="ADAL" clId="{1E80718B-2587-494C-AE6F-0EE140603E86}" dt="2025-03-11T18:03:13.164" v="6152" actId="478"/>
          <ac:spMkLst>
            <pc:docMk/>
            <pc:sldMk cId="3260872908" sldId="2147473073"/>
            <ac:spMk id="123" creationId="{4D8CB8BC-6F7B-8F26-3DC2-49E02C58D801}"/>
          </ac:spMkLst>
        </pc:spChg>
      </pc:sldChg>
      <pc:sldChg chg="add del setBg">
        <pc:chgData name="Carmen" userId="854005f4-386e-4134-9c36-452f82ab7859" providerId="ADAL" clId="{1E80718B-2587-494C-AE6F-0EE140603E86}" dt="2025-03-04T21:04:16.276" v="1636"/>
        <pc:sldMkLst>
          <pc:docMk/>
          <pc:sldMk cId="696887199" sldId="2147473074"/>
        </pc:sldMkLst>
      </pc:sldChg>
      <pc:sldChg chg="delSp modSp add mod">
        <pc:chgData name="Carmen" userId="854005f4-386e-4134-9c36-452f82ab7859" providerId="ADAL" clId="{1E80718B-2587-494C-AE6F-0EE140603E86}" dt="2025-03-11T18:03:09.319" v="6151" actId="478"/>
        <pc:sldMkLst>
          <pc:docMk/>
          <pc:sldMk cId="1798065518" sldId="2147473074"/>
        </pc:sldMkLst>
        <pc:spChg chg="mod">
          <ac:chgData name="Carmen" userId="854005f4-386e-4134-9c36-452f82ab7859" providerId="ADAL" clId="{1E80718B-2587-494C-AE6F-0EE140603E86}" dt="2025-03-04T21:04:24.662" v="1668" actId="20577"/>
          <ac:spMkLst>
            <pc:docMk/>
            <pc:sldMk cId="1798065518" sldId="2147473074"/>
            <ac:spMk id="5" creationId="{851A6FE9-4E51-7B74-FE23-04C44041ACDF}"/>
          </ac:spMkLst>
        </pc:spChg>
        <pc:spChg chg="del">
          <ac:chgData name="Carmen" userId="854005f4-386e-4134-9c36-452f82ab7859" providerId="ADAL" clId="{1E80718B-2587-494C-AE6F-0EE140603E86}" dt="2025-03-11T18:03:09.319" v="6151" actId="478"/>
          <ac:spMkLst>
            <pc:docMk/>
            <pc:sldMk cId="1798065518" sldId="2147473074"/>
            <ac:spMk id="233" creationId="{51D6DB29-38AD-BB04-9878-CC106D4F11A8}"/>
          </ac:spMkLst>
        </pc:spChg>
        <pc:spChg chg="del">
          <ac:chgData name="Carmen" userId="854005f4-386e-4134-9c36-452f82ab7859" providerId="ADAL" clId="{1E80718B-2587-494C-AE6F-0EE140603E86}" dt="2025-03-11T18:03:09.319" v="6151" actId="478"/>
          <ac:spMkLst>
            <pc:docMk/>
            <pc:sldMk cId="1798065518" sldId="2147473074"/>
            <ac:spMk id="234" creationId="{23804C48-0A56-7C38-3789-A2EC57178DD1}"/>
          </ac:spMkLst>
        </pc:spChg>
      </pc:sldChg>
      <pc:sldChg chg="delSp modSp add mod">
        <pc:chgData name="Carmen" userId="854005f4-386e-4134-9c36-452f82ab7859" providerId="ADAL" clId="{1E80718B-2587-494C-AE6F-0EE140603E86}" dt="2025-03-12T09:07:18.851" v="6157" actId="478"/>
        <pc:sldMkLst>
          <pc:docMk/>
          <pc:sldMk cId="1174502399" sldId="2147473075"/>
        </pc:sldMkLst>
        <pc:spChg chg="mod">
          <ac:chgData name="Carmen" userId="854005f4-386e-4134-9c36-452f82ab7859" providerId="ADAL" clId="{1E80718B-2587-494C-AE6F-0EE140603E86}" dt="2025-03-04T21:04:30.408" v="1679" actId="20577"/>
          <ac:spMkLst>
            <pc:docMk/>
            <pc:sldMk cId="1174502399" sldId="2147473075"/>
            <ac:spMk id="5" creationId="{F0F76358-C3F8-5CF7-50F0-C5B1CB3F41A7}"/>
          </ac:spMkLst>
        </pc:spChg>
        <pc:spChg chg="del">
          <ac:chgData name="Carmen" userId="854005f4-386e-4134-9c36-452f82ab7859" providerId="ADAL" clId="{1E80718B-2587-494C-AE6F-0EE140603E86}" dt="2025-03-12T09:07:18.851" v="6157" actId="478"/>
          <ac:spMkLst>
            <pc:docMk/>
            <pc:sldMk cId="1174502399" sldId="2147473075"/>
            <ac:spMk id="123" creationId="{21CA71C3-3F58-CE4F-C0DA-A24226ADA208}"/>
          </ac:spMkLst>
        </pc:spChg>
      </pc:sldChg>
      <pc:sldChg chg="add del setBg">
        <pc:chgData name="Carmen" userId="854005f4-386e-4134-9c36-452f82ab7859" providerId="ADAL" clId="{1E80718B-2587-494C-AE6F-0EE140603E86}" dt="2025-03-04T21:04:16.276" v="1636"/>
        <pc:sldMkLst>
          <pc:docMk/>
          <pc:sldMk cId="2970602300" sldId="2147473075"/>
        </pc:sldMkLst>
      </pc:sldChg>
      <pc:sldChg chg="addSp delSp modSp add mod">
        <pc:chgData name="Carmen" userId="854005f4-386e-4134-9c36-452f82ab7859" providerId="ADAL" clId="{1E80718B-2587-494C-AE6F-0EE140603E86}" dt="2025-03-11T08:12:27.296" v="6114" actId="14100"/>
        <pc:sldMkLst>
          <pc:docMk/>
          <pc:sldMk cId="1828146150" sldId="2147473076"/>
        </pc:sldMkLst>
        <pc:spChg chg="mod">
          <ac:chgData name="Carmen" userId="854005f4-386e-4134-9c36-452f82ab7859" providerId="ADAL" clId="{1E80718B-2587-494C-AE6F-0EE140603E86}" dt="2025-03-10T17:14:54.368" v="2691" actId="20577"/>
          <ac:spMkLst>
            <pc:docMk/>
            <pc:sldMk cId="1828146150" sldId="2147473076"/>
            <ac:spMk id="5" creationId="{9AE5FDD0-FA92-2660-9442-5DDDB94F5DF0}"/>
          </ac:spMkLst>
        </pc:spChg>
        <pc:spChg chg="mod">
          <ac:chgData name="Carmen" userId="854005f4-386e-4134-9c36-452f82ab7859" providerId="ADAL" clId="{1E80718B-2587-494C-AE6F-0EE140603E86}" dt="2025-03-11T08:11:16.018" v="6101" actId="20577"/>
          <ac:spMkLst>
            <pc:docMk/>
            <pc:sldMk cId="1828146150" sldId="2147473076"/>
            <ac:spMk id="6" creationId="{64D8BCF3-4048-CB6B-C9E7-D50AED7959A9}"/>
          </ac:spMkLst>
        </pc:spChg>
        <pc:spChg chg="mod">
          <ac:chgData name="Carmen" userId="854005f4-386e-4134-9c36-452f82ab7859" providerId="ADAL" clId="{1E80718B-2587-494C-AE6F-0EE140603E86}" dt="2025-03-10T17:13:04.055" v="2650" actId="403"/>
          <ac:spMkLst>
            <pc:docMk/>
            <pc:sldMk cId="1828146150" sldId="2147473076"/>
            <ac:spMk id="7" creationId="{058E90A9-DC11-B7CE-6CD9-C0B7123F23DF}"/>
          </ac:spMkLst>
        </pc:spChg>
        <pc:spChg chg="add mod">
          <ac:chgData name="Carmen" userId="854005f4-386e-4134-9c36-452f82ab7859" providerId="ADAL" clId="{1E80718B-2587-494C-AE6F-0EE140603E86}" dt="2025-03-10T18:01:12.629" v="4431" actId="1076"/>
          <ac:spMkLst>
            <pc:docMk/>
            <pc:sldMk cId="1828146150" sldId="2147473076"/>
            <ac:spMk id="45" creationId="{E716E0A8-758D-551A-FCF5-34A880C97FF4}"/>
          </ac:spMkLst>
        </pc:spChg>
        <pc:spChg chg="add mod">
          <ac:chgData name="Carmen" userId="854005f4-386e-4134-9c36-452f82ab7859" providerId="ADAL" clId="{1E80718B-2587-494C-AE6F-0EE140603E86}" dt="2025-03-11T08:12:27.296" v="6114" actId="14100"/>
          <ac:spMkLst>
            <pc:docMk/>
            <pc:sldMk cId="1828146150" sldId="2147473076"/>
            <ac:spMk id="46" creationId="{1F30B2EB-B145-9C9B-4952-22B35FA81EC6}"/>
          </ac:spMkLst>
        </pc:spChg>
        <pc:spChg chg="add mod">
          <ac:chgData name="Carmen" userId="854005f4-386e-4134-9c36-452f82ab7859" providerId="ADAL" clId="{1E80718B-2587-494C-AE6F-0EE140603E86}" dt="2025-03-10T18:03:07.585" v="4695" actId="20577"/>
          <ac:spMkLst>
            <pc:docMk/>
            <pc:sldMk cId="1828146150" sldId="2147473076"/>
            <ac:spMk id="47" creationId="{F2428E5E-04FC-14A6-32A5-DE8609EFD513}"/>
          </ac:spMkLst>
        </pc:spChg>
        <pc:spChg chg="add mod">
          <ac:chgData name="Carmen" userId="854005f4-386e-4134-9c36-452f82ab7859" providerId="ADAL" clId="{1E80718B-2587-494C-AE6F-0EE140603E86}" dt="2025-03-10T18:05:05.405" v="4911" actId="114"/>
          <ac:spMkLst>
            <pc:docMk/>
            <pc:sldMk cId="1828146150" sldId="2147473076"/>
            <ac:spMk id="48" creationId="{85CDB6C4-C6DF-2083-8436-5F1A9138AB88}"/>
          </ac:spMkLst>
        </pc:spChg>
        <pc:spChg chg="add mod">
          <ac:chgData name="Carmen" userId="854005f4-386e-4134-9c36-452f82ab7859" providerId="ADAL" clId="{1E80718B-2587-494C-AE6F-0EE140603E86}" dt="2025-03-10T18:07:33.264" v="5017" actId="113"/>
          <ac:spMkLst>
            <pc:docMk/>
            <pc:sldMk cId="1828146150" sldId="2147473076"/>
            <ac:spMk id="49" creationId="{2CA4D8B4-DA45-33EF-B98C-AAFFBBF6A8A4}"/>
          </ac:spMkLst>
        </pc:spChg>
        <pc:spChg chg="mod">
          <ac:chgData name="Carmen" userId="854005f4-386e-4134-9c36-452f82ab7859" providerId="ADAL" clId="{1E80718B-2587-494C-AE6F-0EE140603E86}" dt="2025-03-10T18:32:21.420" v="6063" actId="207"/>
          <ac:spMkLst>
            <pc:docMk/>
            <pc:sldMk cId="1828146150" sldId="2147473076"/>
            <ac:spMk id="51" creationId="{56B9BD32-ABF8-553B-6C05-1DDFE65A9E22}"/>
          </ac:spMkLst>
        </pc:spChg>
        <pc:spChg chg="mod">
          <ac:chgData name="Carmen" userId="854005f4-386e-4134-9c36-452f82ab7859" providerId="ADAL" clId="{1E80718B-2587-494C-AE6F-0EE140603E86}" dt="2025-03-10T18:32:21.420" v="6063" actId="207"/>
          <ac:spMkLst>
            <pc:docMk/>
            <pc:sldMk cId="1828146150" sldId="2147473076"/>
            <ac:spMk id="52" creationId="{03B49FA9-8987-C335-2CA1-60CB5199F750}"/>
          </ac:spMkLst>
        </pc:spChg>
        <pc:spChg chg="add mod">
          <ac:chgData name="Carmen" userId="854005f4-386e-4134-9c36-452f82ab7859" providerId="ADAL" clId="{1E80718B-2587-494C-AE6F-0EE140603E86}" dt="2025-03-10T18:32:36.896" v="6068" actId="207"/>
          <ac:spMkLst>
            <pc:docMk/>
            <pc:sldMk cId="1828146150" sldId="2147473076"/>
            <ac:spMk id="54" creationId="{A7B053B1-F1E8-3046-6230-C5FF645424BD}"/>
          </ac:spMkLst>
        </pc:spChg>
        <pc:spChg chg="add mod">
          <ac:chgData name="Carmen" userId="854005f4-386e-4134-9c36-452f82ab7859" providerId="ADAL" clId="{1E80718B-2587-494C-AE6F-0EE140603E86}" dt="2025-03-10T18:32:36.896" v="6068" actId="207"/>
          <ac:spMkLst>
            <pc:docMk/>
            <pc:sldMk cId="1828146150" sldId="2147473076"/>
            <ac:spMk id="55" creationId="{C8291D07-37D0-0042-8ACD-6AD221EAA837}"/>
          </ac:spMkLst>
        </pc:spChg>
        <pc:spChg chg="add mod">
          <ac:chgData name="Carmen" userId="854005f4-386e-4134-9c36-452f82ab7859" providerId="ADAL" clId="{1E80718B-2587-494C-AE6F-0EE140603E86}" dt="2025-03-10T18:33:18.345" v="6075" actId="207"/>
          <ac:spMkLst>
            <pc:docMk/>
            <pc:sldMk cId="1828146150" sldId="2147473076"/>
            <ac:spMk id="59" creationId="{807FF774-C00B-BAD3-AB3E-724EECD814C0}"/>
          </ac:spMkLst>
        </pc:spChg>
        <pc:spChg chg="add mod">
          <ac:chgData name="Carmen" userId="854005f4-386e-4134-9c36-452f82ab7859" providerId="ADAL" clId="{1E80718B-2587-494C-AE6F-0EE140603E86}" dt="2025-03-10T18:33:18.345" v="6075" actId="207"/>
          <ac:spMkLst>
            <pc:docMk/>
            <pc:sldMk cId="1828146150" sldId="2147473076"/>
            <ac:spMk id="60" creationId="{CBA9509D-2F5B-C290-FE19-BEB9F27E52BA}"/>
          </ac:spMkLst>
        </pc:spChg>
        <pc:spChg chg="add mod">
          <ac:chgData name="Carmen" userId="854005f4-386e-4134-9c36-452f82ab7859" providerId="ADAL" clId="{1E80718B-2587-494C-AE6F-0EE140603E86}" dt="2025-03-10T18:33:18.345" v="6075" actId="207"/>
          <ac:spMkLst>
            <pc:docMk/>
            <pc:sldMk cId="1828146150" sldId="2147473076"/>
            <ac:spMk id="61" creationId="{250213AE-430C-2117-C886-15D55EAA4229}"/>
          </ac:spMkLst>
        </pc:spChg>
        <pc:spChg chg="add mod">
          <ac:chgData name="Carmen" userId="854005f4-386e-4134-9c36-452f82ab7859" providerId="ADAL" clId="{1E80718B-2587-494C-AE6F-0EE140603E86}" dt="2025-03-10T18:33:18.345" v="6075" actId="207"/>
          <ac:spMkLst>
            <pc:docMk/>
            <pc:sldMk cId="1828146150" sldId="2147473076"/>
            <ac:spMk id="62" creationId="{54098D57-2956-A0CB-441C-C909E9334EB2}"/>
          </ac:spMkLst>
        </pc:spChg>
        <pc:spChg chg="add mod">
          <ac:chgData name="Carmen" userId="854005f4-386e-4134-9c36-452f82ab7859" providerId="ADAL" clId="{1E80718B-2587-494C-AE6F-0EE140603E86}" dt="2025-03-10T18:33:18.345" v="6075" actId="207"/>
          <ac:spMkLst>
            <pc:docMk/>
            <pc:sldMk cId="1828146150" sldId="2147473076"/>
            <ac:spMk id="63" creationId="{A874200F-8423-9E69-A852-C5B0EE9F4D12}"/>
          </ac:spMkLst>
        </pc:spChg>
        <pc:spChg chg="add mod">
          <ac:chgData name="Carmen" userId="854005f4-386e-4134-9c36-452f82ab7859" providerId="ADAL" clId="{1E80718B-2587-494C-AE6F-0EE140603E86}" dt="2025-03-10T18:33:18.345" v="6075" actId="207"/>
          <ac:spMkLst>
            <pc:docMk/>
            <pc:sldMk cId="1828146150" sldId="2147473076"/>
            <ac:spMk id="64" creationId="{CA4CFFA2-DCB9-FEA4-2411-2C53B0DA686D}"/>
          </ac:spMkLst>
        </pc:spChg>
        <pc:spChg chg="add mod">
          <ac:chgData name="Carmen" userId="854005f4-386e-4134-9c36-452f82ab7859" providerId="ADAL" clId="{1E80718B-2587-494C-AE6F-0EE140603E86}" dt="2025-03-10T18:33:18.345" v="6075" actId="207"/>
          <ac:spMkLst>
            <pc:docMk/>
            <pc:sldMk cId="1828146150" sldId="2147473076"/>
            <ac:spMk id="65" creationId="{B31C5673-2042-02BA-489D-E541E1C7136F}"/>
          </ac:spMkLst>
        </pc:spChg>
        <pc:spChg chg="add mod">
          <ac:chgData name="Carmen" userId="854005f4-386e-4134-9c36-452f82ab7859" providerId="ADAL" clId="{1E80718B-2587-494C-AE6F-0EE140603E86}" dt="2025-03-10T18:33:18.345" v="6075" actId="207"/>
          <ac:spMkLst>
            <pc:docMk/>
            <pc:sldMk cId="1828146150" sldId="2147473076"/>
            <ac:spMk id="66" creationId="{CC64DAE6-C329-DE2D-375E-169E6F9606C1}"/>
          </ac:spMkLst>
        </pc:spChg>
        <pc:grpChg chg="add mod">
          <ac:chgData name="Carmen" userId="854005f4-386e-4134-9c36-452f82ab7859" providerId="ADAL" clId="{1E80718B-2587-494C-AE6F-0EE140603E86}" dt="2025-03-10T18:32:21.420" v="6063" actId="207"/>
          <ac:grpSpMkLst>
            <pc:docMk/>
            <pc:sldMk cId="1828146150" sldId="2147473076"/>
            <ac:grpSpMk id="50" creationId="{DF253683-D05A-7DDC-7F73-3BCCC0F719B6}"/>
          </ac:grpSpMkLst>
        </pc:grpChg>
        <pc:grpChg chg="add mod">
          <ac:chgData name="Carmen" userId="854005f4-386e-4134-9c36-452f82ab7859" providerId="ADAL" clId="{1E80718B-2587-494C-AE6F-0EE140603E86}" dt="2025-03-10T18:32:36.896" v="6068" actId="207"/>
          <ac:grpSpMkLst>
            <pc:docMk/>
            <pc:sldMk cId="1828146150" sldId="2147473076"/>
            <ac:grpSpMk id="53" creationId="{B72C4FEB-F54C-FC34-277C-B360C66C2DD9}"/>
          </ac:grpSpMkLst>
        </pc:grpChg>
        <pc:grpChg chg="add mod">
          <ac:chgData name="Carmen" userId="854005f4-386e-4134-9c36-452f82ab7859" providerId="ADAL" clId="{1E80718B-2587-494C-AE6F-0EE140603E86}" dt="2025-03-10T18:33:25.700" v="6077" actId="14100"/>
          <ac:grpSpMkLst>
            <pc:docMk/>
            <pc:sldMk cId="1828146150" sldId="2147473076"/>
            <ac:grpSpMk id="58" creationId="{9B4958FD-88A0-5E57-47F5-2A3F57D619D5}"/>
          </ac:grpSpMkLst>
        </pc:grpChg>
        <pc:grpChg chg="mod">
          <ac:chgData name="Carmen" userId="854005f4-386e-4134-9c36-452f82ab7859" providerId="ADAL" clId="{1E80718B-2587-494C-AE6F-0EE140603E86}" dt="2025-03-10T18:01:12.629" v="4431" actId="1076"/>
          <ac:grpSpMkLst>
            <pc:docMk/>
            <pc:sldMk cId="1828146150" sldId="2147473076"/>
            <ac:grpSpMk id="184" creationId="{3C47E464-370F-803F-BD4B-E9072B1A8FEF}"/>
          </ac:grpSpMkLst>
        </pc:grpChg>
        <pc:picChg chg="add mod">
          <ac:chgData name="Carmen" userId="854005f4-386e-4134-9c36-452f82ab7859" providerId="ADAL" clId="{1E80718B-2587-494C-AE6F-0EE140603E86}" dt="2025-03-04T21:04:58.353" v="1684"/>
          <ac:picMkLst>
            <pc:docMk/>
            <pc:sldMk cId="1828146150" sldId="2147473076"/>
            <ac:picMk id="2" creationId="{DB380033-FC4D-7194-E794-7F1676ADC3CA}"/>
          </ac:picMkLst>
        </pc:picChg>
        <pc:picChg chg="add mod">
          <ac:chgData name="Carmen" userId="854005f4-386e-4134-9c36-452f82ab7859" providerId="ADAL" clId="{1E80718B-2587-494C-AE6F-0EE140603E86}" dt="2025-03-10T18:33:07.733" v="6072" actId="1076"/>
          <ac:picMkLst>
            <pc:docMk/>
            <pc:sldMk cId="1828146150" sldId="2147473076"/>
            <ac:picMk id="57" creationId="{A94E4478-F963-3CE9-7798-E4765C9C95F7}"/>
          </ac:picMkLst>
        </pc:picChg>
        <pc:cxnChg chg="mod">
          <ac:chgData name="Carmen" userId="854005f4-386e-4134-9c36-452f82ab7859" providerId="ADAL" clId="{1E80718B-2587-494C-AE6F-0EE140603E86}" dt="2025-03-10T18:01:12.629" v="4431" actId="1076"/>
          <ac:cxnSpMkLst>
            <pc:docMk/>
            <pc:sldMk cId="1828146150" sldId="2147473076"/>
            <ac:cxnSpMk id="188" creationId="{790BF69D-D465-6EB8-AFAF-EFADD7BB979E}"/>
          </ac:cxnSpMkLst>
        </pc:cxnChg>
        <pc:cxnChg chg="mod">
          <ac:chgData name="Carmen" userId="854005f4-386e-4134-9c36-452f82ab7859" providerId="ADAL" clId="{1E80718B-2587-494C-AE6F-0EE140603E86}" dt="2025-03-10T18:01:12.629" v="4431" actId="1076"/>
          <ac:cxnSpMkLst>
            <pc:docMk/>
            <pc:sldMk cId="1828146150" sldId="2147473076"/>
            <ac:cxnSpMk id="189" creationId="{C9756BA0-962B-6745-806F-6EF5D6E7FE58}"/>
          </ac:cxnSpMkLst>
        </pc:cxnChg>
        <pc:cxnChg chg="mod">
          <ac:chgData name="Carmen" userId="854005f4-386e-4134-9c36-452f82ab7859" providerId="ADAL" clId="{1E80718B-2587-494C-AE6F-0EE140603E86}" dt="2025-03-10T18:01:12.629" v="4431" actId="1076"/>
          <ac:cxnSpMkLst>
            <pc:docMk/>
            <pc:sldMk cId="1828146150" sldId="2147473076"/>
            <ac:cxnSpMk id="208" creationId="{5FAAC797-2A64-B36F-8585-3AE0EAB7BF05}"/>
          </ac:cxnSpMkLst>
        </pc:cxnChg>
        <pc:cxnChg chg="mod">
          <ac:chgData name="Carmen" userId="854005f4-386e-4134-9c36-452f82ab7859" providerId="ADAL" clId="{1E80718B-2587-494C-AE6F-0EE140603E86}" dt="2025-03-10T18:01:12.629" v="4431" actId="1076"/>
          <ac:cxnSpMkLst>
            <pc:docMk/>
            <pc:sldMk cId="1828146150" sldId="2147473076"/>
            <ac:cxnSpMk id="209" creationId="{6781E110-D5E9-637C-4DE1-0360ECAAD9F9}"/>
          </ac:cxnSpMkLst>
        </pc:cxnChg>
      </pc:sldChg>
      <pc:sldChg chg="add del setBg">
        <pc:chgData name="Carmen" userId="854005f4-386e-4134-9c36-452f82ab7859" providerId="ADAL" clId="{1E80718B-2587-494C-AE6F-0EE140603E86}" dt="2025-03-04T21:04:37.101" v="1681"/>
        <pc:sldMkLst>
          <pc:docMk/>
          <pc:sldMk cId="3702364857" sldId="2147473076"/>
        </pc:sldMkLst>
      </pc:sldChg>
      <pc:sldChg chg="addSp delSp modSp add mod modAnim">
        <pc:chgData name="Carmen" userId="854005f4-386e-4134-9c36-452f82ab7859" providerId="ADAL" clId="{1E80718B-2587-494C-AE6F-0EE140603E86}" dt="2025-03-11T08:10:25.574" v="6100" actId="313"/>
        <pc:sldMkLst>
          <pc:docMk/>
          <pc:sldMk cId="578284234" sldId="2147473077"/>
        </pc:sldMkLst>
        <pc:spChg chg="mod">
          <ac:chgData name="Carmen" userId="854005f4-386e-4134-9c36-452f82ab7859" providerId="ADAL" clId="{1E80718B-2587-494C-AE6F-0EE140603E86}" dt="2025-03-11T08:10:25.574" v="6100" actId="313"/>
          <ac:spMkLst>
            <pc:docMk/>
            <pc:sldMk cId="578284234" sldId="2147473077"/>
            <ac:spMk id="5" creationId="{046DB5D7-7560-0CA3-E0C8-68D043CCAC1E}"/>
          </ac:spMkLst>
        </pc:spChg>
        <pc:spChg chg="add mod">
          <ac:chgData name="Carmen" userId="854005f4-386e-4134-9c36-452f82ab7859" providerId="ADAL" clId="{1E80718B-2587-494C-AE6F-0EE140603E86}" dt="2025-03-10T18:27:32.584" v="6023" actId="1038"/>
          <ac:spMkLst>
            <pc:docMk/>
            <pc:sldMk cId="578284234" sldId="2147473077"/>
            <ac:spMk id="15" creationId="{8A270DDB-780E-10A8-8AD1-BE92A70D83A8}"/>
          </ac:spMkLst>
        </pc:spChg>
        <pc:spChg chg="add mod">
          <ac:chgData name="Carmen" userId="854005f4-386e-4134-9c36-452f82ab7859" providerId="ADAL" clId="{1E80718B-2587-494C-AE6F-0EE140603E86}" dt="2025-03-10T18:27:32.584" v="6023" actId="1038"/>
          <ac:spMkLst>
            <pc:docMk/>
            <pc:sldMk cId="578284234" sldId="2147473077"/>
            <ac:spMk id="16" creationId="{18411A76-CB18-C08D-13E9-08616E93B3B7}"/>
          </ac:spMkLst>
        </pc:spChg>
        <pc:spChg chg="add mod">
          <ac:chgData name="Carmen" userId="854005f4-386e-4134-9c36-452f82ab7859" providerId="ADAL" clId="{1E80718B-2587-494C-AE6F-0EE140603E86}" dt="2025-03-10T18:27:32.584" v="6023" actId="1038"/>
          <ac:spMkLst>
            <pc:docMk/>
            <pc:sldMk cId="578284234" sldId="2147473077"/>
            <ac:spMk id="17" creationId="{DC6F01AC-D4E4-D0B2-3754-3DCC04ABBF0D}"/>
          </ac:spMkLst>
        </pc:spChg>
        <pc:spChg chg="add mod">
          <ac:chgData name="Carmen" userId="854005f4-386e-4134-9c36-452f82ab7859" providerId="ADAL" clId="{1E80718B-2587-494C-AE6F-0EE140603E86}" dt="2025-03-10T18:33:48.533" v="6085" actId="1036"/>
          <ac:spMkLst>
            <pc:docMk/>
            <pc:sldMk cId="578284234" sldId="2147473077"/>
            <ac:spMk id="18" creationId="{BBC68748-9847-7D2E-75B5-9D51C05E1E6F}"/>
          </ac:spMkLst>
        </pc:spChg>
        <pc:spChg chg="mod">
          <ac:chgData name="Carmen" userId="854005f4-386e-4134-9c36-452f82ab7859" providerId="ADAL" clId="{1E80718B-2587-494C-AE6F-0EE140603E86}" dt="2025-03-10T18:32:00.717" v="6056" actId="208"/>
          <ac:spMkLst>
            <pc:docMk/>
            <pc:sldMk cId="578284234" sldId="2147473077"/>
            <ac:spMk id="24" creationId="{DA3CC1C0-EC26-86E2-8C5B-D77950891F55}"/>
          </ac:spMkLst>
        </pc:spChg>
        <pc:spChg chg="mod">
          <ac:chgData name="Carmen" userId="854005f4-386e-4134-9c36-452f82ab7859" providerId="ADAL" clId="{1E80718B-2587-494C-AE6F-0EE140603E86}" dt="2025-03-10T18:32:00.717" v="6056" actId="208"/>
          <ac:spMkLst>
            <pc:docMk/>
            <pc:sldMk cId="578284234" sldId="2147473077"/>
            <ac:spMk id="25" creationId="{8C4B0958-7948-B038-20FF-F4D044C5A786}"/>
          </ac:spMkLst>
        </pc:spChg>
        <pc:spChg chg="mod topLvl">
          <ac:chgData name="Carmen" userId="854005f4-386e-4134-9c36-452f82ab7859" providerId="ADAL" clId="{1E80718B-2587-494C-AE6F-0EE140603E86}" dt="2025-03-10T18:33:41.936" v="6079" actId="1076"/>
          <ac:spMkLst>
            <pc:docMk/>
            <pc:sldMk cId="578284234" sldId="2147473077"/>
            <ac:spMk id="65" creationId="{4BFEAA56-7997-EF65-C93F-6F8896BB8636}"/>
          </ac:spMkLst>
        </pc:spChg>
        <pc:spChg chg="mod">
          <ac:chgData name="Carmen" userId="854005f4-386e-4134-9c36-452f82ab7859" providerId="ADAL" clId="{1E80718B-2587-494C-AE6F-0EE140603E86}" dt="2025-03-10T18:19:51.508" v="5325" actId="1035"/>
          <ac:spMkLst>
            <pc:docMk/>
            <pc:sldMk cId="578284234" sldId="2147473077"/>
            <ac:spMk id="86" creationId="{BA559582-C358-09DA-B2C1-52EBDFC16AB6}"/>
          </ac:spMkLst>
        </pc:spChg>
        <pc:grpChg chg="mod">
          <ac:chgData name="Carmen" userId="854005f4-386e-4134-9c36-452f82ab7859" providerId="ADAL" clId="{1E80718B-2587-494C-AE6F-0EE140603E86}" dt="2025-03-10T18:27:32.584" v="6023" actId="1038"/>
          <ac:grpSpMkLst>
            <pc:docMk/>
            <pc:sldMk cId="578284234" sldId="2147473077"/>
            <ac:grpSpMk id="3" creationId="{6B2604C7-C73D-5E89-0B5D-5B9E59160407}"/>
          </ac:grpSpMkLst>
        </pc:grpChg>
        <pc:grpChg chg="add mod">
          <ac:chgData name="Carmen" userId="854005f4-386e-4134-9c36-452f82ab7859" providerId="ADAL" clId="{1E80718B-2587-494C-AE6F-0EE140603E86}" dt="2025-03-11T08:10:20.744" v="6097" actId="1076"/>
          <ac:grpSpMkLst>
            <pc:docMk/>
            <pc:sldMk cId="578284234" sldId="2147473077"/>
            <ac:grpSpMk id="23" creationId="{D2FC5557-FF66-9537-2EFA-80CBB789B223}"/>
          </ac:grpSpMkLst>
        </pc:grpChg>
        <pc:grpChg chg="mod">
          <ac:chgData name="Carmen" userId="854005f4-386e-4134-9c36-452f82ab7859" providerId="ADAL" clId="{1E80718B-2587-494C-AE6F-0EE140603E86}" dt="2025-03-10T18:27:32.584" v="6023" actId="1038"/>
          <ac:grpSpMkLst>
            <pc:docMk/>
            <pc:sldMk cId="578284234" sldId="2147473077"/>
            <ac:grpSpMk id="50" creationId="{A51E8B2E-E235-4324-FC26-8EB75737BC79}"/>
          </ac:grpSpMkLst>
        </pc:grpChg>
        <pc:grpChg chg="mod">
          <ac:chgData name="Carmen" userId="854005f4-386e-4134-9c36-452f82ab7859" providerId="ADAL" clId="{1E80718B-2587-494C-AE6F-0EE140603E86}" dt="2025-03-10T18:27:32.584" v="6023" actId="1038"/>
          <ac:grpSpMkLst>
            <pc:docMk/>
            <pc:sldMk cId="578284234" sldId="2147473077"/>
            <ac:grpSpMk id="57" creationId="{24C1800E-67F4-9443-1905-016A07444C41}"/>
          </ac:grpSpMkLst>
        </pc:grpChg>
        <pc:grpChg chg="mod">
          <ac:chgData name="Carmen" userId="854005f4-386e-4134-9c36-452f82ab7859" providerId="ADAL" clId="{1E80718B-2587-494C-AE6F-0EE140603E86}" dt="2025-03-10T18:19:51.508" v="5325" actId="1035"/>
          <ac:grpSpMkLst>
            <pc:docMk/>
            <pc:sldMk cId="578284234" sldId="2147473077"/>
            <ac:grpSpMk id="102" creationId="{5E6334A7-4610-6D63-5C7B-4C5FCF7CC1E8}"/>
          </ac:grpSpMkLst>
        </pc:grpChg>
        <pc:picChg chg="add mod">
          <ac:chgData name="Carmen" userId="854005f4-386e-4134-9c36-452f82ab7859" providerId="ADAL" clId="{1E80718B-2587-494C-AE6F-0EE140603E86}" dt="2025-03-04T21:05:01.907" v="1686"/>
          <ac:picMkLst>
            <pc:docMk/>
            <pc:sldMk cId="578284234" sldId="2147473077"/>
            <ac:picMk id="2" creationId="{1858621C-B47C-DAEB-473B-5892C418C71F}"/>
          </ac:picMkLst>
        </pc:picChg>
        <pc:picChg chg="add mod">
          <ac:chgData name="Carmen" userId="854005f4-386e-4134-9c36-452f82ab7859" providerId="ADAL" clId="{1E80718B-2587-494C-AE6F-0EE140603E86}" dt="2025-03-10T18:27:06.149" v="5998" actId="14861"/>
          <ac:picMkLst>
            <pc:docMk/>
            <pc:sldMk cId="578284234" sldId="2147473077"/>
            <ac:picMk id="12" creationId="{E91469A9-1CE9-0F0A-82A1-D0711104EB22}"/>
          </ac:picMkLst>
        </pc:picChg>
        <pc:picChg chg="add mod">
          <ac:chgData name="Carmen" userId="854005f4-386e-4134-9c36-452f82ab7859" providerId="ADAL" clId="{1E80718B-2587-494C-AE6F-0EE140603E86}" dt="2025-03-10T18:27:16.606" v="6000" actId="14861"/>
          <ac:picMkLst>
            <pc:docMk/>
            <pc:sldMk cId="578284234" sldId="2147473077"/>
            <ac:picMk id="14" creationId="{DB450579-5448-947F-0B1D-B8C420051D89}"/>
          </ac:picMkLst>
        </pc:picChg>
        <pc:picChg chg="add mod">
          <ac:chgData name="Carmen" userId="854005f4-386e-4134-9c36-452f82ab7859" providerId="ADAL" clId="{1E80718B-2587-494C-AE6F-0EE140603E86}" dt="2025-03-10T18:28:43.155" v="6037" actId="208"/>
          <ac:picMkLst>
            <pc:docMk/>
            <pc:sldMk cId="578284234" sldId="2147473077"/>
            <ac:picMk id="22" creationId="{06A531BC-3BF1-C51F-70E4-08BB558102D1}"/>
          </ac:picMkLst>
        </pc:picChg>
        <pc:cxnChg chg="mod">
          <ac:chgData name="Carmen" userId="854005f4-386e-4134-9c36-452f82ab7859" providerId="ADAL" clId="{1E80718B-2587-494C-AE6F-0EE140603E86}" dt="2025-03-11T08:10:21.420" v="6098" actId="1036"/>
          <ac:cxnSpMkLst>
            <pc:docMk/>
            <pc:sldMk cId="578284234" sldId="2147473077"/>
            <ac:cxnSpMk id="64" creationId="{D69CCDA2-D7EF-5A49-4BF1-9B3A09B56DF2}"/>
          </ac:cxnSpMkLst>
        </pc:cxnChg>
      </pc:sldChg>
      <pc:sldChg chg="add del setBg">
        <pc:chgData name="Carmen" userId="854005f4-386e-4134-9c36-452f82ab7859" providerId="ADAL" clId="{1E80718B-2587-494C-AE6F-0EE140603E86}" dt="2025-03-04T21:04:37.101" v="1681"/>
        <pc:sldMkLst>
          <pc:docMk/>
          <pc:sldMk cId="2553250425" sldId="2147473077"/>
        </pc:sldMkLst>
      </pc:sldChg>
      <pc:sldChg chg="add del setBg">
        <pc:chgData name="Carmen" userId="854005f4-386e-4134-9c36-452f82ab7859" providerId="ADAL" clId="{1E80718B-2587-494C-AE6F-0EE140603E86}" dt="2025-03-04T21:06:13.980" v="1913"/>
        <pc:sldMkLst>
          <pc:docMk/>
          <pc:sldMk cId="3116580033" sldId="2147473078"/>
        </pc:sldMkLst>
      </pc:sldChg>
      <pc:sldChg chg="addSp delSp modSp add mod">
        <pc:chgData name="Carmen" userId="854005f4-386e-4134-9c36-452f82ab7859" providerId="ADAL" clId="{1E80718B-2587-494C-AE6F-0EE140603E86}" dt="2025-03-12T09:07:31.966" v="6165" actId="1076"/>
        <pc:sldMkLst>
          <pc:docMk/>
          <pc:sldMk cId="3736246245" sldId="2147473078"/>
        </pc:sldMkLst>
        <pc:spChg chg="mod">
          <ac:chgData name="Carmen" userId="854005f4-386e-4134-9c36-452f82ab7859" providerId="ADAL" clId="{1E80718B-2587-494C-AE6F-0EE140603E86}" dt="2025-03-04T21:07:08.407" v="1948" actId="20577"/>
          <ac:spMkLst>
            <pc:docMk/>
            <pc:sldMk cId="3736246245" sldId="2147473078"/>
            <ac:spMk id="5" creationId="{31A9FDD1-0050-6EE3-7DDA-391C3D77E39D}"/>
          </ac:spMkLst>
        </pc:spChg>
        <pc:spChg chg="mod">
          <ac:chgData name="Carmen" userId="854005f4-386e-4134-9c36-452f82ab7859" providerId="ADAL" clId="{1E80718B-2587-494C-AE6F-0EE140603E86}" dt="2025-03-04T21:06:41.921" v="1924" actId="20577"/>
          <ac:spMkLst>
            <pc:docMk/>
            <pc:sldMk cId="3736246245" sldId="2147473078"/>
            <ac:spMk id="233" creationId="{B87ED64D-92EF-FB95-D48E-33B3CC4A4AF9}"/>
          </ac:spMkLst>
        </pc:spChg>
        <pc:picChg chg="mod">
          <ac:chgData name="Carmen" userId="854005f4-386e-4134-9c36-452f82ab7859" providerId="ADAL" clId="{1E80718B-2587-494C-AE6F-0EE140603E86}" dt="2025-03-12T09:07:31.039" v="6163" actId="1076"/>
          <ac:picMkLst>
            <pc:docMk/>
            <pc:sldMk cId="3736246245" sldId="2147473078"/>
            <ac:picMk id="2" creationId="{5D91CA90-ACC2-30C4-56C8-AAA02CF47CF5}"/>
          </ac:picMkLst>
        </pc:picChg>
        <pc:picChg chg="add mod">
          <ac:chgData name="Carmen" userId="854005f4-386e-4134-9c36-452f82ab7859" providerId="ADAL" clId="{1E80718B-2587-494C-AE6F-0EE140603E86}" dt="2025-03-04T21:06:31.258" v="1916"/>
          <ac:picMkLst>
            <pc:docMk/>
            <pc:sldMk cId="3736246245" sldId="2147473078"/>
            <ac:picMk id="3" creationId="{091707DE-C7F9-76C7-C304-817641FDFB59}"/>
          </ac:picMkLst>
        </pc:picChg>
        <pc:picChg chg="mod">
          <ac:chgData name="Carmen" userId="854005f4-386e-4134-9c36-452f82ab7859" providerId="ADAL" clId="{1E80718B-2587-494C-AE6F-0EE140603E86}" dt="2025-03-12T09:07:31.435" v="6164" actId="1076"/>
          <ac:picMkLst>
            <pc:docMk/>
            <pc:sldMk cId="3736246245" sldId="2147473078"/>
            <ac:picMk id="4" creationId="{7F110A5A-EEC1-8B9B-5B18-07F3B616943A}"/>
          </ac:picMkLst>
        </pc:picChg>
        <pc:picChg chg="mod">
          <ac:chgData name="Carmen" userId="854005f4-386e-4134-9c36-452f82ab7859" providerId="ADAL" clId="{1E80718B-2587-494C-AE6F-0EE140603E86}" dt="2025-03-12T09:07:31.966" v="6165" actId="1076"/>
          <ac:picMkLst>
            <pc:docMk/>
            <pc:sldMk cId="3736246245" sldId="2147473078"/>
            <ac:picMk id="45" creationId="{508B7B69-7398-52A8-936F-ADFEE774EC65}"/>
          </ac:picMkLst>
        </pc:picChg>
      </pc:sldChg>
      <pc:sldChg chg="addSp delSp modSp add mod">
        <pc:chgData name="Carmen" userId="854005f4-386e-4134-9c36-452f82ab7859" providerId="ADAL" clId="{1E80718B-2587-494C-AE6F-0EE140603E86}" dt="2025-03-04T21:07:22.220" v="1978" actId="20577"/>
        <pc:sldMkLst>
          <pc:docMk/>
          <pc:sldMk cId="851051177" sldId="2147473079"/>
        </pc:sldMkLst>
        <pc:spChg chg="mod">
          <ac:chgData name="Carmen" userId="854005f4-386e-4134-9c36-452f82ab7859" providerId="ADAL" clId="{1E80718B-2587-494C-AE6F-0EE140603E86}" dt="2025-03-04T21:07:22.220" v="1978" actId="20577"/>
          <ac:spMkLst>
            <pc:docMk/>
            <pc:sldMk cId="851051177" sldId="2147473079"/>
            <ac:spMk id="5" creationId="{96AD49A1-AB7E-9A02-C9EA-DD5E2013E316}"/>
          </ac:spMkLst>
        </pc:spChg>
        <pc:spChg chg="mod">
          <ac:chgData name="Carmen" userId="854005f4-386e-4134-9c36-452f82ab7859" providerId="ADAL" clId="{1E80718B-2587-494C-AE6F-0EE140603E86}" dt="2025-03-04T21:06:38.065" v="1921" actId="20577"/>
          <ac:spMkLst>
            <pc:docMk/>
            <pc:sldMk cId="851051177" sldId="2147473079"/>
            <ac:spMk id="123" creationId="{260F3AD9-BCB8-A3B9-744B-20E9461C3CA8}"/>
          </ac:spMkLst>
        </pc:spChg>
        <pc:picChg chg="add mod">
          <ac:chgData name="Carmen" userId="854005f4-386e-4134-9c36-452f82ab7859" providerId="ADAL" clId="{1E80718B-2587-494C-AE6F-0EE140603E86}" dt="2025-03-04T21:06:35.233" v="1918"/>
          <ac:picMkLst>
            <pc:docMk/>
            <pc:sldMk cId="851051177" sldId="2147473079"/>
            <ac:picMk id="4" creationId="{CDA937B8-3ACF-5550-5805-52610DC7429E}"/>
          </ac:picMkLst>
        </pc:picChg>
      </pc:sldChg>
      <pc:sldChg chg="add del setBg">
        <pc:chgData name="Carmen" userId="854005f4-386e-4134-9c36-452f82ab7859" providerId="ADAL" clId="{1E80718B-2587-494C-AE6F-0EE140603E86}" dt="2025-03-04T21:06:13.980" v="1913"/>
        <pc:sldMkLst>
          <pc:docMk/>
          <pc:sldMk cId="3924902479" sldId="2147473079"/>
        </pc:sldMkLst>
      </pc:sldChg>
      <pc:sldChg chg="addSp delSp modSp add mod">
        <pc:chgData name="Carmen" userId="854005f4-386e-4134-9c36-452f82ab7859" providerId="ADAL" clId="{1E80718B-2587-494C-AE6F-0EE140603E86}" dt="2025-03-10T18:31:27.475" v="6048" actId="21"/>
        <pc:sldMkLst>
          <pc:docMk/>
          <pc:sldMk cId="2873754903" sldId="2147473080"/>
        </pc:sldMkLst>
        <pc:spChg chg="mod">
          <ac:chgData name="Carmen" userId="854005f4-386e-4134-9c36-452f82ab7859" providerId="ADAL" clId="{1E80718B-2587-494C-AE6F-0EE140603E86}" dt="2025-03-04T21:07:56.552" v="2006" actId="20577"/>
          <ac:spMkLst>
            <pc:docMk/>
            <pc:sldMk cId="2873754903" sldId="2147473080"/>
            <ac:spMk id="5" creationId="{4019E8B8-1EBC-4551-61FA-5118EDB4699E}"/>
          </ac:spMkLst>
        </pc:spChg>
        <pc:spChg chg="mod">
          <ac:chgData name="Carmen" userId="854005f4-386e-4134-9c36-452f82ab7859" providerId="ADAL" clId="{1E80718B-2587-494C-AE6F-0EE140603E86}" dt="2025-03-04T21:08:01.515" v="2014" actId="20577"/>
          <ac:spMkLst>
            <pc:docMk/>
            <pc:sldMk cId="2873754903" sldId="2147473080"/>
            <ac:spMk id="233" creationId="{94F0F5AA-43E7-4AA0-EA49-E12401F3396C}"/>
          </ac:spMkLst>
        </pc:spChg>
        <pc:picChg chg="add mod">
          <ac:chgData name="Carmen" userId="854005f4-386e-4134-9c36-452f82ab7859" providerId="ADAL" clId="{1E80718B-2587-494C-AE6F-0EE140603E86}" dt="2025-03-04T21:07:44.074" v="1983"/>
          <ac:picMkLst>
            <pc:docMk/>
            <pc:sldMk cId="2873754903" sldId="2147473080"/>
            <ac:picMk id="2" creationId="{0B00E648-3B3E-AF44-59FA-DE11916A8019}"/>
          </ac:picMkLst>
        </pc:picChg>
      </pc:sldChg>
      <pc:sldChg chg="add del setBg">
        <pc:chgData name="Carmen" userId="854005f4-386e-4134-9c36-452f82ab7859" providerId="ADAL" clId="{1E80718B-2587-494C-AE6F-0EE140603E86}" dt="2025-03-04T21:07:28.772" v="1980"/>
        <pc:sldMkLst>
          <pc:docMk/>
          <pc:sldMk cId="3646672430" sldId="2147473080"/>
        </pc:sldMkLst>
      </pc:sldChg>
      <pc:sldChg chg="add del setBg">
        <pc:chgData name="Carmen" userId="854005f4-386e-4134-9c36-452f82ab7859" providerId="ADAL" clId="{1E80718B-2587-494C-AE6F-0EE140603E86}" dt="2025-03-04T21:07:28.772" v="1980"/>
        <pc:sldMkLst>
          <pc:docMk/>
          <pc:sldMk cId="635647212" sldId="2147473081"/>
        </pc:sldMkLst>
      </pc:sldChg>
      <pc:sldChg chg="addSp delSp modSp add mod">
        <pc:chgData name="Carmen" userId="854005f4-386e-4134-9c36-452f82ab7859" providerId="ADAL" clId="{1E80718B-2587-494C-AE6F-0EE140603E86}" dt="2025-03-12T09:08:52.712" v="6166" actId="478"/>
        <pc:sldMkLst>
          <pc:docMk/>
          <pc:sldMk cId="3279836520" sldId="2147473081"/>
        </pc:sldMkLst>
        <pc:spChg chg="mod">
          <ac:chgData name="Carmen" userId="854005f4-386e-4134-9c36-452f82ab7859" providerId="ADAL" clId="{1E80718B-2587-494C-AE6F-0EE140603E86}" dt="2025-03-04T21:08:08.011" v="2035" actId="20577"/>
          <ac:spMkLst>
            <pc:docMk/>
            <pc:sldMk cId="3279836520" sldId="2147473081"/>
            <ac:spMk id="5" creationId="{92541016-965E-C8D9-E265-BFBFFE47538D}"/>
          </ac:spMkLst>
        </pc:spChg>
        <pc:spChg chg="del mod">
          <ac:chgData name="Carmen" userId="854005f4-386e-4134-9c36-452f82ab7859" providerId="ADAL" clId="{1E80718B-2587-494C-AE6F-0EE140603E86}" dt="2025-03-12T09:08:52.712" v="6166" actId="478"/>
          <ac:spMkLst>
            <pc:docMk/>
            <pc:sldMk cId="3279836520" sldId="2147473081"/>
            <ac:spMk id="123" creationId="{C7CD78C2-0FA6-2B0A-8D7E-60BB4F166E25}"/>
          </ac:spMkLst>
        </pc:spChg>
        <pc:picChg chg="add mod">
          <ac:chgData name="Carmen" userId="854005f4-386e-4134-9c36-452f82ab7859" providerId="ADAL" clId="{1E80718B-2587-494C-AE6F-0EE140603E86}" dt="2025-03-04T21:07:46.986" v="1985"/>
          <ac:picMkLst>
            <pc:docMk/>
            <pc:sldMk cId="3279836520" sldId="2147473081"/>
            <ac:picMk id="2" creationId="{BD7B5888-2E29-6634-E9FD-355826070E7E}"/>
          </ac:picMkLst>
        </pc:picChg>
      </pc:sldChg>
      <pc:sldChg chg="addSp delSp modSp add mod">
        <pc:chgData name="Carmen" userId="854005f4-386e-4134-9c36-452f82ab7859" providerId="ADAL" clId="{1E80718B-2587-494C-AE6F-0EE140603E86}" dt="2025-03-12T09:08:54.243" v="6167" actId="478"/>
        <pc:sldMkLst>
          <pc:docMk/>
          <pc:sldMk cId="190314297" sldId="2147473082"/>
        </pc:sldMkLst>
        <pc:spChg chg="mod">
          <ac:chgData name="Carmen" userId="854005f4-386e-4134-9c36-452f82ab7859" providerId="ADAL" clId="{1E80718B-2587-494C-AE6F-0EE140603E86}" dt="2025-03-04T21:09:02.273" v="2097" actId="20577"/>
          <ac:spMkLst>
            <pc:docMk/>
            <pc:sldMk cId="190314297" sldId="2147473082"/>
            <ac:spMk id="5" creationId="{AD74D5D8-06FA-D7B4-4605-65CE5E2A1ECA}"/>
          </ac:spMkLst>
        </pc:spChg>
        <pc:spChg chg="del">
          <ac:chgData name="Carmen" userId="854005f4-386e-4134-9c36-452f82ab7859" providerId="ADAL" clId="{1E80718B-2587-494C-AE6F-0EE140603E86}" dt="2025-03-12T09:08:54.243" v="6167" actId="478"/>
          <ac:spMkLst>
            <pc:docMk/>
            <pc:sldMk cId="190314297" sldId="2147473082"/>
            <ac:spMk id="233" creationId="{308CA3E5-AD0E-5CDF-EEC5-710024810F5C}"/>
          </ac:spMkLst>
        </pc:spChg>
        <pc:picChg chg="add mod">
          <ac:chgData name="Carmen" userId="854005f4-386e-4134-9c36-452f82ab7859" providerId="ADAL" clId="{1E80718B-2587-494C-AE6F-0EE140603E86}" dt="2025-03-04T21:09:49.302" v="2137"/>
          <ac:picMkLst>
            <pc:docMk/>
            <pc:sldMk cId="190314297" sldId="2147473082"/>
            <ac:picMk id="45" creationId="{C35819A6-BE5A-0833-C0B1-C07285F0F211}"/>
          </ac:picMkLst>
        </pc:picChg>
      </pc:sldChg>
      <pc:sldChg chg="add del setBg">
        <pc:chgData name="Carmen" userId="854005f4-386e-4134-9c36-452f82ab7859" providerId="ADAL" clId="{1E80718B-2587-494C-AE6F-0EE140603E86}" dt="2025-03-04T21:08:23.559" v="2044"/>
        <pc:sldMkLst>
          <pc:docMk/>
          <pc:sldMk cId="3116138025" sldId="2147473082"/>
        </pc:sldMkLst>
      </pc:sldChg>
      <pc:sldChg chg="add del setBg">
        <pc:chgData name="Carmen" userId="854005f4-386e-4134-9c36-452f82ab7859" providerId="ADAL" clId="{1E80718B-2587-494C-AE6F-0EE140603E86}" dt="2025-03-04T21:08:23.559" v="2044"/>
        <pc:sldMkLst>
          <pc:docMk/>
          <pc:sldMk cId="3191546628" sldId="2147473083"/>
        </pc:sldMkLst>
      </pc:sldChg>
      <pc:sldChg chg="addSp delSp modSp add mod">
        <pc:chgData name="Carmen" userId="854005f4-386e-4134-9c36-452f82ab7859" providerId="ADAL" clId="{1E80718B-2587-494C-AE6F-0EE140603E86}" dt="2025-03-12T09:08:56.616" v="6168" actId="478"/>
        <pc:sldMkLst>
          <pc:docMk/>
          <pc:sldMk cId="3338422706" sldId="2147473083"/>
        </pc:sldMkLst>
        <pc:spChg chg="mod">
          <ac:chgData name="Carmen" userId="854005f4-386e-4134-9c36-452f82ab7859" providerId="ADAL" clId="{1E80718B-2587-494C-AE6F-0EE140603E86}" dt="2025-03-04T21:09:21.264" v="2132" actId="20577"/>
          <ac:spMkLst>
            <pc:docMk/>
            <pc:sldMk cId="3338422706" sldId="2147473083"/>
            <ac:spMk id="5" creationId="{792534DA-7B68-1E71-16CF-915EE02E667A}"/>
          </ac:spMkLst>
        </pc:spChg>
        <pc:spChg chg="del">
          <ac:chgData name="Carmen" userId="854005f4-386e-4134-9c36-452f82ab7859" providerId="ADAL" clId="{1E80718B-2587-494C-AE6F-0EE140603E86}" dt="2025-03-12T09:08:56.616" v="6168" actId="478"/>
          <ac:spMkLst>
            <pc:docMk/>
            <pc:sldMk cId="3338422706" sldId="2147473083"/>
            <ac:spMk id="123" creationId="{AEBAD23C-426A-0495-7538-B71D0187D7D1}"/>
          </ac:spMkLst>
        </pc:spChg>
        <pc:picChg chg="add mod">
          <ac:chgData name="Carmen" userId="854005f4-386e-4134-9c36-452f82ab7859" providerId="ADAL" clId="{1E80718B-2587-494C-AE6F-0EE140603E86}" dt="2025-03-04T21:09:52.541" v="2139"/>
          <ac:picMkLst>
            <pc:docMk/>
            <pc:sldMk cId="3338422706" sldId="2147473083"/>
            <ac:picMk id="4" creationId="{054E57CA-596D-02DD-9D51-83CEB0490F91}"/>
          </ac:picMkLst>
        </pc:picChg>
      </pc:sldChg>
      <pc:sldChg chg="delSp mod">
        <pc:chgData name="Carmen" userId="854005f4-386e-4134-9c36-452f82ab7859" providerId="ADAL" clId="{1E80718B-2587-494C-AE6F-0EE140603E86}" dt="2025-03-11T17:36:37.574" v="6140" actId="478"/>
        <pc:sldMkLst>
          <pc:docMk/>
          <pc:sldMk cId="2608523531" sldId="2147473084"/>
        </pc:sldMkLst>
        <pc:spChg chg="del">
          <ac:chgData name="Carmen" userId="854005f4-386e-4134-9c36-452f82ab7859" providerId="ADAL" clId="{1E80718B-2587-494C-AE6F-0EE140603E86}" dt="2025-03-11T17:36:37.574" v="6140" actId="478"/>
          <ac:spMkLst>
            <pc:docMk/>
            <pc:sldMk cId="2608523531" sldId="2147473084"/>
            <ac:spMk id="5" creationId="{15072809-71C5-0CA5-DF42-700BBCD7012C}"/>
          </ac:spMkLst>
        </pc:spChg>
      </pc:sldChg>
      <pc:sldMasterChg chg="delSldLayout modSldLayout">
        <pc:chgData name="Carmen" userId="854005f4-386e-4134-9c36-452f82ab7859" providerId="ADAL" clId="{1E80718B-2587-494C-AE6F-0EE140603E86}" dt="2025-03-11T17:35:46.883" v="6133" actId="1076"/>
        <pc:sldMasterMkLst>
          <pc:docMk/>
          <pc:sldMasterMk cId="1879296500" sldId="2147483663"/>
        </pc:sldMasterMkLst>
        <pc:sldLayoutChg chg="del">
          <pc:chgData name="Carmen" userId="854005f4-386e-4134-9c36-452f82ab7859" providerId="ADAL" clId="{1E80718B-2587-494C-AE6F-0EE140603E86}" dt="2025-03-04T20:35:08.258" v="1160" actId="47"/>
          <pc:sldLayoutMkLst>
            <pc:docMk/>
            <pc:sldMasterMk cId="1879296500" sldId="2147483663"/>
            <pc:sldLayoutMk cId="2857871729" sldId="2147483670"/>
          </pc:sldLayoutMkLst>
        </pc:sldLayoutChg>
        <pc:sldLayoutChg chg="del">
          <pc:chgData name="Carmen" userId="854005f4-386e-4134-9c36-452f82ab7859" providerId="ADAL" clId="{1E80718B-2587-494C-AE6F-0EE140603E86}" dt="2025-03-04T20:31:15.277" v="1081" actId="47"/>
          <pc:sldLayoutMkLst>
            <pc:docMk/>
            <pc:sldMasterMk cId="1879296500" sldId="2147483663"/>
            <pc:sldLayoutMk cId="1822547506" sldId="2147483675"/>
          </pc:sldLayoutMkLst>
        </pc:sldLayoutChg>
        <pc:sldLayoutChg chg="delSp modSp mod">
          <pc:chgData name="Carmen" userId="854005f4-386e-4134-9c36-452f82ab7859" providerId="ADAL" clId="{1E80718B-2587-494C-AE6F-0EE140603E86}" dt="2025-03-11T17:35:46.883" v="6133" actId="1076"/>
          <pc:sldLayoutMkLst>
            <pc:docMk/>
            <pc:sldMasterMk cId="155888122" sldId="2147483648"/>
            <pc:sldLayoutMk cId="775531842" sldId="2147483676"/>
          </pc:sldLayoutMkLst>
          <pc:spChg chg="mod">
            <ac:chgData name="Carmen" userId="854005f4-386e-4134-9c36-452f82ab7859" providerId="ADAL" clId="{1E80718B-2587-494C-AE6F-0EE140603E86}" dt="2025-03-11T17:35:46.883" v="6133" actId="1076"/>
            <ac:spMkLst>
              <pc:docMk/>
              <pc:sldMasterMk cId="155888122" sldId="2147483648"/>
              <pc:sldLayoutMk cId="775531842" sldId="2147483676"/>
              <ac:spMk id="95" creationId="{00000000-0000-0000-0000-000000000000}"/>
            </ac:spMkLst>
          </pc:spChg>
          <pc:spChg chg="mod">
            <ac:chgData name="Carmen" userId="854005f4-386e-4134-9c36-452f82ab7859" providerId="ADAL" clId="{1E80718B-2587-494C-AE6F-0EE140603E86}" dt="2025-03-11T17:35:46.883" v="6133" actId="1076"/>
            <ac:spMkLst>
              <pc:docMk/>
              <pc:sldMasterMk cId="155888122" sldId="2147483648"/>
              <pc:sldLayoutMk cId="775531842" sldId="2147483676"/>
              <ac:spMk id="96" creationId="{00000000-0000-0000-0000-000000000000}"/>
            </ac:spMkLst>
          </pc:spChg>
          <pc:spChg chg="del">
            <ac:chgData name="Carmen" userId="854005f4-386e-4134-9c36-452f82ab7859" providerId="ADAL" clId="{1E80718B-2587-494C-AE6F-0EE140603E86}" dt="2025-03-11T17:35:42.370" v="6132" actId="478"/>
            <ac:spMkLst>
              <pc:docMk/>
              <pc:sldMasterMk cId="155888122" sldId="2147483648"/>
              <pc:sldLayoutMk cId="775531842" sldId="2147483676"/>
              <ac:spMk id="97" creationId="{00000000-0000-0000-0000-000000000000}"/>
            </ac:spMkLst>
          </pc:spChg>
          <pc:spChg chg="del">
            <ac:chgData name="Carmen" userId="854005f4-386e-4134-9c36-452f82ab7859" providerId="ADAL" clId="{1E80718B-2587-494C-AE6F-0EE140603E86}" dt="2025-03-11T17:35:42.370" v="6132" actId="478"/>
            <ac:spMkLst>
              <pc:docMk/>
              <pc:sldMasterMk cId="155888122" sldId="2147483648"/>
              <pc:sldLayoutMk cId="775531842" sldId="2147483676"/>
              <ac:spMk id="98" creationId="{00000000-0000-0000-0000-000000000000}"/>
            </ac:spMkLst>
          </pc:spChg>
          <pc:spChg chg="mod">
            <ac:chgData name="Carmen" userId="854005f4-386e-4134-9c36-452f82ab7859" providerId="ADAL" clId="{1E80718B-2587-494C-AE6F-0EE140603E86}" dt="2025-03-11T17:35:46.883" v="6133" actId="1076"/>
            <ac:spMkLst>
              <pc:docMk/>
              <pc:sldMasterMk cId="155888122" sldId="2147483648"/>
              <pc:sldLayoutMk cId="775531842" sldId="2147483676"/>
              <ac:spMk id="99" creationId="{00000000-0000-0000-0000-000000000000}"/>
            </ac:spMkLst>
          </pc:spChg>
          <pc:spChg chg="mod">
            <ac:chgData name="Carmen" userId="854005f4-386e-4134-9c36-452f82ab7859" providerId="ADAL" clId="{1E80718B-2587-494C-AE6F-0EE140603E86}" dt="2025-03-11T17:35:46.883" v="6133" actId="1076"/>
            <ac:spMkLst>
              <pc:docMk/>
              <pc:sldMasterMk cId="155888122" sldId="2147483648"/>
              <pc:sldLayoutMk cId="775531842" sldId="2147483676"/>
              <ac:spMk id="100" creationId="{00000000-0000-0000-0000-000000000000}"/>
            </ac:spMkLst>
          </pc:spChg>
          <pc:spChg chg="del">
            <ac:chgData name="Carmen" userId="854005f4-386e-4134-9c36-452f82ab7859" providerId="ADAL" clId="{1E80718B-2587-494C-AE6F-0EE140603E86}" dt="2025-03-11T17:35:42.370" v="6132" actId="478"/>
            <ac:spMkLst>
              <pc:docMk/>
              <pc:sldMasterMk cId="155888122" sldId="2147483648"/>
              <pc:sldLayoutMk cId="775531842" sldId="2147483676"/>
              <ac:spMk id="101" creationId="{00000000-0000-0000-0000-000000000000}"/>
            </ac:spMkLst>
          </pc:spChg>
          <pc:spChg chg="del">
            <ac:chgData name="Carmen" userId="854005f4-386e-4134-9c36-452f82ab7859" providerId="ADAL" clId="{1E80718B-2587-494C-AE6F-0EE140603E86}" dt="2025-03-11T17:35:42.370" v="6132" actId="478"/>
            <ac:spMkLst>
              <pc:docMk/>
              <pc:sldMasterMk cId="155888122" sldId="2147483648"/>
              <pc:sldLayoutMk cId="775531842" sldId="2147483676"/>
              <ac:spMk id="102" creationId="{00000000-0000-0000-0000-000000000000}"/>
            </ac:spMkLst>
          </pc:spChg>
          <pc:spChg chg="mod">
            <ac:chgData name="Carmen" userId="854005f4-386e-4134-9c36-452f82ab7859" providerId="ADAL" clId="{1E80718B-2587-494C-AE6F-0EE140603E86}" dt="2025-03-11T17:35:46.883" v="6133" actId="1076"/>
            <ac:spMkLst>
              <pc:docMk/>
              <pc:sldMasterMk cId="155888122" sldId="2147483648"/>
              <pc:sldLayoutMk cId="775531842" sldId="2147483676"/>
              <ac:spMk id="104" creationId="{00000000-0000-0000-0000-000000000000}"/>
            </ac:spMkLst>
          </pc:spChg>
          <pc:spChg chg="del">
            <ac:chgData name="Carmen" userId="854005f4-386e-4134-9c36-452f82ab7859" providerId="ADAL" clId="{1E80718B-2587-494C-AE6F-0EE140603E86}" dt="2025-03-11T17:35:42.370" v="6132" actId="478"/>
            <ac:spMkLst>
              <pc:docMk/>
              <pc:sldMasterMk cId="155888122" sldId="2147483648"/>
              <pc:sldLayoutMk cId="775531842" sldId="2147483676"/>
              <ac:spMk id="105" creationId="{00000000-0000-0000-0000-000000000000}"/>
            </ac:spMkLst>
          </pc:spChg>
          <pc:spChg chg="mod">
            <ac:chgData name="Carmen" userId="854005f4-386e-4134-9c36-452f82ab7859" providerId="ADAL" clId="{1E80718B-2587-494C-AE6F-0EE140603E86}" dt="2025-03-11T17:35:46.883" v="6133" actId="1076"/>
            <ac:spMkLst>
              <pc:docMk/>
              <pc:sldMasterMk cId="155888122" sldId="2147483648"/>
              <pc:sldLayoutMk cId="775531842" sldId="2147483676"/>
              <ac:spMk id="106" creationId="{00000000-0000-0000-0000-000000000000}"/>
            </ac:spMkLst>
          </pc:spChg>
          <pc:spChg chg="del">
            <ac:chgData name="Carmen" userId="854005f4-386e-4134-9c36-452f82ab7859" providerId="ADAL" clId="{1E80718B-2587-494C-AE6F-0EE140603E86}" dt="2025-03-11T17:35:42.370" v="6132" actId="478"/>
            <ac:spMkLst>
              <pc:docMk/>
              <pc:sldMasterMk cId="155888122" sldId="2147483648"/>
              <pc:sldLayoutMk cId="775531842" sldId="2147483676"/>
              <ac:spMk id="107" creationId="{00000000-0000-0000-0000-000000000000}"/>
            </ac:spMkLst>
          </pc:spChg>
          <pc:spChg chg="mod">
            <ac:chgData name="Carmen" userId="854005f4-386e-4134-9c36-452f82ab7859" providerId="ADAL" clId="{1E80718B-2587-494C-AE6F-0EE140603E86}" dt="2025-03-11T17:35:46.883" v="6133" actId="1076"/>
            <ac:spMkLst>
              <pc:docMk/>
              <pc:sldMasterMk cId="155888122" sldId="2147483648"/>
              <pc:sldLayoutMk cId="775531842" sldId="2147483676"/>
              <ac:spMk id="110" creationId="{00000000-0000-0000-0000-000000000000}"/>
            </ac:spMkLst>
          </pc:spChg>
          <pc:spChg chg="del">
            <ac:chgData name="Carmen" userId="854005f4-386e-4134-9c36-452f82ab7859" providerId="ADAL" clId="{1E80718B-2587-494C-AE6F-0EE140603E86}" dt="2025-03-11T17:35:42.370" v="6132" actId="478"/>
            <ac:spMkLst>
              <pc:docMk/>
              <pc:sldMasterMk cId="155888122" sldId="2147483648"/>
              <pc:sldLayoutMk cId="775531842" sldId="2147483676"/>
              <ac:spMk id="111" creationId="{00000000-0000-0000-0000-000000000000}"/>
            </ac:spMkLst>
          </pc:spChg>
          <pc:spChg chg="mod">
            <ac:chgData name="Carmen" userId="854005f4-386e-4134-9c36-452f82ab7859" providerId="ADAL" clId="{1E80718B-2587-494C-AE6F-0EE140603E86}" dt="2025-03-11T17:35:46.883" v="6133" actId="1076"/>
            <ac:spMkLst>
              <pc:docMk/>
              <pc:sldMasterMk cId="155888122" sldId="2147483648"/>
              <pc:sldLayoutMk cId="775531842" sldId="2147483676"/>
              <ac:spMk id="112" creationId="{00000000-0000-0000-0000-000000000000}"/>
            </ac:spMkLst>
          </pc:spChg>
          <pc:spChg chg="del">
            <ac:chgData name="Carmen" userId="854005f4-386e-4134-9c36-452f82ab7859" providerId="ADAL" clId="{1E80718B-2587-494C-AE6F-0EE140603E86}" dt="2025-03-11T17:35:42.370" v="6132" actId="478"/>
            <ac:spMkLst>
              <pc:docMk/>
              <pc:sldMasterMk cId="155888122" sldId="2147483648"/>
              <pc:sldLayoutMk cId="775531842" sldId="2147483676"/>
              <ac:spMk id="113" creationId="{00000000-0000-0000-0000-000000000000}"/>
            </ac:spMkLst>
          </pc:spChg>
        </pc:sldLayoutChg>
        <pc:sldLayoutChg chg="delSp modSp mod">
          <pc:chgData name="Carmen" userId="854005f4-386e-4134-9c36-452f82ab7859" providerId="ADAL" clId="{1E80718B-2587-494C-AE6F-0EE140603E86}" dt="2025-03-04T20:57:03.539" v="1395" actId="478"/>
          <pc:sldLayoutMkLst>
            <pc:docMk/>
            <pc:sldMasterMk cId="1879296500" sldId="2147483663"/>
            <pc:sldLayoutMk cId="2174395809" sldId="2147483683"/>
          </pc:sldLayoutMkLst>
        </pc:sldLayoutChg>
        <pc:sldLayoutChg chg="delSp del mod">
          <pc:chgData name="Carmen" userId="854005f4-386e-4134-9c36-452f82ab7859" providerId="ADAL" clId="{1E80718B-2587-494C-AE6F-0EE140603E86}" dt="2025-03-04T20:12:48.792" v="479" actId="47"/>
          <pc:sldLayoutMkLst>
            <pc:docMk/>
            <pc:sldMasterMk cId="1879296500" sldId="2147483663"/>
            <pc:sldLayoutMk cId="1673600652" sldId="2147483727"/>
          </pc:sldLayoutMkLst>
        </pc:sldLayoutChg>
      </pc:sldMasterChg>
      <pc:sldMasterChg chg="del delSldLayout">
        <pc:chgData name="Carmen" userId="854005f4-386e-4134-9c36-452f82ab7859" providerId="ADAL" clId="{1E80718B-2587-494C-AE6F-0EE140603E86}" dt="2025-03-04T19:51:52.807" v="67" actId="47"/>
        <pc:sldMasterMkLst>
          <pc:docMk/>
          <pc:sldMasterMk cId="2634861504" sldId="2147483663"/>
        </pc:sldMasterMkLst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293491330" sldId="2147483664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934479716" sldId="2147483665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2293063614" sldId="2147483666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2675904200" sldId="2147483667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897509168" sldId="2147483668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483327870" sldId="2147483669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991467219" sldId="2147483670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3357522386" sldId="2147483671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398750102" sldId="2147483672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2782608577" sldId="2147483673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372643034" sldId="2147483674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778829543" sldId="2147483675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861075858" sldId="2147483676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2603666228" sldId="2147483677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4204677724" sldId="2147483678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823190509" sldId="2147483679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579817192" sldId="2147483680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040047114" sldId="2147483681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3459304479" sldId="2147483682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368627121" sldId="2147483683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307790452" sldId="2147483684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329504775" sldId="2147483685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4226210402" sldId="2147483686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90496849" sldId="2147483687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96985571" sldId="2147483688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4051602291" sldId="2147483689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3616100524" sldId="2147483690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638418501" sldId="2147483691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2661708380" sldId="2147483692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063731403" sldId="2147483693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4191198513" sldId="2147483694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468727499" sldId="2147483695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3147985827" sldId="2147483696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51007204" sldId="2147483697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424282442" sldId="2147483698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778860542" sldId="2147483699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711227957" sldId="2147483700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2767092779" sldId="2147483701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2340191519" sldId="2147483702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3980169691" sldId="2147483703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3276303150" sldId="2147483704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2513416697" sldId="2147483705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3579294845" sldId="2147483706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3886795067" sldId="2147483707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701804200" sldId="2147483708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065581249" sldId="2147483709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812928656" sldId="2147483710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684560127" sldId="2147483711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228982979" sldId="2147483712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3872147648" sldId="2147483713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2811300869" sldId="2147483714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2528202565" sldId="2147483715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4220024216" sldId="2147483716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566781022" sldId="2147483717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696706662" sldId="2147483718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516170034" sldId="2147483719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491969189" sldId="2147483720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263241388" sldId="2147483721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4217587030" sldId="2147483722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337692708" sldId="2147483723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2388892291" sldId="2147483724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1127469960" sldId="2147483725"/>
          </pc:sldLayoutMkLst>
        </pc:sldLayoutChg>
        <pc:sldLayoutChg chg="del">
          <pc:chgData name="Carmen" userId="854005f4-386e-4134-9c36-452f82ab7859" providerId="ADAL" clId="{1E80718B-2587-494C-AE6F-0EE140603E86}" dt="2025-03-04T19:51:52.807" v="67" actId="47"/>
          <pc:sldLayoutMkLst>
            <pc:docMk/>
            <pc:sldMasterMk cId="2634861504" sldId="2147483663"/>
            <pc:sldLayoutMk cId="303461226" sldId="2147483726"/>
          </pc:sldLayoutMkLst>
        </pc:sldLayoutChg>
      </pc:sldMasterChg>
    </pc:docChg>
  </pc:docChgLst>
  <pc:docChgLst>
    <pc:chgData name="Carmen" userId="854005f4-386e-4134-9c36-452f82ab7859" providerId="ADAL" clId="{14D46038-593E-4843-ADFF-1C914A4516DC}"/>
    <pc:docChg chg="undo custSel modSld">
      <pc:chgData name="Carmen" userId="854005f4-386e-4134-9c36-452f82ab7859" providerId="ADAL" clId="{14D46038-593E-4843-ADFF-1C914A4516DC}" dt="2024-10-24T11:13:21.071" v="1" actId="1076"/>
      <pc:docMkLst>
        <pc:docMk/>
      </pc:docMkLst>
      <pc:sldChg chg="modSp mod">
        <pc:chgData name="Carmen" userId="854005f4-386e-4134-9c36-452f82ab7859" providerId="ADAL" clId="{14D46038-593E-4843-ADFF-1C914A4516DC}" dt="2024-10-24T11:13:21.071" v="1" actId="1076"/>
        <pc:sldMkLst>
          <pc:docMk/>
          <pc:sldMk cId="1859501054" sldId="2147473029"/>
        </pc:sldMkLst>
      </pc:sldChg>
    </pc:docChg>
  </pc:docChgLst>
  <pc:docChgLst>
    <pc:chgData name="Petrana" userId="S::petrana@markmanassociates.com::bb23e5b3-55bf-46ae-b277-eec30d29643c" providerId="AD" clId="Web-{4F1BE833-6567-8C6E-1EAE-C85BD36C363B}"/>
    <pc:docChg chg="modSld">
      <pc:chgData name="Petrana" userId="S::petrana@markmanassociates.com::bb23e5b3-55bf-46ae-b277-eec30d29643c" providerId="AD" clId="Web-{4F1BE833-6567-8C6E-1EAE-C85BD36C363B}" dt="2025-03-24T17:13:19.659" v="3"/>
      <pc:docMkLst>
        <pc:docMk/>
      </pc:docMkLst>
      <pc:sldChg chg="modSp">
        <pc:chgData name="Petrana" userId="S::petrana@markmanassociates.com::bb23e5b3-55bf-46ae-b277-eec30d29643c" providerId="AD" clId="Web-{4F1BE833-6567-8C6E-1EAE-C85BD36C363B}" dt="2025-03-24T17:13:19.659" v="3"/>
        <pc:sldMkLst>
          <pc:docMk/>
          <pc:sldMk cId="1781265913" sldId="2147473086"/>
        </pc:sldMkLst>
        <pc:spChg chg="mod">
          <ac:chgData name="Petrana" userId="S::petrana@markmanassociates.com::bb23e5b3-55bf-46ae-b277-eec30d29643c" providerId="AD" clId="Web-{4F1BE833-6567-8C6E-1EAE-C85BD36C363B}" dt="2025-03-24T17:13:19.659" v="3"/>
          <ac:spMkLst>
            <pc:docMk/>
            <pc:sldMk cId="1781265913" sldId="2147473086"/>
            <ac:spMk id="9" creationId="{10B2F552-1352-8388-19BF-82662D0266E0}"/>
          </ac:spMkLst>
        </pc:spChg>
      </pc:sldChg>
    </pc:docChg>
  </pc:docChgLst>
  <pc:docChgLst>
    <pc:chgData clId="Web-{4BCBB6DE-C4B4-3535-1267-E1DF615F17C1}"/>
    <pc:docChg chg="modSld">
      <pc:chgData name="" userId="" providerId="" clId="Web-{4BCBB6DE-C4B4-3535-1267-E1DF615F17C1}" dt="2025-03-12T09:27:52.307" v="1"/>
      <pc:docMkLst>
        <pc:docMk/>
      </pc:docMkLst>
      <pc:sldChg chg="addSp delSp">
        <pc:chgData name="" userId="" providerId="" clId="Web-{4BCBB6DE-C4B4-3535-1267-E1DF615F17C1}" dt="2025-03-12T09:27:52.307" v="1"/>
        <pc:sldMkLst>
          <pc:docMk/>
          <pc:sldMk cId="4293427498" sldId="2147473066"/>
        </pc:sldMkLst>
        <pc:picChg chg="add del">
          <ac:chgData name="" userId="" providerId="" clId="Web-{4BCBB6DE-C4B4-3535-1267-E1DF615F17C1}" dt="2025-03-12T09:27:52.307" v="1"/>
          <ac:picMkLst>
            <pc:docMk/>
            <pc:sldMk cId="4293427498" sldId="2147473066"/>
            <ac:picMk id="2" creationId="{C9F2FD17-722E-2965-77B9-B3DDD3196198}"/>
          </ac:picMkLst>
        </pc:picChg>
      </pc:sldChg>
    </pc:docChg>
  </pc:docChgLst>
  <pc:docChgLst>
    <pc:chgData name="Jan" userId="S::jan@markmanassociates.com::7e99bbe4-d659-4d18-b26e-b9569f789007" providerId="AD" clId="Web-{5FD23B2E-93AE-5C29-1988-7A5421655984}"/>
    <pc:docChg chg="modSld">
      <pc:chgData name="Jan" userId="S::jan@markmanassociates.com::7e99bbe4-d659-4d18-b26e-b9569f789007" providerId="AD" clId="Web-{5FD23B2E-93AE-5C29-1988-7A5421655984}" dt="2025-03-11T08:18:34.320" v="3"/>
      <pc:docMkLst>
        <pc:docMk/>
      </pc:docMkLst>
      <pc:sldChg chg="addSp modSp">
        <pc:chgData name="Jan" userId="S::jan@markmanassociates.com::7e99bbe4-d659-4d18-b26e-b9569f789007" providerId="AD" clId="Web-{5FD23B2E-93AE-5C29-1988-7A5421655984}" dt="2025-03-11T08:17:56.631" v="1"/>
        <pc:sldMkLst>
          <pc:docMk/>
          <pc:sldMk cId="3736246245" sldId="2147473078"/>
        </pc:sldMkLst>
        <pc:picChg chg="add mod">
          <ac:chgData name="Jan" userId="S::jan@markmanassociates.com::7e99bbe4-d659-4d18-b26e-b9569f789007" providerId="AD" clId="Web-{5FD23B2E-93AE-5C29-1988-7A5421655984}" dt="2025-03-11T08:17:31.615" v="0"/>
          <ac:picMkLst>
            <pc:docMk/>
            <pc:sldMk cId="3736246245" sldId="2147473078"/>
            <ac:picMk id="4" creationId="{7F110A5A-EEC1-8B9B-5B18-07F3B616943A}"/>
          </ac:picMkLst>
        </pc:picChg>
        <pc:picChg chg="add mod">
          <ac:chgData name="Jan" userId="S::jan@markmanassociates.com::7e99bbe4-d659-4d18-b26e-b9569f789007" providerId="AD" clId="Web-{5FD23B2E-93AE-5C29-1988-7A5421655984}" dt="2025-03-11T08:17:56.631" v="1"/>
          <ac:picMkLst>
            <pc:docMk/>
            <pc:sldMk cId="3736246245" sldId="2147473078"/>
            <ac:picMk id="45" creationId="{508B7B69-7398-52A8-936F-ADFEE774EC65}"/>
          </ac:picMkLst>
        </pc:picChg>
      </pc:sldChg>
      <pc:sldChg chg="addSp modSp">
        <pc:chgData name="Jan" userId="S::jan@markmanassociates.com::7e99bbe4-d659-4d18-b26e-b9569f789007" providerId="AD" clId="Web-{5FD23B2E-93AE-5C29-1988-7A5421655984}" dt="2025-03-11T08:18:34.320" v="3"/>
        <pc:sldMkLst>
          <pc:docMk/>
          <pc:sldMk cId="851051177" sldId="2147473079"/>
        </pc:sldMkLst>
        <pc:picChg chg="add mod">
          <ac:chgData name="Jan" userId="S::jan@markmanassociates.com::7e99bbe4-d659-4d18-b26e-b9569f789007" providerId="AD" clId="Web-{5FD23B2E-93AE-5C29-1988-7A5421655984}" dt="2025-03-11T08:18:12.851" v="2"/>
          <ac:picMkLst>
            <pc:docMk/>
            <pc:sldMk cId="851051177" sldId="2147473079"/>
            <ac:picMk id="2" creationId="{311EFC62-57FA-2227-2B67-A666B7FA0FD1}"/>
          </ac:picMkLst>
        </pc:picChg>
        <pc:picChg chg="add mod">
          <ac:chgData name="Jan" userId="S::jan@markmanassociates.com::7e99bbe4-d659-4d18-b26e-b9569f789007" providerId="AD" clId="Web-{5FD23B2E-93AE-5C29-1988-7A5421655984}" dt="2025-03-11T08:18:34.320" v="3"/>
          <ac:picMkLst>
            <pc:docMk/>
            <pc:sldMk cId="851051177" sldId="2147473079"/>
            <ac:picMk id="6" creationId="{D55014BF-F3C8-60F1-B47B-804F951D9D64}"/>
          </ac:picMkLst>
        </pc:picChg>
      </pc:sldChg>
    </pc:docChg>
  </pc:docChgLst>
  <pc:docChgLst>
    <pc:chgData name="Jan" userId="7e99bbe4-d659-4d18-b26e-b9569f789007" providerId="ADAL" clId="{1E656D1C-78CB-454E-B409-905700F72175}"/>
    <pc:docChg chg="custSel addSld delSld modSld modSection">
      <pc:chgData name="Jan" userId="7e99bbe4-d659-4d18-b26e-b9569f789007" providerId="ADAL" clId="{1E656D1C-78CB-454E-B409-905700F72175}" dt="2025-03-12T09:33:07.066" v="29" actId="478"/>
      <pc:docMkLst>
        <pc:docMk/>
      </pc:docMkLst>
      <pc:sldChg chg="add del setBg">
        <pc:chgData name="Jan" userId="7e99bbe4-d659-4d18-b26e-b9569f789007" providerId="ADAL" clId="{1E656D1C-78CB-454E-B409-905700F72175}" dt="2025-03-12T09:31:38.526" v="8" actId="2696"/>
        <pc:sldMkLst>
          <pc:docMk/>
          <pc:sldMk cId="3802242310" sldId="2147473063"/>
        </pc:sldMkLst>
      </pc:sldChg>
      <pc:sldChg chg="addSp delSp modSp mod delAnim modAnim">
        <pc:chgData name="Jan" userId="7e99bbe4-d659-4d18-b26e-b9569f789007" providerId="ADAL" clId="{1E656D1C-78CB-454E-B409-905700F72175}" dt="2025-03-12T09:31:42.522" v="9" actId="478"/>
        <pc:sldMkLst>
          <pc:docMk/>
          <pc:sldMk cId="4293427498" sldId="2147473066"/>
        </pc:sldMkLst>
        <pc:spChg chg="del">
          <ac:chgData name="Jan" userId="7e99bbe4-d659-4d18-b26e-b9569f789007" providerId="ADAL" clId="{1E656D1C-78CB-454E-B409-905700F72175}" dt="2025-03-12T09:30:52.731" v="3" actId="478"/>
          <ac:spMkLst>
            <pc:docMk/>
            <pc:sldMk cId="4293427498" sldId="2147473066"/>
            <ac:spMk id="4" creationId="{5348E29A-8F23-BE84-4C51-76989E8A4D7A}"/>
          </ac:spMkLst>
        </pc:spChg>
        <pc:spChg chg="del">
          <ac:chgData name="Jan" userId="7e99bbe4-d659-4d18-b26e-b9569f789007" providerId="ADAL" clId="{1E656D1C-78CB-454E-B409-905700F72175}" dt="2025-03-12T09:30:52.731" v="3" actId="478"/>
          <ac:spMkLst>
            <pc:docMk/>
            <pc:sldMk cId="4293427498" sldId="2147473066"/>
            <ac:spMk id="5" creationId="{15072809-71C5-0CA5-DF42-700BBCD7012C}"/>
          </ac:spMkLst>
        </pc:spChg>
        <pc:spChg chg="del">
          <ac:chgData name="Jan" userId="7e99bbe4-d659-4d18-b26e-b9569f789007" providerId="ADAL" clId="{1E656D1C-78CB-454E-B409-905700F72175}" dt="2025-03-12T09:30:52.731" v="3" actId="478"/>
          <ac:spMkLst>
            <pc:docMk/>
            <pc:sldMk cId="4293427498" sldId="2147473066"/>
            <ac:spMk id="6" creationId="{942A4450-5F2B-C924-3BBF-A9F7912CEBC8}"/>
          </ac:spMkLst>
        </pc:spChg>
        <pc:spChg chg="del">
          <ac:chgData name="Jan" userId="7e99bbe4-d659-4d18-b26e-b9569f789007" providerId="ADAL" clId="{1E656D1C-78CB-454E-B409-905700F72175}" dt="2025-03-12T09:30:56.443" v="5" actId="478"/>
          <ac:spMkLst>
            <pc:docMk/>
            <pc:sldMk cId="4293427498" sldId="2147473066"/>
            <ac:spMk id="9" creationId="{E01859ED-FAA6-1F2C-C962-322AC9B6401C}"/>
          </ac:spMkLst>
        </pc:spChg>
        <pc:spChg chg="add del mod">
          <ac:chgData name="Jan" userId="7e99bbe4-d659-4d18-b26e-b9569f789007" providerId="ADAL" clId="{1E656D1C-78CB-454E-B409-905700F72175}" dt="2025-03-12T09:30:55.397" v="4" actId="478"/>
          <ac:spMkLst>
            <pc:docMk/>
            <pc:sldMk cId="4293427498" sldId="2147473066"/>
            <ac:spMk id="10" creationId="{4531130D-6C2A-91D5-63EF-00C0F4B2392F}"/>
          </ac:spMkLst>
        </pc:spChg>
        <pc:spChg chg="add mod">
          <ac:chgData name="Jan" userId="7e99bbe4-d659-4d18-b26e-b9569f789007" providerId="ADAL" clId="{1E656D1C-78CB-454E-B409-905700F72175}" dt="2025-03-12T09:31:29.052" v="7"/>
          <ac:spMkLst>
            <pc:docMk/>
            <pc:sldMk cId="4293427498" sldId="2147473066"/>
            <ac:spMk id="11" creationId="{7846630C-D9DF-4C14-DAE6-80A62A8CC8B1}"/>
          </ac:spMkLst>
        </pc:spChg>
        <pc:spChg chg="add mod">
          <ac:chgData name="Jan" userId="7e99bbe4-d659-4d18-b26e-b9569f789007" providerId="ADAL" clId="{1E656D1C-78CB-454E-B409-905700F72175}" dt="2025-03-12T09:31:29.052" v="7"/>
          <ac:spMkLst>
            <pc:docMk/>
            <pc:sldMk cId="4293427498" sldId="2147473066"/>
            <ac:spMk id="12" creationId="{89C36EB0-B824-9C20-441D-AE5B8BEA441A}"/>
          </ac:spMkLst>
        </pc:spChg>
        <pc:spChg chg="add mod">
          <ac:chgData name="Jan" userId="7e99bbe4-d659-4d18-b26e-b9569f789007" providerId="ADAL" clId="{1E656D1C-78CB-454E-B409-905700F72175}" dt="2025-03-12T09:31:29.052" v="7"/>
          <ac:spMkLst>
            <pc:docMk/>
            <pc:sldMk cId="4293427498" sldId="2147473066"/>
            <ac:spMk id="13" creationId="{C7C1D968-C349-4BE0-87AA-4B22BD969C7D}"/>
          </ac:spMkLst>
        </pc:spChg>
        <pc:spChg chg="add mod">
          <ac:chgData name="Jan" userId="7e99bbe4-d659-4d18-b26e-b9569f789007" providerId="ADAL" clId="{1E656D1C-78CB-454E-B409-905700F72175}" dt="2025-03-12T09:31:29.052" v="7"/>
          <ac:spMkLst>
            <pc:docMk/>
            <pc:sldMk cId="4293427498" sldId="2147473066"/>
            <ac:spMk id="14" creationId="{77794949-3B6E-1C44-5658-7765ECD271EC}"/>
          </ac:spMkLst>
        </pc:spChg>
        <pc:spChg chg="add mod">
          <ac:chgData name="Jan" userId="7e99bbe4-d659-4d18-b26e-b9569f789007" providerId="ADAL" clId="{1E656D1C-78CB-454E-B409-905700F72175}" dt="2025-03-12T09:31:29.052" v="7"/>
          <ac:spMkLst>
            <pc:docMk/>
            <pc:sldMk cId="4293427498" sldId="2147473066"/>
            <ac:spMk id="15" creationId="{54EBA9A2-0B99-5473-D690-97D8F0481950}"/>
          </ac:spMkLst>
        </pc:spChg>
        <pc:spChg chg="add mod">
          <ac:chgData name="Jan" userId="7e99bbe4-d659-4d18-b26e-b9569f789007" providerId="ADAL" clId="{1E656D1C-78CB-454E-B409-905700F72175}" dt="2025-03-12T09:31:29.052" v="7"/>
          <ac:spMkLst>
            <pc:docMk/>
            <pc:sldMk cId="4293427498" sldId="2147473066"/>
            <ac:spMk id="16" creationId="{AD112047-4229-B4CC-8B9F-7D4B92D145B4}"/>
          </ac:spMkLst>
        </pc:spChg>
        <pc:spChg chg="add mod">
          <ac:chgData name="Jan" userId="7e99bbe4-d659-4d18-b26e-b9569f789007" providerId="ADAL" clId="{1E656D1C-78CB-454E-B409-905700F72175}" dt="2025-03-12T09:31:29.052" v="7"/>
          <ac:spMkLst>
            <pc:docMk/>
            <pc:sldMk cId="4293427498" sldId="2147473066"/>
            <ac:spMk id="17" creationId="{D53A0293-4EB2-6F57-A208-2660A602024E}"/>
          </ac:spMkLst>
        </pc:spChg>
        <pc:spChg chg="add mod">
          <ac:chgData name="Jan" userId="7e99bbe4-d659-4d18-b26e-b9569f789007" providerId="ADAL" clId="{1E656D1C-78CB-454E-B409-905700F72175}" dt="2025-03-12T09:31:29.052" v="7"/>
          <ac:spMkLst>
            <pc:docMk/>
            <pc:sldMk cId="4293427498" sldId="2147473066"/>
            <ac:spMk id="18" creationId="{FE0CC0CE-920E-C7AA-F4F7-4E30C369C3A0}"/>
          </ac:spMkLst>
        </pc:spChg>
        <pc:spChg chg="add mod">
          <ac:chgData name="Jan" userId="7e99bbe4-d659-4d18-b26e-b9569f789007" providerId="ADAL" clId="{1E656D1C-78CB-454E-B409-905700F72175}" dt="2025-03-12T09:31:29.052" v="7"/>
          <ac:spMkLst>
            <pc:docMk/>
            <pc:sldMk cId="4293427498" sldId="2147473066"/>
            <ac:spMk id="20" creationId="{BF97C10D-2FCB-5E34-E1EF-24C976A8BC4C}"/>
          </ac:spMkLst>
        </pc:spChg>
        <pc:spChg chg="del">
          <ac:chgData name="Jan" userId="7e99bbe4-d659-4d18-b26e-b9569f789007" providerId="ADAL" clId="{1E656D1C-78CB-454E-B409-905700F72175}" dt="2025-03-12T09:30:52.731" v="3" actId="478"/>
          <ac:spMkLst>
            <pc:docMk/>
            <pc:sldMk cId="4293427498" sldId="2147473066"/>
            <ac:spMk id="21" creationId="{227DD17A-B7CA-01B3-982D-3015FDD8ED5A}"/>
          </ac:spMkLst>
        </pc:spChg>
        <pc:spChg chg="del">
          <ac:chgData name="Jan" userId="7e99bbe4-d659-4d18-b26e-b9569f789007" providerId="ADAL" clId="{1E656D1C-78CB-454E-B409-905700F72175}" dt="2025-03-12T09:30:52.731" v="3" actId="478"/>
          <ac:spMkLst>
            <pc:docMk/>
            <pc:sldMk cId="4293427498" sldId="2147473066"/>
            <ac:spMk id="23" creationId="{7489747E-F2D7-9FB0-0076-890BE2254F2A}"/>
          </ac:spMkLst>
        </pc:spChg>
        <pc:spChg chg="add mod">
          <ac:chgData name="Jan" userId="7e99bbe4-d659-4d18-b26e-b9569f789007" providerId="ADAL" clId="{1E656D1C-78CB-454E-B409-905700F72175}" dt="2025-03-12T09:31:29.052" v="7"/>
          <ac:spMkLst>
            <pc:docMk/>
            <pc:sldMk cId="4293427498" sldId="2147473066"/>
            <ac:spMk id="24" creationId="{11FD7D37-4FD4-BE1C-B1D7-DE8AEE40E3D0}"/>
          </ac:spMkLst>
        </pc:spChg>
        <pc:spChg chg="del">
          <ac:chgData name="Jan" userId="7e99bbe4-d659-4d18-b26e-b9569f789007" providerId="ADAL" clId="{1E656D1C-78CB-454E-B409-905700F72175}" dt="2025-03-12T09:30:52.731" v="3" actId="478"/>
          <ac:spMkLst>
            <pc:docMk/>
            <pc:sldMk cId="4293427498" sldId="2147473066"/>
            <ac:spMk id="25" creationId="{3FDDF2FC-1568-75DB-E3B5-38EB872BD5C2}"/>
          </ac:spMkLst>
        </pc:spChg>
        <pc:spChg chg="add mod">
          <ac:chgData name="Jan" userId="7e99bbe4-d659-4d18-b26e-b9569f789007" providerId="ADAL" clId="{1E656D1C-78CB-454E-B409-905700F72175}" dt="2025-03-12T09:31:29.052" v="7"/>
          <ac:spMkLst>
            <pc:docMk/>
            <pc:sldMk cId="4293427498" sldId="2147473066"/>
            <ac:spMk id="26" creationId="{8B416D1E-020D-60B7-9509-DECCC61B6F78}"/>
          </ac:spMkLst>
        </pc:spChg>
        <pc:spChg chg="add mod">
          <ac:chgData name="Jan" userId="7e99bbe4-d659-4d18-b26e-b9569f789007" providerId="ADAL" clId="{1E656D1C-78CB-454E-B409-905700F72175}" dt="2025-03-12T09:31:29.052" v="7"/>
          <ac:spMkLst>
            <pc:docMk/>
            <pc:sldMk cId="4293427498" sldId="2147473066"/>
            <ac:spMk id="27" creationId="{066C1A39-A1AD-F6B9-033B-4D8EA754F1B8}"/>
          </ac:spMkLst>
        </pc:spChg>
        <pc:spChg chg="add mod">
          <ac:chgData name="Jan" userId="7e99bbe4-d659-4d18-b26e-b9569f789007" providerId="ADAL" clId="{1E656D1C-78CB-454E-B409-905700F72175}" dt="2025-03-12T09:31:29.052" v="7"/>
          <ac:spMkLst>
            <pc:docMk/>
            <pc:sldMk cId="4293427498" sldId="2147473066"/>
            <ac:spMk id="28" creationId="{92FB122D-D762-0A58-FECF-668124F5AB0B}"/>
          </ac:spMkLst>
        </pc:spChg>
        <pc:spChg chg="add mod">
          <ac:chgData name="Jan" userId="7e99bbe4-d659-4d18-b26e-b9569f789007" providerId="ADAL" clId="{1E656D1C-78CB-454E-B409-905700F72175}" dt="2025-03-12T09:31:29.052" v="7"/>
          <ac:spMkLst>
            <pc:docMk/>
            <pc:sldMk cId="4293427498" sldId="2147473066"/>
            <ac:spMk id="29" creationId="{E0E168F1-73A3-7FF9-1B85-5879532F870D}"/>
          </ac:spMkLst>
        </pc:spChg>
        <pc:spChg chg="add mod">
          <ac:chgData name="Jan" userId="7e99bbe4-d659-4d18-b26e-b9569f789007" providerId="ADAL" clId="{1E656D1C-78CB-454E-B409-905700F72175}" dt="2025-03-12T09:31:29.052" v="7"/>
          <ac:spMkLst>
            <pc:docMk/>
            <pc:sldMk cId="4293427498" sldId="2147473066"/>
            <ac:spMk id="30" creationId="{09B97CAA-0F49-5C0D-4DFC-A25B61CE708D}"/>
          </ac:spMkLst>
        </pc:spChg>
        <pc:spChg chg="add del mod">
          <ac:chgData name="Jan" userId="7e99bbe4-d659-4d18-b26e-b9569f789007" providerId="ADAL" clId="{1E656D1C-78CB-454E-B409-905700F72175}" dt="2025-03-12T09:31:42.522" v="9" actId="478"/>
          <ac:spMkLst>
            <pc:docMk/>
            <pc:sldMk cId="4293427498" sldId="2147473066"/>
            <ac:spMk id="31" creationId="{B51902B4-D5EC-DCB8-4E5E-0260A4B9D957}"/>
          </ac:spMkLst>
        </pc:spChg>
        <pc:spChg chg="del">
          <ac:chgData name="Jan" userId="7e99bbe4-d659-4d18-b26e-b9569f789007" providerId="ADAL" clId="{1E656D1C-78CB-454E-B409-905700F72175}" dt="2025-03-12T09:30:52.731" v="3" actId="478"/>
          <ac:spMkLst>
            <pc:docMk/>
            <pc:sldMk cId="4293427498" sldId="2147473066"/>
            <ac:spMk id="1142" creationId="{5AB96294-3B39-797D-9C5A-A55F6406BB13}"/>
          </ac:spMkLst>
        </pc:spChg>
        <pc:spChg chg="del">
          <ac:chgData name="Jan" userId="7e99bbe4-d659-4d18-b26e-b9569f789007" providerId="ADAL" clId="{1E656D1C-78CB-454E-B409-905700F72175}" dt="2025-03-12T09:30:52.731" v="3" actId="478"/>
          <ac:spMkLst>
            <pc:docMk/>
            <pc:sldMk cId="4293427498" sldId="2147473066"/>
            <ac:spMk id="1143" creationId="{12702C35-A606-5227-6483-8C2AA854A35A}"/>
          </ac:spMkLst>
        </pc:spChg>
        <pc:spChg chg="del">
          <ac:chgData name="Jan" userId="7e99bbe4-d659-4d18-b26e-b9569f789007" providerId="ADAL" clId="{1E656D1C-78CB-454E-B409-905700F72175}" dt="2025-03-12T09:30:52.731" v="3" actId="478"/>
          <ac:spMkLst>
            <pc:docMk/>
            <pc:sldMk cId="4293427498" sldId="2147473066"/>
            <ac:spMk id="1144" creationId="{A2BA86B3-0D87-EA80-47B6-20C140563E7C}"/>
          </ac:spMkLst>
        </pc:spChg>
        <pc:spChg chg="del">
          <ac:chgData name="Jan" userId="7e99bbe4-d659-4d18-b26e-b9569f789007" providerId="ADAL" clId="{1E656D1C-78CB-454E-B409-905700F72175}" dt="2025-03-12T09:30:52.731" v="3" actId="478"/>
          <ac:spMkLst>
            <pc:docMk/>
            <pc:sldMk cId="4293427498" sldId="2147473066"/>
            <ac:spMk id="1145" creationId="{2A3C03C1-5D4D-8604-750B-38720ED688D2}"/>
          </ac:spMkLst>
        </pc:spChg>
        <pc:spChg chg="del">
          <ac:chgData name="Jan" userId="7e99bbe4-d659-4d18-b26e-b9569f789007" providerId="ADAL" clId="{1E656D1C-78CB-454E-B409-905700F72175}" dt="2025-03-12T09:30:52.731" v="3" actId="478"/>
          <ac:spMkLst>
            <pc:docMk/>
            <pc:sldMk cId="4293427498" sldId="2147473066"/>
            <ac:spMk id="1166" creationId="{4633A7B6-1D1B-58CC-050A-4A21B4F8A854}"/>
          </ac:spMkLst>
        </pc:spChg>
        <pc:picChg chg="del mod">
          <ac:chgData name="Jan" userId="7e99bbe4-d659-4d18-b26e-b9569f789007" providerId="ADAL" clId="{1E656D1C-78CB-454E-B409-905700F72175}" dt="2025-03-12T09:30:46.384" v="2" actId="478"/>
          <ac:picMkLst>
            <pc:docMk/>
            <pc:sldMk cId="4293427498" sldId="2147473066"/>
            <ac:picMk id="2" creationId="{C9F2FD17-722E-2965-77B9-B3DDD3196198}"/>
          </ac:picMkLst>
        </pc:picChg>
        <pc:picChg chg="del">
          <ac:chgData name="Jan" userId="7e99bbe4-d659-4d18-b26e-b9569f789007" providerId="ADAL" clId="{1E656D1C-78CB-454E-B409-905700F72175}" dt="2025-03-12T09:30:52.731" v="3" actId="478"/>
          <ac:picMkLst>
            <pc:docMk/>
            <pc:sldMk cId="4293427498" sldId="2147473066"/>
            <ac:picMk id="3" creationId="{C1AE0B7B-92E1-99B7-B5E0-8D9F90202A55}"/>
          </ac:picMkLst>
        </pc:picChg>
        <pc:picChg chg="add mod">
          <ac:chgData name="Jan" userId="7e99bbe4-d659-4d18-b26e-b9569f789007" providerId="ADAL" clId="{1E656D1C-78CB-454E-B409-905700F72175}" dt="2025-03-12T09:31:29.052" v="7"/>
          <ac:picMkLst>
            <pc:docMk/>
            <pc:sldMk cId="4293427498" sldId="2147473066"/>
            <ac:picMk id="22" creationId="{1C948A24-D91E-CC31-DDE6-CEB79728AEEE}"/>
          </ac:picMkLst>
        </pc:picChg>
        <pc:cxnChg chg="del">
          <ac:chgData name="Jan" userId="7e99bbe4-d659-4d18-b26e-b9569f789007" providerId="ADAL" clId="{1E656D1C-78CB-454E-B409-905700F72175}" dt="2025-03-12T09:30:52.731" v="3" actId="478"/>
          <ac:cxnSpMkLst>
            <pc:docMk/>
            <pc:sldMk cId="4293427498" sldId="2147473066"/>
            <ac:cxnSpMk id="7" creationId="{04C9C753-3FDE-7941-1D36-51CCF72322BB}"/>
          </ac:cxnSpMkLst>
        </pc:cxnChg>
        <pc:cxnChg chg="add mod">
          <ac:chgData name="Jan" userId="7e99bbe4-d659-4d18-b26e-b9569f789007" providerId="ADAL" clId="{1E656D1C-78CB-454E-B409-905700F72175}" dt="2025-03-12T09:31:29.052" v="7"/>
          <ac:cxnSpMkLst>
            <pc:docMk/>
            <pc:sldMk cId="4293427498" sldId="2147473066"/>
            <ac:cxnSpMk id="19" creationId="{765777EA-3AB8-7920-ACC2-77E0FC24D93D}"/>
          </ac:cxnSpMkLst>
        </pc:cxnChg>
      </pc:sldChg>
      <pc:sldChg chg="addSp delSp modSp mod">
        <pc:chgData name="Jan" userId="7e99bbe4-d659-4d18-b26e-b9569f789007" providerId="ADAL" clId="{1E656D1C-78CB-454E-B409-905700F72175}" dt="2025-03-12T09:32:41.194" v="18" actId="478"/>
        <pc:sldMkLst>
          <pc:docMk/>
          <pc:sldMk cId="3736246245" sldId="2147473078"/>
        </pc:sldMkLst>
        <pc:spChg chg="del">
          <ac:chgData name="Jan" userId="7e99bbe4-d659-4d18-b26e-b9569f789007" providerId="ADAL" clId="{1E656D1C-78CB-454E-B409-905700F72175}" dt="2025-03-12T09:32:18.297" v="16" actId="478"/>
          <ac:spMkLst>
            <pc:docMk/>
            <pc:sldMk cId="3736246245" sldId="2147473078"/>
            <ac:spMk id="5" creationId="{31A9FDD1-0050-6EE3-7DDA-391C3D77E39D}"/>
          </ac:spMkLst>
        </pc:spChg>
        <pc:spChg chg="del">
          <ac:chgData name="Jan" userId="7e99bbe4-d659-4d18-b26e-b9569f789007" providerId="ADAL" clId="{1E656D1C-78CB-454E-B409-905700F72175}" dt="2025-03-12T09:32:18.297" v="16" actId="478"/>
          <ac:spMkLst>
            <pc:docMk/>
            <pc:sldMk cId="3736246245" sldId="2147473078"/>
            <ac:spMk id="6" creationId="{A6C05784-9182-7932-08B3-178043468199}"/>
          </ac:spMkLst>
        </pc:spChg>
        <pc:spChg chg="del">
          <ac:chgData name="Jan" userId="7e99bbe4-d659-4d18-b26e-b9569f789007" providerId="ADAL" clId="{1E656D1C-78CB-454E-B409-905700F72175}" dt="2025-03-12T09:32:18.297" v="16" actId="478"/>
          <ac:spMkLst>
            <pc:docMk/>
            <pc:sldMk cId="3736246245" sldId="2147473078"/>
            <ac:spMk id="7" creationId="{42279324-E832-389A-7644-8508F93A50F1}"/>
          </ac:spMkLst>
        </pc:spChg>
        <pc:spChg chg="del">
          <ac:chgData name="Jan" userId="7e99bbe4-d659-4d18-b26e-b9569f789007" providerId="ADAL" clId="{1E656D1C-78CB-454E-B409-905700F72175}" dt="2025-03-12T09:32:18.297" v="16" actId="478"/>
          <ac:spMkLst>
            <pc:docMk/>
            <pc:sldMk cId="3736246245" sldId="2147473078"/>
            <ac:spMk id="44" creationId="{0EAC648F-A2FC-2CE8-693C-83F64C277CD5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46" creationId="{85A9E8B7-6CAB-51CA-2E62-4E7DD851B53D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47" creationId="{FD7C6337-FD0F-D0C4-67AC-987FC338EBD9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48" creationId="{53996BEA-52BC-DFC7-7DA9-ED9974A70AE2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49" creationId="{3DC46946-B3C0-96F9-ED05-CBA102E91C68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50" creationId="{5441D791-ED3C-B724-E24E-11281F07E6A7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51" creationId="{1553B65A-2798-5C7B-C400-BE77542A9D17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52" creationId="{2648EE4E-1883-CB88-FB68-56CB09C75050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53" creationId="{34BBF45F-3285-B5C9-4F6E-D279AAA54E8D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54" creationId="{C50AE908-06E1-2EA3-7B53-B53133543725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55" creationId="{F5C1A314-3618-F010-2668-2AC4939125B2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56" creationId="{B766CA35-AEF6-F513-4A85-5A130519E95C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57" creationId="{02E4CCB6-FAD2-A94B-611E-B975A68117C5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58" creationId="{9007BC75-E532-97E1-C78C-D0F0ED0019BA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59" creationId="{813D8CA8-4E81-E272-1398-C347FAF1612E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60" creationId="{95CDF040-DC53-12CC-2804-B7531ED15D0D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61" creationId="{F435825D-F337-3BCD-578B-B8FECF100A87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62" creationId="{99A93BC1-D290-D70D-80E0-566880CB811F}"/>
          </ac:spMkLst>
        </pc:spChg>
        <pc:spChg chg="add 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63" creationId="{195C2B47-40C7-9CD8-3ECD-DFD5ECEB3480}"/>
          </ac:spMkLst>
        </pc:spChg>
        <pc:spChg chg="add 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65" creationId="{A89EBE4A-451A-B60B-7921-DA746D4BD67B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67" creationId="{1A3662D5-63D4-33CC-6658-0E1877AEAF6B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68" creationId="{58D9367A-E9EC-3CBD-B787-898929306B03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69" creationId="{5B78EEBB-E90F-D0AD-525F-BB69CBA73E9D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70" creationId="{03E8ABAB-88C9-64A3-4E6F-AC7A73C696D8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71" creationId="{579EBA7F-D47B-16AC-5E68-A209034D7E98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72" creationId="{F06B1801-5152-A3DD-EDEA-FAD7BFE2F551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73" creationId="{DFCC8776-E03E-C55B-280D-C457F9AD6DB8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74" creationId="{D5BD3543-8AA8-69C2-3AEE-4A3E79DE4FF0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75" creationId="{5E5C258B-0680-5DC3-7CB5-2550EA3BFBCF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76" creationId="{61378BBD-B20F-5D82-8948-A1C592BA3EC4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77" creationId="{BA12EFFC-DD5A-D6D3-B43F-873A802572D3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78" creationId="{BDB538A5-F268-A65D-DD1A-D980852A69ED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79" creationId="{21EFEF37-9A94-1160-CC33-D2B86B597C74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80" creationId="{E8DFC552-6225-29C0-AC2E-8BE8A9F33173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83" creationId="{E171EAB0-1711-E0B6-CCC2-A06665541693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84" creationId="{DD421B39-F47F-0539-CD67-8E7BC6951EC4}"/>
          </ac:spMkLst>
        </pc:spChg>
        <pc:spChg chg="del">
          <ac:chgData name="Jan" userId="7e99bbe4-d659-4d18-b26e-b9569f789007" providerId="ADAL" clId="{1E656D1C-78CB-454E-B409-905700F72175}" dt="2025-03-12T09:32:18.297" v="16" actId="478"/>
          <ac:spMkLst>
            <pc:docMk/>
            <pc:sldMk cId="3736246245" sldId="2147473078"/>
            <ac:spMk id="85" creationId="{AFB5A025-B85C-BB41-0790-7123C75D64D3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86" creationId="{8F547908-09F4-64DC-8361-B2CA061E551D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07" creationId="{D386F87D-9200-6503-1935-33071F13A1F3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09" creationId="{01665C6B-D087-34D3-BB08-2D14021488CF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10" creationId="{21184267-5748-C552-43CB-7D1CEBE6AF82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11" creationId="{A8BE3483-7D48-4868-DBE8-9E6DC1D1A06C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12" creationId="{E65414CB-5A86-3A62-4B31-8ABBCEC129E0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13" creationId="{7A7BC403-75D2-90DD-E678-E7AFDCBB1C34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14" creationId="{F775070C-0BB7-8364-619A-F76E7F54BBA4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15" creationId="{C3CDC126-29E0-250A-0D2E-6A3A9263BF91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16" creationId="{7D28DF54-B73A-F35C-61D9-204512D8B957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17" creationId="{40F4C3F2-647F-4266-ED05-BBCA0C6B86C3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18" creationId="{24CC2E7F-6CEF-F43D-ED45-43DA1AFEA439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19" creationId="{A561AA3B-C4C6-6C13-A8EB-2F05CF3BC764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20" creationId="{D25CE95D-E81E-E53E-1C26-DE866096F931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21" creationId="{C6CBEDD3-9DD3-144B-FEAC-AF939408E720}"/>
          </ac:spMkLst>
        </pc:spChg>
        <pc:spChg chg="add 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24" creationId="{D16571AA-8E9F-77FE-3C0C-7EE29B140C63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26" creationId="{40D43F79-1980-362C-44FC-1837A32CAEBC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27" creationId="{996A7F3E-B50D-0AA7-F0C4-B31C0770D457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60" creationId="{309E9A39-EB31-AA67-5F31-274292CC0EC9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61" creationId="{D934BDF9-1B11-3F47-0F86-C20DFAE56199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62" creationId="{C661F579-146F-E55C-3102-7DA0AD5251C6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63" creationId="{1365FB36-CA75-A799-7651-23629AE81F62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64" creationId="{28DA9999-6A5E-EA8B-AC80-4A799BD07CC1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65" creationId="{081A5F63-6D33-48FB-D696-1EA88232C67B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66" creationId="{07AAD5A8-865D-6356-8803-B3598F2D1B0E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67" creationId="{B9C05304-9202-84C7-8753-3A757C4A4878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68" creationId="{94D84C20-BBB6-5C73-D016-69E61DBBC210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69" creationId="{0606BBD8-F5D2-08BE-E6DD-49DCB9BE32DC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70" creationId="{151CB809-5BD7-37B7-EC20-3B7EAF48C425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71" creationId="{75125CDA-7662-0F12-CE27-1F2898EE6005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72" creationId="{B8BCF0D0-4870-1BE8-D1E5-DC85B0B829CF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73" creationId="{8E27AA73-CDB3-EBD8-E616-B2A5233713EB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74" creationId="{5A9F66AA-5863-CDD6-6FC6-A4AC1DFC241B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75" creationId="{32352D8A-5F7C-4DB8-2D6F-2E1ECD1F657D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76" creationId="{6B8EAFAC-BF4F-667E-369A-F4E2E06EC6A7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77" creationId="{8BC51E41-3E80-89A1-9BAD-1E0E11288355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78" creationId="{DB569F21-70D9-C63E-67A4-E8D808DF1433}"/>
          </ac:spMkLst>
        </pc:spChg>
        <pc:spChg chg="add del mod">
          <ac:chgData name="Jan" userId="7e99bbe4-d659-4d18-b26e-b9569f789007" providerId="ADAL" clId="{1E656D1C-78CB-454E-B409-905700F72175}" dt="2025-03-12T09:32:41.194" v="18" actId="478"/>
          <ac:spMkLst>
            <pc:docMk/>
            <pc:sldMk cId="3736246245" sldId="2147473078"/>
            <ac:spMk id="179" creationId="{7B60D6B8-78BD-CE91-3195-29298B1867D8}"/>
          </ac:spMkLst>
        </pc:spChg>
        <pc:spChg chg="add 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81" creationId="{1A919FDB-F1B2-6D44-69E1-631D2996A198}"/>
          </ac:spMkLst>
        </pc:spChg>
        <pc:spChg chg="add 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82" creationId="{5A62B73F-A0A7-70F4-25F8-3DA6F583289C}"/>
          </ac:spMkLst>
        </pc:spChg>
        <pc:spChg chg="add 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183" creationId="{8752AE23-1837-97D2-A90F-B22491032EA5}"/>
          </ac:spMkLst>
        </pc:spChg>
        <pc:spChg chg="del">
          <ac:chgData name="Jan" userId="7e99bbe4-d659-4d18-b26e-b9569f789007" providerId="ADAL" clId="{1E656D1C-78CB-454E-B409-905700F72175}" dt="2025-03-12T09:32:18.297" v="16" actId="478"/>
          <ac:spMkLst>
            <pc:docMk/>
            <pc:sldMk cId="3736246245" sldId="2147473078"/>
            <ac:spMk id="210" creationId="{348CEB2D-B23D-C477-2F15-96874991F094}"/>
          </ac:spMkLst>
        </pc:spChg>
        <pc:spChg chg="del">
          <ac:chgData name="Jan" userId="7e99bbe4-d659-4d18-b26e-b9569f789007" providerId="ADAL" clId="{1E656D1C-78CB-454E-B409-905700F72175}" dt="2025-03-12T09:32:18.297" v="16" actId="478"/>
          <ac:spMkLst>
            <pc:docMk/>
            <pc:sldMk cId="3736246245" sldId="2147473078"/>
            <ac:spMk id="233" creationId="{B87ED64D-92EF-FB95-D48E-33B3CC4A4AF9}"/>
          </ac:spMkLst>
        </pc:spChg>
        <pc:spChg chg="add 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34" creationId="{FCB4FD16-BAD6-7277-72FE-FF29EB134AB7}"/>
          </ac:spMkLst>
        </pc:spChg>
        <pc:spChg chg="add 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35" creationId="{8FEC4B3F-D8D7-B271-67A8-79E1A0759FE5}"/>
          </ac:spMkLst>
        </pc:spChg>
        <pc:spChg chg="add 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36" creationId="{AB3DE8B4-97CD-AA1C-1A56-B39D0B917BFB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38" creationId="{4A2A90CD-FFFF-37DF-D701-1055C20CB73A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39" creationId="{AC2EE0A7-2D98-6486-E316-7CE014D6CB5E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40" creationId="{D5CA8AAC-928D-7643-CF31-CAFC7624E239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41" creationId="{39652D7D-57A1-077F-E580-6675A1839A09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42" creationId="{1FCB99A1-0EE6-751C-03BB-D0473D7D4337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43" creationId="{A70E9D37-81A6-D149-D2FB-BF5A10A38BB6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44" creationId="{174A772C-4904-5821-1577-EAE157B8626A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45" creationId="{5574FE84-AD91-79B0-CA77-7EB98DDDB726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46" creationId="{901648D6-EBAF-6A4B-9BB9-5C705939EFC8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47" creationId="{CEB4993C-8EDD-4F4C-F26A-5F5EA7B0DDD5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48" creationId="{3A45D2DC-CE22-5A4F-89AF-0E3F7994AFE6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49" creationId="{C7339B23-9395-ADA7-27B0-CC1146C31794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50" creationId="{818AB331-6EDC-50E2-A4BC-334D694DCC97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51" creationId="{2D5469A7-C575-B105-ED29-570798AB11A5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52" creationId="{569AFD13-6693-BF30-F90B-6854A5BC6328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53" creationId="{02536E90-E8FB-F132-9031-04C964B458DD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54" creationId="{FCA5E432-A98A-8E6A-890A-AFBE2D8F97A5}"/>
          </ac:spMkLst>
        </pc:spChg>
        <pc:spChg chg="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55" creationId="{234F1408-E25A-C750-E58F-3CB34016CEE9}"/>
          </ac:spMkLst>
        </pc:spChg>
        <pc:spChg chg="add 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56" creationId="{7CDD6071-5000-58DB-AD9B-5B6223476A1D}"/>
          </ac:spMkLst>
        </pc:spChg>
        <pc:spChg chg="add mod">
          <ac:chgData name="Jan" userId="7e99bbe4-d659-4d18-b26e-b9569f789007" providerId="ADAL" clId="{1E656D1C-78CB-454E-B409-905700F72175}" dt="2025-03-12T09:32:36.253" v="17"/>
          <ac:spMkLst>
            <pc:docMk/>
            <pc:sldMk cId="3736246245" sldId="2147473078"/>
            <ac:spMk id="257" creationId="{E440B76D-644B-603A-7E55-0723E4E85F76}"/>
          </ac:spMkLst>
        </pc:spChg>
        <pc:grpChg chg="del">
          <ac:chgData name="Jan" userId="7e99bbe4-d659-4d18-b26e-b9569f789007" providerId="ADAL" clId="{1E656D1C-78CB-454E-B409-905700F72175}" dt="2025-03-12T09:32:18.297" v="16" actId="478"/>
          <ac:grpSpMkLst>
            <pc:docMk/>
            <pc:sldMk cId="3736246245" sldId="2147473078"/>
            <ac:grpSpMk id="8" creationId="{47BF0F86-8F2D-01C6-958A-930E7A054CE1}"/>
          </ac:grpSpMkLst>
        </pc:grpChg>
        <pc:grpChg chg="add mod">
          <ac:chgData name="Jan" userId="7e99bbe4-d659-4d18-b26e-b9569f789007" providerId="ADAL" clId="{1E656D1C-78CB-454E-B409-905700F72175}" dt="2025-03-12T09:32:36.253" v="17"/>
          <ac:grpSpMkLst>
            <pc:docMk/>
            <pc:sldMk cId="3736246245" sldId="2147473078"/>
            <ac:grpSpMk id="66" creationId="{E2866476-E101-69B9-068B-9DEC4191FF95}"/>
          </ac:grpSpMkLst>
        </pc:grpChg>
        <pc:grpChg chg="add mod">
          <ac:chgData name="Jan" userId="7e99bbe4-d659-4d18-b26e-b9569f789007" providerId="ADAL" clId="{1E656D1C-78CB-454E-B409-905700F72175}" dt="2025-03-12T09:32:36.253" v="17"/>
          <ac:grpSpMkLst>
            <pc:docMk/>
            <pc:sldMk cId="3736246245" sldId="2147473078"/>
            <ac:grpSpMk id="81" creationId="{278BC7A6-5E15-966C-7616-5ACDAD7D70FE}"/>
          </ac:grpSpMkLst>
        </pc:grpChg>
        <pc:grpChg chg="del">
          <ac:chgData name="Jan" userId="7e99bbe4-d659-4d18-b26e-b9569f789007" providerId="ADAL" clId="{1E656D1C-78CB-454E-B409-905700F72175}" dt="2025-03-12T09:32:18.297" v="16" actId="478"/>
          <ac:grpSpMkLst>
            <pc:docMk/>
            <pc:sldMk cId="3736246245" sldId="2147473078"/>
            <ac:grpSpMk id="87" creationId="{52A42303-A9B6-05D2-CC9F-13F5068F4019}"/>
          </ac:grpSpMkLst>
        </pc:grpChg>
        <pc:grpChg chg="add mod">
          <ac:chgData name="Jan" userId="7e99bbe4-d659-4d18-b26e-b9569f789007" providerId="ADAL" clId="{1E656D1C-78CB-454E-B409-905700F72175}" dt="2025-03-12T09:32:36.253" v="17"/>
          <ac:grpSpMkLst>
            <pc:docMk/>
            <pc:sldMk cId="3736246245" sldId="2147473078"/>
            <ac:grpSpMk id="104" creationId="{915C0F0D-FA21-9D18-D77C-88AB2EA9761E}"/>
          </ac:grpSpMkLst>
        </pc:grpChg>
        <pc:grpChg chg="mod">
          <ac:chgData name="Jan" userId="7e99bbe4-d659-4d18-b26e-b9569f789007" providerId="ADAL" clId="{1E656D1C-78CB-454E-B409-905700F72175}" dt="2025-03-12T09:32:36.253" v="17"/>
          <ac:grpSpMkLst>
            <pc:docMk/>
            <pc:sldMk cId="3736246245" sldId="2147473078"/>
            <ac:grpSpMk id="105" creationId="{0F6B95F2-6037-EDBB-CD92-A4791D7AE374}"/>
          </ac:grpSpMkLst>
        </pc:grpChg>
        <pc:grpChg chg="mod">
          <ac:chgData name="Jan" userId="7e99bbe4-d659-4d18-b26e-b9569f789007" providerId="ADAL" clId="{1E656D1C-78CB-454E-B409-905700F72175}" dt="2025-03-12T09:32:36.253" v="17"/>
          <ac:grpSpMkLst>
            <pc:docMk/>
            <pc:sldMk cId="3736246245" sldId="2147473078"/>
            <ac:grpSpMk id="106" creationId="{D75E56C4-4905-BC05-23D6-B8EA27EABAB0}"/>
          </ac:grpSpMkLst>
        </pc:grpChg>
        <pc:grpChg chg="mod">
          <ac:chgData name="Jan" userId="7e99bbe4-d659-4d18-b26e-b9569f789007" providerId="ADAL" clId="{1E656D1C-78CB-454E-B409-905700F72175}" dt="2025-03-12T09:32:36.253" v="17"/>
          <ac:grpSpMkLst>
            <pc:docMk/>
            <pc:sldMk cId="3736246245" sldId="2147473078"/>
            <ac:grpSpMk id="108" creationId="{E0065A88-9992-57F8-B118-420948AFAFAA}"/>
          </ac:grpSpMkLst>
        </pc:grpChg>
        <pc:grpChg chg="add mod">
          <ac:chgData name="Jan" userId="7e99bbe4-d659-4d18-b26e-b9569f789007" providerId="ADAL" clId="{1E656D1C-78CB-454E-B409-905700F72175}" dt="2025-03-12T09:32:36.253" v="17"/>
          <ac:grpSpMkLst>
            <pc:docMk/>
            <pc:sldMk cId="3736246245" sldId="2147473078"/>
            <ac:grpSpMk id="125" creationId="{9491D92B-A04B-485A-5B31-A7DA0F2BB12A}"/>
          </ac:grpSpMkLst>
        </pc:grpChg>
        <pc:grpChg chg="del">
          <ac:chgData name="Jan" userId="7e99bbe4-d659-4d18-b26e-b9569f789007" providerId="ADAL" clId="{1E656D1C-78CB-454E-B409-905700F72175}" dt="2025-03-12T09:32:18.297" v="16" actId="478"/>
          <ac:grpSpMkLst>
            <pc:docMk/>
            <pc:sldMk cId="3736246245" sldId="2147473078"/>
            <ac:grpSpMk id="184" creationId="{4EAFAD55-A262-5B34-D520-F5B50A28013D}"/>
          </ac:grpSpMkLst>
        </pc:grpChg>
        <pc:grpChg chg="del">
          <ac:chgData name="Jan" userId="7e99bbe4-d659-4d18-b26e-b9569f789007" providerId="ADAL" clId="{1E656D1C-78CB-454E-B409-905700F72175}" dt="2025-03-12T09:32:18.297" v="16" actId="478"/>
          <ac:grpSpMkLst>
            <pc:docMk/>
            <pc:sldMk cId="3736246245" sldId="2147473078"/>
            <ac:grpSpMk id="190" creationId="{71DA8184-9526-9813-8EF3-4D982A08CEDA}"/>
          </ac:grpSpMkLst>
        </pc:grpChg>
        <pc:grpChg chg="del">
          <ac:chgData name="Jan" userId="7e99bbe4-d659-4d18-b26e-b9569f789007" providerId="ADAL" clId="{1E656D1C-78CB-454E-B409-905700F72175}" dt="2025-03-12T09:32:18.297" v="16" actId="478"/>
          <ac:grpSpMkLst>
            <pc:docMk/>
            <pc:sldMk cId="3736246245" sldId="2147473078"/>
            <ac:grpSpMk id="211" creationId="{E9016B91-B3DC-AFC5-B63F-558BCB876C35}"/>
          </ac:grpSpMkLst>
        </pc:grpChg>
        <pc:grpChg chg="add mod">
          <ac:chgData name="Jan" userId="7e99bbe4-d659-4d18-b26e-b9569f789007" providerId="ADAL" clId="{1E656D1C-78CB-454E-B409-905700F72175}" dt="2025-03-12T09:32:36.253" v="17"/>
          <ac:grpSpMkLst>
            <pc:docMk/>
            <pc:sldMk cId="3736246245" sldId="2147473078"/>
            <ac:grpSpMk id="237" creationId="{2C51B38A-6EE5-EDEB-3825-1503BFDF55AD}"/>
          </ac:grpSpMkLst>
        </pc:grpChg>
        <pc:picChg chg="del mod">
          <ac:chgData name="Jan" userId="7e99bbe4-d659-4d18-b26e-b9569f789007" providerId="ADAL" clId="{1E656D1C-78CB-454E-B409-905700F72175}" dt="2025-03-12T09:32:12.113" v="15" actId="478"/>
          <ac:picMkLst>
            <pc:docMk/>
            <pc:sldMk cId="3736246245" sldId="2147473078"/>
            <ac:picMk id="2" creationId="{5D91CA90-ACC2-30C4-56C8-AAA02CF47CF5}"/>
          </ac:picMkLst>
        </pc:picChg>
        <pc:picChg chg="del">
          <ac:chgData name="Jan" userId="7e99bbe4-d659-4d18-b26e-b9569f789007" providerId="ADAL" clId="{1E656D1C-78CB-454E-B409-905700F72175}" dt="2025-03-12T09:32:18.297" v="16" actId="478"/>
          <ac:picMkLst>
            <pc:docMk/>
            <pc:sldMk cId="3736246245" sldId="2147473078"/>
            <ac:picMk id="3" creationId="{091707DE-C7F9-76C7-C304-817641FDFB59}"/>
          </ac:picMkLst>
        </pc:picChg>
        <pc:picChg chg="del mod">
          <ac:chgData name="Jan" userId="7e99bbe4-d659-4d18-b26e-b9569f789007" providerId="ADAL" clId="{1E656D1C-78CB-454E-B409-905700F72175}" dt="2025-03-12T09:32:07.176" v="13" actId="478"/>
          <ac:picMkLst>
            <pc:docMk/>
            <pc:sldMk cId="3736246245" sldId="2147473078"/>
            <ac:picMk id="4" creationId="{7F110A5A-EEC1-8B9B-5B18-07F3B616943A}"/>
          </ac:picMkLst>
        </pc:picChg>
        <pc:picChg chg="del mod">
          <ac:chgData name="Jan" userId="7e99bbe4-d659-4d18-b26e-b9569f789007" providerId="ADAL" clId="{1E656D1C-78CB-454E-B409-905700F72175}" dt="2025-03-12T09:31:59.954" v="11" actId="478"/>
          <ac:picMkLst>
            <pc:docMk/>
            <pc:sldMk cId="3736246245" sldId="2147473078"/>
            <ac:picMk id="45" creationId="{508B7B69-7398-52A8-936F-ADFEE774EC65}"/>
          </ac:picMkLst>
        </pc:picChg>
        <pc:picChg chg="add mod">
          <ac:chgData name="Jan" userId="7e99bbe4-d659-4d18-b26e-b9569f789007" providerId="ADAL" clId="{1E656D1C-78CB-454E-B409-905700F72175}" dt="2025-03-12T09:32:36.253" v="17"/>
          <ac:picMkLst>
            <pc:docMk/>
            <pc:sldMk cId="3736246245" sldId="2147473078"/>
            <ac:picMk id="180" creationId="{F95EA387-BD63-8608-DED8-B6EF253E9358}"/>
          </ac:picMkLst>
        </pc:picChg>
        <pc:cxnChg chg="add mod">
          <ac:chgData name="Jan" userId="7e99bbe4-d659-4d18-b26e-b9569f789007" providerId="ADAL" clId="{1E656D1C-78CB-454E-B409-905700F72175}" dt="2025-03-12T09:32:36.253" v="17"/>
          <ac:cxnSpMkLst>
            <pc:docMk/>
            <pc:sldMk cId="3736246245" sldId="2147473078"/>
            <ac:cxnSpMk id="64" creationId="{FF6AD968-0A5E-1D05-057D-7C9236C46400}"/>
          </ac:cxnSpMkLst>
        </pc:cxnChg>
        <pc:cxnChg chg="del">
          <ac:chgData name="Jan" userId="7e99bbe4-d659-4d18-b26e-b9569f789007" providerId="ADAL" clId="{1E656D1C-78CB-454E-B409-905700F72175}" dt="2025-03-12T09:32:18.297" v="16" actId="478"/>
          <ac:cxnSpMkLst>
            <pc:docMk/>
            <pc:sldMk cId="3736246245" sldId="2147473078"/>
            <ac:cxnSpMk id="82" creationId="{B828FDB9-08D9-DB80-8B30-7C13BDD83EAE}"/>
          </ac:cxnSpMkLst>
        </pc:cxnChg>
        <pc:cxnChg chg="add mod">
          <ac:chgData name="Jan" userId="7e99bbe4-d659-4d18-b26e-b9569f789007" providerId="ADAL" clId="{1E656D1C-78CB-454E-B409-905700F72175}" dt="2025-03-12T09:32:36.253" v="17"/>
          <ac:cxnSpMkLst>
            <pc:docMk/>
            <pc:sldMk cId="3736246245" sldId="2147473078"/>
            <ac:cxnSpMk id="102" creationId="{A7B3A197-939C-A87B-28F0-0B83CA3FB733}"/>
          </ac:cxnSpMkLst>
        </pc:cxnChg>
        <pc:cxnChg chg="add mod">
          <ac:chgData name="Jan" userId="7e99bbe4-d659-4d18-b26e-b9569f789007" providerId="ADAL" clId="{1E656D1C-78CB-454E-B409-905700F72175}" dt="2025-03-12T09:32:36.253" v="17"/>
          <ac:cxnSpMkLst>
            <pc:docMk/>
            <pc:sldMk cId="3736246245" sldId="2147473078"/>
            <ac:cxnSpMk id="103" creationId="{1648E521-689E-5547-697E-FA18DD028131}"/>
          </ac:cxnSpMkLst>
        </pc:cxnChg>
        <pc:cxnChg chg="add mod">
          <ac:chgData name="Jan" userId="7e99bbe4-d659-4d18-b26e-b9569f789007" providerId="ADAL" clId="{1E656D1C-78CB-454E-B409-905700F72175}" dt="2025-03-12T09:32:36.253" v="17"/>
          <ac:cxnSpMkLst>
            <pc:docMk/>
            <pc:sldMk cId="3736246245" sldId="2147473078"/>
            <ac:cxnSpMk id="122" creationId="{B5F86E2A-79AC-E8EC-0C88-99DE4FD345E0}"/>
          </ac:cxnSpMkLst>
        </pc:cxnChg>
        <pc:cxnChg chg="add mod">
          <ac:chgData name="Jan" userId="7e99bbe4-d659-4d18-b26e-b9569f789007" providerId="ADAL" clId="{1E656D1C-78CB-454E-B409-905700F72175}" dt="2025-03-12T09:32:36.253" v="17"/>
          <ac:cxnSpMkLst>
            <pc:docMk/>
            <pc:sldMk cId="3736246245" sldId="2147473078"/>
            <ac:cxnSpMk id="123" creationId="{BD08FE97-3103-8B11-E419-BAAC339AC4D2}"/>
          </ac:cxnSpMkLst>
        </pc:cxnChg>
        <pc:cxnChg chg="del">
          <ac:chgData name="Jan" userId="7e99bbe4-d659-4d18-b26e-b9569f789007" providerId="ADAL" clId="{1E656D1C-78CB-454E-B409-905700F72175}" dt="2025-03-12T09:32:18.297" v="16" actId="478"/>
          <ac:cxnSpMkLst>
            <pc:docMk/>
            <pc:sldMk cId="3736246245" sldId="2147473078"/>
            <ac:cxnSpMk id="188" creationId="{7F4914E9-198F-569B-0C6D-C3843168827B}"/>
          </ac:cxnSpMkLst>
        </pc:cxnChg>
        <pc:cxnChg chg="del">
          <ac:chgData name="Jan" userId="7e99bbe4-d659-4d18-b26e-b9569f789007" providerId="ADAL" clId="{1E656D1C-78CB-454E-B409-905700F72175}" dt="2025-03-12T09:32:18.297" v="16" actId="478"/>
          <ac:cxnSpMkLst>
            <pc:docMk/>
            <pc:sldMk cId="3736246245" sldId="2147473078"/>
            <ac:cxnSpMk id="189" creationId="{FDD6BA6A-2B20-06C4-635E-5A72719F0EA3}"/>
          </ac:cxnSpMkLst>
        </pc:cxnChg>
        <pc:cxnChg chg="del">
          <ac:chgData name="Jan" userId="7e99bbe4-d659-4d18-b26e-b9569f789007" providerId="ADAL" clId="{1E656D1C-78CB-454E-B409-905700F72175}" dt="2025-03-12T09:32:18.297" v="16" actId="478"/>
          <ac:cxnSpMkLst>
            <pc:docMk/>
            <pc:sldMk cId="3736246245" sldId="2147473078"/>
            <ac:cxnSpMk id="208" creationId="{15EF4580-A64F-6D18-3238-693B36AE385B}"/>
          </ac:cxnSpMkLst>
        </pc:cxnChg>
        <pc:cxnChg chg="del">
          <ac:chgData name="Jan" userId="7e99bbe4-d659-4d18-b26e-b9569f789007" providerId="ADAL" clId="{1E656D1C-78CB-454E-B409-905700F72175}" dt="2025-03-12T09:32:18.297" v="16" actId="478"/>
          <ac:cxnSpMkLst>
            <pc:docMk/>
            <pc:sldMk cId="3736246245" sldId="2147473078"/>
            <ac:cxnSpMk id="209" creationId="{453F21E1-B7D1-AEC8-92EA-A657FD5B086D}"/>
          </ac:cxnSpMkLst>
        </pc:cxnChg>
      </pc:sldChg>
      <pc:sldChg chg="addSp delSp modSp mod delAnim modAnim">
        <pc:chgData name="Jan" userId="7e99bbe4-d659-4d18-b26e-b9569f789007" providerId="ADAL" clId="{1E656D1C-78CB-454E-B409-905700F72175}" dt="2025-03-12T09:33:07.066" v="29" actId="478"/>
        <pc:sldMkLst>
          <pc:docMk/>
          <pc:sldMk cId="851051177" sldId="2147473079"/>
        </pc:sldMkLst>
        <pc:spChg chg="del">
          <ac:chgData name="Jan" userId="7e99bbe4-d659-4d18-b26e-b9569f789007" providerId="ADAL" clId="{1E656D1C-78CB-454E-B409-905700F72175}" dt="2025-03-12T09:32:54.465" v="23" actId="478"/>
          <ac:spMkLst>
            <pc:docMk/>
            <pc:sldMk cId="851051177" sldId="2147473079"/>
            <ac:spMk id="5" creationId="{96AD49A1-AB7E-9A02-C9EA-DD5E2013E316}"/>
          </ac:spMkLst>
        </pc:spChg>
        <pc:spChg chg="add 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7" creationId="{1A7CB72E-DE4D-B06A-6C99-2CC7BC6A2835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9" creationId="{67D8A891-5D04-3CB1-53FB-8D95E7073553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2" creationId="{60BFE028-FE79-4C7B-9D07-BBFAED8DA47E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3" creationId="{FCFD0D8E-7E88-1BC8-7B6E-C62A9CEAEE05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5" creationId="{0ED1E383-0E17-6670-541A-E9BAD855A28A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8" creationId="{8188749B-BF1D-2ECD-0028-32EFBDB6C6CE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9" creationId="{F12ECA2A-3CF2-A14C-6820-CAF7236C75FD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20" creationId="{4D178F24-C244-9F5A-A332-F572A87A629F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22" creationId="{E66147DB-D115-2A2C-0D98-D48752B3BBBA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25" creationId="{A549BC71-CAAC-052C-8873-E122A4E6A34F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26" creationId="{E4476673-983B-A8B5-3173-5DF761BC1F44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29" creationId="{F7ADB8FA-AA07-D653-9B08-00B89169A8FE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31" creationId="{4B1476E7-6C99-BBB0-38EC-37F50CCBC663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32" creationId="{A0F58F58-6CB0-4187-30F8-373673E0AABE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33" creationId="{4FC91E79-3879-4FF6-5105-3337D6A37BD4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34" creationId="{54E7B31D-BADD-9EFF-1276-6479E7B09677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35" creationId="{D3E0EEE0-05BC-C41C-1746-0C7FEDAAF9E7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36" creationId="{5B463AD7-34D1-2472-EAB9-4C249A635AC6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37" creationId="{FF8A2DD2-EB77-5416-939F-3AA9FFE8FE87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38" creationId="{3349D4F4-366F-D155-1CED-F81CAEB77B19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39" creationId="{10022DD0-44AF-4945-607D-29740DE9E18E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40" creationId="{78AE0A4D-12DB-DFD7-301E-0AD04EA26733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41" creationId="{D02CCAE6-A171-D5E0-5583-210996F5B684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42" creationId="{5616E842-EA4E-9936-A9F5-3767ECFC1FCB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43" creationId="{CACCBCF3-6DD5-4277-768A-1EF5140519C4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44" creationId="{EBC30FB4-8BD9-B70F-4401-CF5EF7EE889F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82" creationId="{B27C76BF-8331-32AE-5EED-8C9140DCEC0A}"/>
          </ac:spMkLst>
        </pc:spChg>
        <pc:spChg chg="del">
          <ac:chgData name="Jan" userId="7e99bbe4-d659-4d18-b26e-b9569f789007" providerId="ADAL" clId="{1E656D1C-78CB-454E-B409-905700F72175}" dt="2025-03-12T09:32:54.465" v="23" actId="478"/>
          <ac:spMkLst>
            <pc:docMk/>
            <pc:sldMk cId="851051177" sldId="2147473079"/>
            <ac:spMk id="84" creationId="{457D492D-2A96-E57C-1B1A-9E5F5EE85426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85" creationId="{22458346-20FE-2A21-B723-6044C2C8028F}"/>
          </ac:spMkLst>
        </pc:spChg>
        <pc:spChg chg="del">
          <ac:chgData name="Jan" userId="7e99bbe4-d659-4d18-b26e-b9569f789007" providerId="ADAL" clId="{1E656D1C-78CB-454E-B409-905700F72175}" dt="2025-03-12T09:32:54.465" v="23" actId="478"/>
          <ac:spMkLst>
            <pc:docMk/>
            <pc:sldMk cId="851051177" sldId="2147473079"/>
            <ac:spMk id="86" creationId="{26E75433-2908-5556-103E-C57AC81C43B4}"/>
          </ac:spMkLst>
        </pc:spChg>
        <pc:spChg chg="add 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87" creationId="{A37B09FC-8C52-F057-8280-3E6B31FE8744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89" creationId="{EBF0CF82-1D74-2C93-BAB6-F9CBC40D14CA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90" creationId="{1BF94504-0DA7-B47F-165E-BFDC2E34292A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91" creationId="{A3FB4C6E-1998-A2AE-25C9-4BF1BD8ADC20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92" creationId="{8FCDC8C4-DD12-2448-8D58-F27B5B9281EA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93" creationId="{D2C88384-43CB-D639-F6BA-2D8EBF1CD6E7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94" creationId="{CB828021-E8B0-78C6-C1EC-3BD803A2FA07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95" creationId="{BE8D8F45-8A63-3303-AEFA-B949C3140552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96" creationId="{2BE6AE1E-8183-F2CF-99B0-9E815B26D7EB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97" creationId="{B2CB5DBF-1100-A635-9E05-B73E9B9E24E4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98" creationId="{392F1E66-1D84-D16E-1A19-C9BA67C2A5F5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99" creationId="{191796B1-892D-3ED9-AC4C-9361BC0980B0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00" creationId="{71E3862A-25AF-BDDA-4902-1166A7B03332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01" creationId="{7BD5D041-D340-870F-25A6-61173786743A}"/>
          </ac:spMkLst>
        </pc:spChg>
        <pc:spChg chg="del">
          <ac:chgData name="Jan" userId="7e99bbe4-d659-4d18-b26e-b9569f789007" providerId="ADAL" clId="{1E656D1C-78CB-454E-B409-905700F72175}" dt="2025-03-12T09:32:54.465" v="23" actId="478"/>
          <ac:spMkLst>
            <pc:docMk/>
            <pc:sldMk cId="851051177" sldId="2147473079"/>
            <ac:spMk id="123" creationId="{260F3AD9-BCB8-A3B9-744B-20E9461C3CA8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24" creationId="{1C4C67E6-9E6A-4F1E-C115-B4D3F9BA4178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25" creationId="{A2B590CD-8CB8-4231-EBA9-DD56A4AC4318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26" creationId="{218B551C-3F44-8BEE-60E3-0164C9E8F4A8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27" creationId="{CFB10F30-C571-7EFB-7A96-73FF6438ED8E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28" creationId="{8E806B0E-9445-0136-7DD7-D45E874A3F34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29" creationId="{AC37373D-4E59-AEBA-2F78-5F73AFD41AE3}"/>
          </ac:spMkLst>
        </pc:spChg>
        <pc:spChg chg="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30" creationId="{2C276342-44F2-FB05-242E-68EE7F8F8CE6}"/>
          </ac:spMkLst>
        </pc:spChg>
        <pc:spChg chg="add del mod">
          <ac:chgData name="Jan" userId="7e99bbe4-d659-4d18-b26e-b9569f789007" providerId="ADAL" clId="{1E656D1C-78CB-454E-B409-905700F72175}" dt="2025-03-12T09:33:07.066" v="29" actId="478"/>
          <ac:spMkLst>
            <pc:docMk/>
            <pc:sldMk cId="851051177" sldId="2147473079"/>
            <ac:spMk id="131" creationId="{5EA0AF17-CF7A-D546-106A-40E32203D5EA}"/>
          </ac:spMkLst>
        </pc:spChg>
        <pc:spChg chg="add 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33" creationId="{F4B4A0FD-70B7-4343-5BC9-15024DB95698}"/>
          </ac:spMkLst>
        </pc:spChg>
        <pc:spChg chg="add 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34" creationId="{1E72A9E0-53B5-DB8A-886C-3177B70EC77F}"/>
          </ac:spMkLst>
        </pc:spChg>
        <pc:spChg chg="add 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35" creationId="{4BEBABF4-E403-A573-CB9D-4703AD6F68C8}"/>
          </ac:spMkLst>
        </pc:spChg>
        <pc:spChg chg="add mod">
          <ac:chgData name="Jan" userId="7e99bbe4-d659-4d18-b26e-b9569f789007" providerId="ADAL" clId="{1E656D1C-78CB-454E-B409-905700F72175}" dt="2025-03-12T09:33:04.695" v="28"/>
          <ac:spMkLst>
            <pc:docMk/>
            <pc:sldMk cId="851051177" sldId="2147473079"/>
            <ac:spMk id="136" creationId="{EB326BCB-C2EB-B665-2A5C-6974F559DE2D}"/>
          </ac:spMkLst>
        </pc:spChg>
        <pc:grpChg chg="del">
          <ac:chgData name="Jan" userId="7e99bbe4-d659-4d18-b26e-b9569f789007" providerId="ADAL" clId="{1E656D1C-78CB-454E-B409-905700F72175}" dt="2025-03-12T09:32:56.208" v="25" actId="478"/>
          <ac:grpSpMkLst>
            <pc:docMk/>
            <pc:sldMk cId="851051177" sldId="2147473079"/>
            <ac:grpSpMk id="3" creationId="{88AF57A0-E94F-02B9-F0C0-7F867ABBDA85}"/>
          </ac:grpSpMkLst>
        </pc:grpChg>
        <pc:grpChg chg="add mod">
          <ac:chgData name="Jan" userId="7e99bbe4-d659-4d18-b26e-b9569f789007" providerId="ADAL" clId="{1E656D1C-78CB-454E-B409-905700F72175}" dt="2025-03-12T09:33:04.695" v="28"/>
          <ac:grpSpMkLst>
            <pc:docMk/>
            <pc:sldMk cId="851051177" sldId="2147473079"/>
            <ac:grpSpMk id="8" creationId="{C4A4091B-0555-CA84-4EF5-E0E5A1362EE9}"/>
          </ac:grpSpMkLst>
        </pc:grpChg>
        <pc:grpChg chg="mod">
          <ac:chgData name="Jan" userId="7e99bbe4-d659-4d18-b26e-b9569f789007" providerId="ADAL" clId="{1E656D1C-78CB-454E-B409-905700F72175}" dt="2025-03-12T09:33:04.695" v="28"/>
          <ac:grpSpMkLst>
            <pc:docMk/>
            <pc:sldMk cId="851051177" sldId="2147473079"/>
            <ac:grpSpMk id="11" creationId="{E5CE89AE-D4C5-C09D-55BA-D17E6B984B27}"/>
          </ac:grpSpMkLst>
        </pc:grpChg>
        <pc:grpChg chg="add mod">
          <ac:chgData name="Jan" userId="7e99bbe4-d659-4d18-b26e-b9569f789007" providerId="ADAL" clId="{1E656D1C-78CB-454E-B409-905700F72175}" dt="2025-03-12T09:33:04.695" v="28"/>
          <ac:grpSpMkLst>
            <pc:docMk/>
            <pc:sldMk cId="851051177" sldId="2147473079"/>
            <ac:grpSpMk id="14" creationId="{BFD31CCF-2DDE-B74C-D392-518FBF571268}"/>
          </ac:grpSpMkLst>
        </pc:grpChg>
        <pc:grpChg chg="mod">
          <ac:chgData name="Jan" userId="7e99bbe4-d659-4d18-b26e-b9569f789007" providerId="ADAL" clId="{1E656D1C-78CB-454E-B409-905700F72175}" dt="2025-03-12T09:33:04.695" v="28"/>
          <ac:grpSpMkLst>
            <pc:docMk/>
            <pc:sldMk cId="851051177" sldId="2147473079"/>
            <ac:grpSpMk id="17" creationId="{04BCCE83-51E1-9F90-85B3-66F56E313A9E}"/>
          </ac:grpSpMkLst>
        </pc:grpChg>
        <pc:grpChg chg="add mod">
          <ac:chgData name="Jan" userId="7e99bbe4-d659-4d18-b26e-b9569f789007" providerId="ADAL" clId="{1E656D1C-78CB-454E-B409-905700F72175}" dt="2025-03-12T09:33:04.695" v="28"/>
          <ac:grpSpMkLst>
            <pc:docMk/>
            <pc:sldMk cId="851051177" sldId="2147473079"/>
            <ac:grpSpMk id="21" creationId="{724AE34D-8C5D-A3C2-85EA-EA3F6838829B}"/>
          </ac:grpSpMkLst>
        </pc:grpChg>
        <pc:grpChg chg="mod">
          <ac:chgData name="Jan" userId="7e99bbe4-d659-4d18-b26e-b9569f789007" providerId="ADAL" clId="{1E656D1C-78CB-454E-B409-905700F72175}" dt="2025-03-12T09:33:04.695" v="28"/>
          <ac:grpSpMkLst>
            <pc:docMk/>
            <pc:sldMk cId="851051177" sldId="2147473079"/>
            <ac:grpSpMk id="24" creationId="{AE83FD56-E5AB-EF0C-B5FC-5108665DA9D1}"/>
          </ac:grpSpMkLst>
        </pc:grpChg>
        <pc:grpChg chg="add mod">
          <ac:chgData name="Jan" userId="7e99bbe4-d659-4d18-b26e-b9569f789007" providerId="ADAL" clId="{1E656D1C-78CB-454E-B409-905700F72175}" dt="2025-03-12T09:33:04.695" v="28"/>
          <ac:grpSpMkLst>
            <pc:docMk/>
            <pc:sldMk cId="851051177" sldId="2147473079"/>
            <ac:grpSpMk id="27" creationId="{3DA08DCB-4613-D0CA-A483-BFEE7581BA45}"/>
          </ac:grpSpMkLst>
        </pc:grpChg>
        <pc:grpChg chg="mod">
          <ac:chgData name="Jan" userId="7e99bbe4-d659-4d18-b26e-b9569f789007" providerId="ADAL" clId="{1E656D1C-78CB-454E-B409-905700F72175}" dt="2025-03-12T09:33:04.695" v="28"/>
          <ac:grpSpMkLst>
            <pc:docMk/>
            <pc:sldMk cId="851051177" sldId="2147473079"/>
            <ac:grpSpMk id="30" creationId="{D81FF72B-D045-4264-FFC0-740B4DB3DA97}"/>
          </ac:grpSpMkLst>
        </pc:grpChg>
        <pc:grpChg chg="del">
          <ac:chgData name="Jan" userId="7e99bbe4-d659-4d18-b26e-b9569f789007" providerId="ADAL" clId="{1E656D1C-78CB-454E-B409-905700F72175}" dt="2025-03-12T09:32:55.673" v="24" actId="478"/>
          <ac:grpSpMkLst>
            <pc:docMk/>
            <pc:sldMk cId="851051177" sldId="2147473079"/>
            <ac:grpSpMk id="50" creationId="{AC3915CA-C8D8-8766-EEB9-6B6AC50D01DA}"/>
          </ac:grpSpMkLst>
        </pc:grpChg>
        <pc:grpChg chg="del">
          <ac:chgData name="Jan" userId="7e99bbe4-d659-4d18-b26e-b9569f789007" providerId="ADAL" clId="{1E656D1C-78CB-454E-B409-905700F72175}" dt="2025-03-12T09:32:56.728" v="26" actId="478"/>
          <ac:grpSpMkLst>
            <pc:docMk/>
            <pc:sldMk cId="851051177" sldId="2147473079"/>
            <ac:grpSpMk id="57" creationId="{801F033F-8B2D-C993-3839-A8386E3B0764}"/>
          </ac:grpSpMkLst>
        </pc:grpChg>
        <pc:grpChg chg="del">
          <ac:chgData name="Jan" userId="7e99bbe4-d659-4d18-b26e-b9569f789007" providerId="ADAL" clId="{1E656D1C-78CB-454E-B409-905700F72175}" dt="2025-03-12T09:32:57.179" v="27" actId="478"/>
          <ac:grpSpMkLst>
            <pc:docMk/>
            <pc:sldMk cId="851051177" sldId="2147473079"/>
            <ac:grpSpMk id="63" creationId="{ACE4220A-CCCD-3538-467C-31A21C67A386}"/>
          </ac:grpSpMkLst>
        </pc:grpChg>
        <pc:grpChg chg="add mod">
          <ac:chgData name="Jan" userId="7e99bbe4-d659-4d18-b26e-b9569f789007" providerId="ADAL" clId="{1E656D1C-78CB-454E-B409-905700F72175}" dt="2025-03-12T09:33:04.695" v="28"/>
          <ac:grpSpMkLst>
            <pc:docMk/>
            <pc:sldMk cId="851051177" sldId="2147473079"/>
            <ac:grpSpMk id="88" creationId="{359B6984-42F3-B4DF-292F-66A10EF847D6}"/>
          </ac:grpSpMkLst>
        </pc:grpChg>
        <pc:grpChg chg="del">
          <ac:chgData name="Jan" userId="7e99bbe4-d659-4d18-b26e-b9569f789007" providerId="ADAL" clId="{1E656D1C-78CB-454E-B409-905700F72175}" dt="2025-03-12T09:32:54.465" v="23" actId="478"/>
          <ac:grpSpMkLst>
            <pc:docMk/>
            <pc:sldMk cId="851051177" sldId="2147473079"/>
            <ac:grpSpMk id="102" creationId="{E2161481-B15B-8629-2DAD-07D481535E2C}"/>
          </ac:grpSpMkLst>
        </pc:grpChg>
        <pc:picChg chg="del mod">
          <ac:chgData name="Jan" userId="7e99bbe4-d659-4d18-b26e-b9569f789007" providerId="ADAL" clId="{1E656D1C-78CB-454E-B409-905700F72175}" dt="2025-03-12T09:32:50.144" v="22" actId="478"/>
          <ac:picMkLst>
            <pc:docMk/>
            <pc:sldMk cId="851051177" sldId="2147473079"/>
            <ac:picMk id="2" creationId="{311EFC62-57FA-2227-2B67-A666B7FA0FD1}"/>
          </ac:picMkLst>
        </pc:picChg>
        <pc:picChg chg="del">
          <ac:chgData name="Jan" userId="7e99bbe4-d659-4d18-b26e-b9569f789007" providerId="ADAL" clId="{1E656D1C-78CB-454E-B409-905700F72175}" dt="2025-03-12T09:32:54.465" v="23" actId="478"/>
          <ac:picMkLst>
            <pc:docMk/>
            <pc:sldMk cId="851051177" sldId="2147473079"/>
            <ac:picMk id="4" creationId="{CDA937B8-3ACF-5550-5805-52610DC7429E}"/>
          </ac:picMkLst>
        </pc:picChg>
        <pc:picChg chg="del mod">
          <ac:chgData name="Jan" userId="7e99bbe4-d659-4d18-b26e-b9569f789007" providerId="ADAL" clId="{1E656D1C-78CB-454E-B409-905700F72175}" dt="2025-03-12T09:32:46.368" v="20" actId="478"/>
          <ac:picMkLst>
            <pc:docMk/>
            <pc:sldMk cId="851051177" sldId="2147473079"/>
            <ac:picMk id="6" creationId="{D55014BF-F3C8-60F1-B47B-804F951D9D64}"/>
          </ac:picMkLst>
        </pc:picChg>
        <pc:picChg chg="add mod">
          <ac:chgData name="Jan" userId="7e99bbe4-d659-4d18-b26e-b9569f789007" providerId="ADAL" clId="{1E656D1C-78CB-454E-B409-905700F72175}" dt="2025-03-12T09:33:04.695" v="28"/>
          <ac:picMkLst>
            <pc:docMk/>
            <pc:sldMk cId="851051177" sldId="2147473079"/>
            <ac:picMk id="132" creationId="{517FEDEA-4FEB-6388-1048-0FD6385C0B92}"/>
          </ac:picMkLst>
        </pc:picChg>
        <pc:picChg chg="add mod">
          <ac:chgData name="Jan" userId="7e99bbe4-d659-4d18-b26e-b9569f789007" providerId="ADAL" clId="{1E656D1C-78CB-454E-B409-905700F72175}" dt="2025-03-12T09:33:04.695" v="28"/>
          <ac:picMkLst>
            <pc:docMk/>
            <pc:sldMk cId="851051177" sldId="2147473079"/>
            <ac:picMk id="137" creationId="{FA2A3D2B-6136-2C76-E656-D86C81A62E9C}"/>
          </ac:picMkLst>
        </pc:picChg>
        <pc:cxnChg chg="mod">
          <ac:chgData name="Jan" userId="7e99bbe4-d659-4d18-b26e-b9569f789007" providerId="ADAL" clId="{1E656D1C-78CB-454E-B409-905700F72175}" dt="2025-03-12T09:33:04.695" v="28"/>
          <ac:cxnSpMkLst>
            <pc:docMk/>
            <pc:sldMk cId="851051177" sldId="2147473079"/>
            <ac:cxnSpMk id="10" creationId="{8EAFB767-E13F-4C17-5984-592E73042B22}"/>
          </ac:cxnSpMkLst>
        </pc:cxnChg>
        <pc:cxnChg chg="mod">
          <ac:chgData name="Jan" userId="7e99bbe4-d659-4d18-b26e-b9569f789007" providerId="ADAL" clId="{1E656D1C-78CB-454E-B409-905700F72175}" dt="2025-03-12T09:33:04.695" v="28"/>
          <ac:cxnSpMkLst>
            <pc:docMk/>
            <pc:sldMk cId="851051177" sldId="2147473079"/>
            <ac:cxnSpMk id="16" creationId="{D8C9290C-9E9F-0357-E717-5BE7492113D1}"/>
          </ac:cxnSpMkLst>
        </pc:cxnChg>
        <pc:cxnChg chg="mod">
          <ac:chgData name="Jan" userId="7e99bbe4-d659-4d18-b26e-b9569f789007" providerId="ADAL" clId="{1E656D1C-78CB-454E-B409-905700F72175}" dt="2025-03-12T09:33:04.695" v="28"/>
          <ac:cxnSpMkLst>
            <pc:docMk/>
            <pc:sldMk cId="851051177" sldId="2147473079"/>
            <ac:cxnSpMk id="23" creationId="{26BF6CBA-F272-0A9C-2132-C460EB4BB799}"/>
          </ac:cxnSpMkLst>
        </pc:cxnChg>
        <pc:cxnChg chg="mod">
          <ac:chgData name="Jan" userId="7e99bbe4-d659-4d18-b26e-b9569f789007" providerId="ADAL" clId="{1E656D1C-78CB-454E-B409-905700F72175}" dt="2025-03-12T09:33:04.695" v="28"/>
          <ac:cxnSpMkLst>
            <pc:docMk/>
            <pc:sldMk cId="851051177" sldId="2147473079"/>
            <ac:cxnSpMk id="28" creationId="{59CE8CD2-18D1-9AE4-DFBC-FEE9F89FF2C9}"/>
          </ac:cxnSpMkLst>
        </pc:cxnChg>
      </pc:sldChg>
    </pc:docChg>
  </pc:docChgLst>
  <pc:docChgLst>
    <pc:chgData name="Jan" userId="S::jan@markmanassociates.com::7e99bbe4-d659-4d18-b26e-b9569f789007" providerId="AD" clId="Web-{B8509F6D-3005-F758-04A5-096456ACE0E9}"/>
    <pc:docChg chg="modSld">
      <pc:chgData name="Jan" userId="S::jan@markmanassociates.com::7e99bbe4-d659-4d18-b26e-b9569f789007" providerId="AD" clId="Web-{B8509F6D-3005-F758-04A5-096456ACE0E9}" dt="2025-03-11T08:06:21.086" v="1"/>
      <pc:docMkLst>
        <pc:docMk/>
      </pc:docMkLst>
      <pc:sldChg chg="addSp modSp">
        <pc:chgData name="Jan" userId="S::jan@markmanassociates.com::7e99bbe4-d659-4d18-b26e-b9569f789007" providerId="AD" clId="Web-{B8509F6D-3005-F758-04A5-096456ACE0E9}" dt="2025-03-11T08:05:21.084" v="0"/>
        <pc:sldMkLst>
          <pc:docMk/>
          <pc:sldMk cId="4293427498" sldId="2147473066"/>
        </pc:sldMkLst>
        <pc:picChg chg="add mod">
          <ac:chgData name="Jan" userId="S::jan@markmanassociates.com::7e99bbe4-d659-4d18-b26e-b9569f789007" providerId="AD" clId="Web-{B8509F6D-3005-F758-04A5-096456ACE0E9}" dt="2025-03-11T08:05:21.084" v="0"/>
          <ac:picMkLst>
            <pc:docMk/>
            <pc:sldMk cId="4293427498" sldId="2147473066"/>
            <ac:picMk id="2" creationId="{C9F2FD17-722E-2965-77B9-B3DDD3196198}"/>
          </ac:picMkLst>
        </pc:picChg>
      </pc:sldChg>
      <pc:sldChg chg="addSp modSp">
        <pc:chgData name="Jan" userId="S::jan@markmanassociates.com::7e99bbe4-d659-4d18-b26e-b9569f789007" providerId="AD" clId="Web-{B8509F6D-3005-F758-04A5-096456ACE0E9}" dt="2025-03-11T08:06:21.086" v="1"/>
        <pc:sldMkLst>
          <pc:docMk/>
          <pc:sldMk cId="3736246245" sldId="2147473078"/>
        </pc:sldMkLst>
        <pc:picChg chg="add mod">
          <ac:chgData name="Jan" userId="S::jan@markmanassociates.com::7e99bbe4-d659-4d18-b26e-b9569f789007" providerId="AD" clId="Web-{B8509F6D-3005-F758-04A5-096456ACE0E9}" dt="2025-03-11T08:06:21.086" v="1"/>
          <ac:picMkLst>
            <pc:docMk/>
            <pc:sldMk cId="3736246245" sldId="2147473078"/>
            <ac:picMk id="2" creationId="{5D91CA90-ACC2-30C4-56C8-AAA02CF47CF5}"/>
          </ac:picMkLst>
        </pc:picChg>
      </pc:sldChg>
    </pc:docChg>
  </pc:docChgLst>
  <pc:docChgLst>
    <pc:chgData name="Nikoleta Notova" userId="S::nikoleta@markmanassociates.com::c259cff7-fb7d-4e02-ad74-1d1c1f842017" providerId="AD" clId="Web-{33A313B6-9222-AECC-E2BE-C6DB78507FFE}"/>
    <pc:docChg chg="modSld">
      <pc:chgData name="Nikoleta Notova" userId="S::nikoleta@markmanassociates.com::c259cff7-fb7d-4e02-ad74-1d1c1f842017" providerId="AD" clId="Web-{33A313B6-9222-AECC-E2BE-C6DB78507FFE}" dt="2025-03-05T08:47:05.971" v="8" actId="20577"/>
      <pc:docMkLst>
        <pc:docMk/>
      </pc:docMkLst>
      <pc:sldChg chg="modSp">
        <pc:chgData name="Nikoleta Notova" userId="S::nikoleta@markmanassociates.com::c259cff7-fb7d-4e02-ad74-1d1c1f842017" providerId="AD" clId="Web-{33A313B6-9222-AECC-E2BE-C6DB78507FFE}" dt="2025-03-05T08:47:05.971" v="8" actId="20577"/>
        <pc:sldMkLst>
          <pc:docMk/>
          <pc:sldMk cId="3669124840" sldId="2147473072"/>
        </pc:sldMkLst>
        <pc:spChg chg="mod">
          <ac:chgData name="Nikoleta Notova" userId="S::nikoleta@markmanassociates.com::c259cff7-fb7d-4e02-ad74-1d1c1f842017" providerId="AD" clId="Web-{33A313B6-9222-AECC-E2BE-C6DB78507FFE}" dt="2025-03-05T08:47:05.971" v="8" actId="20577"/>
          <ac:spMkLst>
            <pc:docMk/>
            <pc:sldMk cId="3669124840" sldId="2147473072"/>
            <ac:spMk id="6" creationId="{B92819C9-EBA2-65D8-AE22-CE8B4741560B}"/>
          </ac:spMkLst>
        </pc:spChg>
        <pc:spChg chg="mod">
          <ac:chgData name="Nikoleta Notova" userId="S::nikoleta@markmanassociates.com::c259cff7-fb7d-4e02-ad74-1d1c1f842017" providerId="AD" clId="Web-{33A313B6-9222-AECC-E2BE-C6DB78507FFE}" dt="2025-03-05T08:43:40.560" v="0" actId="20577"/>
          <ac:spMkLst>
            <pc:docMk/>
            <pc:sldMk cId="3669124840" sldId="2147473072"/>
            <ac:spMk id="85" creationId="{800688DF-7D88-8C78-BB5E-5F6C0C283F3A}"/>
          </ac:spMkLst>
        </pc:spChg>
      </pc:sldChg>
      <pc:sldChg chg="modSp">
        <pc:chgData name="Nikoleta Notova" userId="S::nikoleta@markmanassociates.com::c259cff7-fb7d-4e02-ad74-1d1c1f842017" providerId="AD" clId="Web-{33A313B6-9222-AECC-E2BE-C6DB78507FFE}" dt="2025-03-05T08:43:44.466" v="1" actId="20577"/>
        <pc:sldMkLst>
          <pc:docMk/>
          <pc:sldMk cId="1798065518" sldId="2147473074"/>
        </pc:sldMkLst>
        <pc:spChg chg="mod">
          <ac:chgData name="Nikoleta Notova" userId="S::nikoleta@markmanassociates.com::c259cff7-fb7d-4e02-ad74-1d1c1f842017" providerId="AD" clId="Web-{33A313B6-9222-AECC-E2BE-C6DB78507FFE}" dt="2025-03-05T08:43:44.466" v="1" actId="20577"/>
          <ac:spMkLst>
            <pc:docMk/>
            <pc:sldMk cId="1798065518" sldId="2147473074"/>
            <ac:spMk id="85" creationId="{1ACCF654-83F5-3BB6-920E-BC5AE1617BD8}"/>
          </ac:spMkLst>
        </pc:spChg>
      </pc:sldChg>
      <pc:sldChg chg="modSp">
        <pc:chgData name="Nikoleta Notova" userId="S::nikoleta@markmanassociates.com::c259cff7-fb7d-4e02-ad74-1d1c1f842017" providerId="AD" clId="Web-{33A313B6-9222-AECC-E2BE-C6DB78507FFE}" dt="2025-03-05T08:43:48.825" v="2" actId="20577"/>
        <pc:sldMkLst>
          <pc:docMk/>
          <pc:sldMk cId="1828146150" sldId="2147473076"/>
        </pc:sldMkLst>
        <pc:spChg chg="mod">
          <ac:chgData name="Nikoleta Notova" userId="S::nikoleta@markmanassociates.com::c259cff7-fb7d-4e02-ad74-1d1c1f842017" providerId="AD" clId="Web-{33A313B6-9222-AECC-E2BE-C6DB78507FFE}" dt="2025-03-05T08:43:48.825" v="2" actId="20577"/>
          <ac:spMkLst>
            <pc:docMk/>
            <pc:sldMk cId="1828146150" sldId="2147473076"/>
            <ac:spMk id="85" creationId="{759A8F75-BFC3-75A2-068E-A72D3E4189D1}"/>
          </ac:spMkLst>
        </pc:spChg>
      </pc:sldChg>
      <pc:sldChg chg="modSp">
        <pc:chgData name="Nikoleta Notova" userId="S::nikoleta@markmanassociates.com::c259cff7-fb7d-4e02-ad74-1d1c1f842017" providerId="AD" clId="Web-{33A313B6-9222-AECC-E2BE-C6DB78507FFE}" dt="2025-03-05T08:43:59.201" v="4" actId="20577"/>
        <pc:sldMkLst>
          <pc:docMk/>
          <pc:sldMk cId="3736246245" sldId="2147473078"/>
        </pc:sldMkLst>
        <pc:spChg chg="mod">
          <ac:chgData name="Nikoleta Notova" userId="S::nikoleta@markmanassociates.com::c259cff7-fb7d-4e02-ad74-1d1c1f842017" providerId="AD" clId="Web-{33A313B6-9222-AECC-E2BE-C6DB78507FFE}" dt="2025-03-05T08:43:59.201" v="4" actId="20577"/>
          <ac:spMkLst>
            <pc:docMk/>
            <pc:sldMk cId="3736246245" sldId="2147473078"/>
            <ac:spMk id="85" creationId="{AFB5A025-B85C-BB41-0790-7123C75D64D3}"/>
          </ac:spMkLst>
        </pc:spChg>
      </pc:sldChg>
      <pc:sldChg chg="modSp">
        <pc:chgData name="Nikoleta Notova" userId="S::nikoleta@markmanassociates.com::c259cff7-fb7d-4e02-ad74-1d1c1f842017" providerId="AD" clId="Web-{33A313B6-9222-AECC-E2BE-C6DB78507FFE}" dt="2025-03-05T08:44:01.888" v="5" actId="20577"/>
        <pc:sldMkLst>
          <pc:docMk/>
          <pc:sldMk cId="2873754903" sldId="2147473080"/>
        </pc:sldMkLst>
        <pc:spChg chg="mod">
          <ac:chgData name="Nikoleta Notova" userId="S::nikoleta@markmanassociates.com::c259cff7-fb7d-4e02-ad74-1d1c1f842017" providerId="AD" clId="Web-{33A313B6-9222-AECC-E2BE-C6DB78507FFE}" dt="2025-03-05T08:44:01.888" v="5" actId="20577"/>
          <ac:spMkLst>
            <pc:docMk/>
            <pc:sldMk cId="2873754903" sldId="2147473080"/>
            <ac:spMk id="85" creationId="{B1B89186-0070-B68D-D506-A18EF03013E1}"/>
          </ac:spMkLst>
        </pc:spChg>
      </pc:sldChg>
      <pc:sldChg chg="modSp">
        <pc:chgData name="Nikoleta Notova" userId="S::nikoleta@markmanassociates.com::c259cff7-fb7d-4e02-ad74-1d1c1f842017" providerId="AD" clId="Web-{33A313B6-9222-AECC-E2BE-C6DB78507FFE}" dt="2025-03-05T08:44:05.170" v="6" actId="20577"/>
        <pc:sldMkLst>
          <pc:docMk/>
          <pc:sldMk cId="190314297" sldId="2147473082"/>
        </pc:sldMkLst>
        <pc:spChg chg="mod">
          <ac:chgData name="Nikoleta Notova" userId="S::nikoleta@markmanassociates.com::c259cff7-fb7d-4e02-ad74-1d1c1f842017" providerId="AD" clId="Web-{33A313B6-9222-AECC-E2BE-C6DB78507FFE}" dt="2025-03-05T08:44:05.170" v="6" actId="20577"/>
          <ac:spMkLst>
            <pc:docMk/>
            <pc:sldMk cId="190314297" sldId="2147473082"/>
            <ac:spMk id="85" creationId="{A3338934-B158-505D-E441-79FA2C5314CD}"/>
          </ac:spMkLst>
        </pc:spChg>
      </pc:sldChg>
    </pc:docChg>
  </pc:docChgLst>
  <pc:docChgLst>
    <pc:chgData name="Carmen" userId="S::carmen@markmanassociates.com::854005f4-386e-4134-9c36-452f82ab7859" providerId="AD" clId="Web-{936966B9-0B0C-0C05-91C2-D72B9020123B}"/>
    <pc:docChg chg="modSld">
      <pc:chgData name="Carmen" userId="S::carmen@markmanassociates.com::854005f4-386e-4134-9c36-452f82ab7859" providerId="AD" clId="Web-{936966B9-0B0C-0C05-91C2-D72B9020123B}" dt="2024-10-22T15:56:29.568" v="109"/>
      <pc:docMkLst>
        <pc:docMk/>
      </pc:docMkLst>
      <pc:sldChg chg="addSp delSp modSp">
        <pc:chgData name="Carmen" userId="S::carmen@markmanassociates.com::854005f4-386e-4134-9c36-452f82ab7859" providerId="AD" clId="Web-{936966B9-0B0C-0C05-91C2-D72B9020123B}" dt="2024-10-22T15:56:29.568" v="109"/>
        <pc:sldMkLst>
          <pc:docMk/>
          <pc:sldMk cId="3748518157" sldId="2147473040"/>
        </pc:sldMkLst>
      </pc:sldChg>
    </pc:docChg>
  </pc:docChgLst>
  <pc:docChgLst>
    <pc:chgData name="Nikoleta Notova" userId="S::nikoleta@markmanassociates.com::c259cff7-fb7d-4e02-ad74-1d1c1f842017" providerId="AD" clId="Web-{B082463D-F66A-831C-7E08-881C45051547}"/>
    <pc:docChg chg="modSld">
      <pc:chgData name="Nikoleta Notova" userId="S::nikoleta@markmanassociates.com::c259cff7-fb7d-4e02-ad74-1d1c1f842017" providerId="AD" clId="Web-{B082463D-F66A-831C-7E08-881C45051547}" dt="2025-03-11T08:12:22.601" v="95" actId="1076"/>
      <pc:docMkLst>
        <pc:docMk/>
      </pc:docMkLst>
      <pc:sldChg chg="modSp">
        <pc:chgData name="Nikoleta Notova" userId="S::nikoleta@markmanassociates.com::c259cff7-fb7d-4e02-ad74-1d1c1f842017" providerId="AD" clId="Web-{B082463D-F66A-831C-7E08-881C45051547}" dt="2025-03-11T08:10:25.547" v="60"/>
        <pc:sldMkLst>
          <pc:docMk/>
          <pc:sldMk cId="3802242310" sldId="2147473063"/>
        </pc:sldMkLst>
        <pc:spChg chg="mod">
          <ac:chgData name="Nikoleta Notova" userId="S::nikoleta@markmanassociates.com::c259cff7-fb7d-4e02-ad74-1d1c1f842017" providerId="AD" clId="Web-{B082463D-F66A-831C-7E08-881C45051547}" dt="2025-03-11T08:10:25.547" v="60"/>
          <ac:spMkLst>
            <pc:docMk/>
            <pc:sldMk cId="3802242310" sldId="2147473063"/>
            <ac:spMk id="9" creationId="{9C401EB1-EE93-0CCD-CD84-EDF945DAF395}"/>
          </ac:spMkLst>
        </pc:spChg>
      </pc:sldChg>
      <pc:sldChg chg="modSp">
        <pc:chgData name="Nikoleta Notova" userId="S::nikoleta@markmanassociates.com::c259cff7-fb7d-4e02-ad74-1d1c1f842017" providerId="AD" clId="Web-{B082463D-F66A-831C-7E08-881C45051547}" dt="2025-03-11T08:09:55.358" v="58" actId="20577"/>
        <pc:sldMkLst>
          <pc:docMk/>
          <pc:sldMk cId="445402209" sldId="2147473064"/>
        </pc:sldMkLst>
        <pc:spChg chg="mod">
          <ac:chgData name="Nikoleta Notova" userId="S::nikoleta@markmanassociates.com::c259cff7-fb7d-4e02-ad74-1d1c1f842017" providerId="AD" clId="Web-{B082463D-F66A-831C-7E08-881C45051547}" dt="2025-03-11T08:06:43.456" v="14" actId="20577"/>
          <ac:spMkLst>
            <pc:docMk/>
            <pc:sldMk cId="445402209" sldId="2147473064"/>
            <ac:spMk id="13" creationId="{33A23EDE-ACBD-D630-5510-A7F3BF88B797}"/>
          </ac:spMkLst>
        </pc:spChg>
        <pc:spChg chg="mod">
          <ac:chgData name="Nikoleta Notova" userId="S::nikoleta@markmanassociates.com::c259cff7-fb7d-4e02-ad74-1d1c1f842017" providerId="AD" clId="Web-{B082463D-F66A-831C-7E08-881C45051547}" dt="2025-03-11T08:09:55.358" v="58" actId="20577"/>
          <ac:spMkLst>
            <pc:docMk/>
            <pc:sldMk cId="445402209" sldId="2147473064"/>
            <ac:spMk id="17" creationId="{80D3DBB4-CB8D-1E63-A98E-15CF85936486}"/>
          </ac:spMkLst>
        </pc:spChg>
        <pc:spChg chg="mod">
          <ac:chgData name="Nikoleta Notova" userId="S::nikoleta@markmanassociates.com::c259cff7-fb7d-4e02-ad74-1d1c1f842017" providerId="AD" clId="Web-{B082463D-F66A-831C-7E08-881C45051547}" dt="2025-03-11T08:07:27.380" v="37" actId="20577"/>
          <ac:spMkLst>
            <pc:docMk/>
            <pc:sldMk cId="445402209" sldId="2147473064"/>
            <ac:spMk id="25" creationId="{478640A1-0D9D-B682-B192-9510AB547640}"/>
          </ac:spMkLst>
        </pc:spChg>
        <pc:spChg chg="mod">
          <ac:chgData name="Nikoleta Notova" userId="S::nikoleta@markmanassociates.com::c259cff7-fb7d-4e02-ad74-1d1c1f842017" providerId="AD" clId="Web-{B082463D-F66A-831C-7E08-881C45051547}" dt="2025-03-11T08:07:01.597" v="22" actId="20577"/>
          <ac:spMkLst>
            <pc:docMk/>
            <pc:sldMk cId="445402209" sldId="2147473064"/>
            <ac:spMk id="1166" creationId="{7F5EE766-71BC-2EAA-631B-1E6E608BEB5E}"/>
          </ac:spMkLst>
        </pc:spChg>
      </pc:sldChg>
      <pc:sldChg chg="modSp">
        <pc:chgData name="Nikoleta Notova" userId="S::nikoleta@markmanassociates.com::c259cff7-fb7d-4e02-ad74-1d1c1f842017" providerId="AD" clId="Web-{B082463D-F66A-831C-7E08-881C45051547}" dt="2025-03-11T08:11:25.426" v="73" actId="20577"/>
        <pc:sldMkLst>
          <pc:docMk/>
          <pc:sldMk cId="881348590" sldId="2147473070"/>
        </pc:sldMkLst>
        <pc:spChg chg="mod">
          <ac:chgData name="Nikoleta Notova" userId="S::nikoleta@markmanassociates.com::c259cff7-fb7d-4e02-ad74-1d1c1f842017" providerId="AD" clId="Web-{B082463D-F66A-831C-7E08-881C45051547}" dt="2025-03-11T08:11:25.426" v="73" actId="20577"/>
          <ac:spMkLst>
            <pc:docMk/>
            <pc:sldMk cId="881348590" sldId="2147473070"/>
            <ac:spMk id="6" creationId="{47BB3DCC-B93E-65F8-1294-F9915B932AA1}"/>
          </ac:spMkLst>
        </pc:spChg>
      </pc:sldChg>
      <pc:sldChg chg="modSp">
        <pc:chgData name="Nikoleta Notova" userId="S::nikoleta@markmanassociates.com::c259cff7-fb7d-4e02-ad74-1d1c1f842017" providerId="AD" clId="Web-{B082463D-F66A-831C-7E08-881C45051547}" dt="2025-03-11T08:12:22.601" v="95" actId="1076"/>
        <pc:sldMkLst>
          <pc:docMk/>
          <pc:sldMk cId="921010934" sldId="2147473071"/>
        </pc:sldMkLst>
        <pc:picChg chg="mod">
          <ac:chgData name="Nikoleta Notova" userId="S::nikoleta@markmanassociates.com::c259cff7-fb7d-4e02-ad74-1d1c1f842017" providerId="AD" clId="Web-{B082463D-F66A-831C-7E08-881C45051547}" dt="2025-03-11T08:12:22.601" v="95" actId="1076"/>
          <ac:picMkLst>
            <pc:docMk/>
            <pc:sldMk cId="921010934" sldId="2147473071"/>
            <ac:picMk id="6" creationId="{0D9FB52B-64EF-E0AC-5D84-EA0F873D0F04}"/>
          </ac:picMkLst>
        </pc:picChg>
      </pc:sldChg>
      <pc:sldChg chg="modSp">
        <pc:chgData name="Nikoleta Notova" userId="S::nikoleta@markmanassociates.com::c259cff7-fb7d-4e02-ad74-1d1c1f842017" providerId="AD" clId="Web-{B082463D-F66A-831C-7E08-881C45051547}" dt="2025-03-11T08:11:29.707" v="78" actId="20577"/>
        <pc:sldMkLst>
          <pc:docMk/>
          <pc:sldMk cId="3669124840" sldId="2147473072"/>
        </pc:sldMkLst>
        <pc:spChg chg="mod">
          <ac:chgData name="Nikoleta Notova" userId="S::nikoleta@markmanassociates.com::c259cff7-fb7d-4e02-ad74-1d1c1f842017" providerId="AD" clId="Web-{B082463D-F66A-831C-7E08-881C45051547}" dt="2025-03-11T08:11:29.707" v="78" actId="20577"/>
          <ac:spMkLst>
            <pc:docMk/>
            <pc:sldMk cId="3669124840" sldId="2147473072"/>
            <ac:spMk id="6" creationId="{B92819C9-EBA2-65D8-AE22-CE8B4741560B}"/>
          </ac:spMkLst>
        </pc:spChg>
      </pc:sldChg>
      <pc:sldChg chg="modSp">
        <pc:chgData name="Nikoleta Notova" userId="S::nikoleta@markmanassociates.com::c259cff7-fb7d-4e02-ad74-1d1c1f842017" providerId="AD" clId="Web-{B082463D-F66A-831C-7E08-881C45051547}" dt="2025-03-11T08:11:35.332" v="83" actId="20577"/>
        <pc:sldMkLst>
          <pc:docMk/>
          <pc:sldMk cId="1798065518" sldId="2147473074"/>
        </pc:sldMkLst>
        <pc:spChg chg="mod">
          <ac:chgData name="Nikoleta Notova" userId="S::nikoleta@markmanassociates.com::c259cff7-fb7d-4e02-ad74-1d1c1f842017" providerId="AD" clId="Web-{B082463D-F66A-831C-7E08-881C45051547}" dt="2025-03-11T08:11:35.332" v="83" actId="20577"/>
          <ac:spMkLst>
            <pc:docMk/>
            <pc:sldMk cId="1798065518" sldId="2147473074"/>
            <ac:spMk id="6" creationId="{FDB22759-5CFA-B1B5-AC52-6A17F149DC2B}"/>
          </ac:spMkLst>
        </pc:spChg>
      </pc:sldChg>
      <pc:sldChg chg="modSp">
        <pc:chgData name="Nikoleta Notova" userId="S::nikoleta@markmanassociates.com::c259cff7-fb7d-4e02-ad74-1d1c1f842017" providerId="AD" clId="Web-{B082463D-F66A-831C-7E08-881C45051547}" dt="2025-03-11T08:11:47.771" v="85" actId="14100"/>
        <pc:sldMkLst>
          <pc:docMk/>
          <pc:sldMk cId="1174502399" sldId="2147473075"/>
        </pc:sldMkLst>
        <pc:picChg chg="mod">
          <ac:chgData name="Nikoleta Notova" userId="S::nikoleta@markmanassociates.com::c259cff7-fb7d-4e02-ad74-1d1c1f842017" providerId="AD" clId="Web-{B082463D-F66A-831C-7E08-881C45051547}" dt="2025-03-11T08:11:47.771" v="85" actId="14100"/>
          <ac:picMkLst>
            <pc:docMk/>
            <pc:sldMk cId="1174502399" sldId="2147473075"/>
            <ac:picMk id="2" creationId="{373808F0-CF48-E800-265D-146D294866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E3A4D-65D1-4A26-84C9-EF4CD18837C8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DD339-3AFD-44E1-882F-EBFD34331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58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>
          <a:extLst>
            <a:ext uri="{FF2B5EF4-FFF2-40B4-BE49-F238E27FC236}">
              <a16:creationId xmlns:a16="http://schemas.microsoft.com/office/drawing/2014/main" id="{4BB431F1-4CC9-F74E-A452-4E5D93592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>
            <a:extLst>
              <a:ext uri="{FF2B5EF4-FFF2-40B4-BE49-F238E27FC236}">
                <a16:creationId xmlns:a16="http://schemas.microsoft.com/office/drawing/2014/main" id="{2D156E58-A261-D79B-E17F-97107C09D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>
            <a:extLst>
              <a:ext uri="{FF2B5EF4-FFF2-40B4-BE49-F238E27FC236}">
                <a16:creationId xmlns:a16="http://schemas.microsoft.com/office/drawing/2014/main" id="{81B2A0B6-8164-4594-3FB3-D006AA437D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9260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>
          <a:extLst>
            <a:ext uri="{FF2B5EF4-FFF2-40B4-BE49-F238E27FC236}">
              <a16:creationId xmlns:a16="http://schemas.microsoft.com/office/drawing/2014/main" id="{B278D4C3-0071-548A-9544-0376C94FD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>
            <a:extLst>
              <a:ext uri="{FF2B5EF4-FFF2-40B4-BE49-F238E27FC236}">
                <a16:creationId xmlns:a16="http://schemas.microsoft.com/office/drawing/2014/main" id="{2228E3EA-9A60-733C-3B2E-D9BBE41305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>
            <a:extLst>
              <a:ext uri="{FF2B5EF4-FFF2-40B4-BE49-F238E27FC236}">
                <a16:creationId xmlns:a16="http://schemas.microsoft.com/office/drawing/2014/main" id="{ED9ADA72-7FF6-FCD0-62B6-3D691B5C13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0791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>
          <a:extLst>
            <a:ext uri="{FF2B5EF4-FFF2-40B4-BE49-F238E27FC236}">
              <a16:creationId xmlns:a16="http://schemas.microsoft.com/office/drawing/2014/main" id="{AF5E45B5-022A-3414-AAA2-BA81F007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>
            <a:extLst>
              <a:ext uri="{FF2B5EF4-FFF2-40B4-BE49-F238E27FC236}">
                <a16:creationId xmlns:a16="http://schemas.microsoft.com/office/drawing/2014/main" id="{4FD19E1F-9E6E-644A-3191-C8275771A2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>
            <a:extLst>
              <a:ext uri="{FF2B5EF4-FFF2-40B4-BE49-F238E27FC236}">
                <a16:creationId xmlns:a16="http://schemas.microsoft.com/office/drawing/2014/main" id="{EDFF3518-BDC1-9BFC-0F70-F6B108068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8161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>
          <a:extLst>
            <a:ext uri="{FF2B5EF4-FFF2-40B4-BE49-F238E27FC236}">
              <a16:creationId xmlns:a16="http://schemas.microsoft.com/office/drawing/2014/main" id="{BC5D8897-575B-3C09-F37D-3F247DDCF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>
            <a:extLst>
              <a:ext uri="{FF2B5EF4-FFF2-40B4-BE49-F238E27FC236}">
                <a16:creationId xmlns:a16="http://schemas.microsoft.com/office/drawing/2014/main" id="{458A66F8-31C4-BD06-C08F-3FEAB61ABE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>
            <a:extLst>
              <a:ext uri="{FF2B5EF4-FFF2-40B4-BE49-F238E27FC236}">
                <a16:creationId xmlns:a16="http://schemas.microsoft.com/office/drawing/2014/main" id="{C29128C2-7D6F-D33A-2149-B32E0CC7D0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5141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>
          <a:extLst>
            <a:ext uri="{FF2B5EF4-FFF2-40B4-BE49-F238E27FC236}">
              <a16:creationId xmlns:a16="http://schemas.microsoft.com/office/drawing/2014/main" id="{3F2B063A-E9D3-3CA2-4F0F-AF0928897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>
            <a:extLst>
              <a:ext uri="{FF2B5EF4-FFF2-40B4-BE49-F238E27FC236}">
                <a16:creationId xmlns:a16="http://schemas.microsoft.com/office/drawing/2014/main" id="{30570CE5-0F4F-1C4C-5FC3-0EE7E475D2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>
            <a:extLst>
              <a:ext uri="{FF2B5EF4-FFF2-40B4-BE49-F238E27FC236}">
                <a16:creationId xmlns:a16="http://schemas.microsoft.com/office/drawing/2014/main" id="{F6145CB6-F0DF-C208-DF13-DBDCBB608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6828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>
          <a:extLst>
            <a:ext uri="{FF2B5EF4-FFF2-40B4-BE49-F238E27FC236}">
              <a16:creationId xmlns:a16="http://schemas.microsoft.com/office/drawing/2014/main" id="{2B853811-849A-8613-6B7E-3C3D14447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>
            <a:extLst>
              <a:ext uri="{FF2B5EF4-FFF2-40B4-BE49-F238E27FC236}">
                <a16:creationId xmlns:a16="http://schemas.microsoft.com/office/drawing/2014/main" id="{9D41228A-C9A5-C818-AB2E-62D0974600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>
            <a:extLst>
              <a:ext uri="{FF2B5EF4-FFF2-40B4-BE49-F238E27FC236}">
                <a16:creationId xmlns:a16="http://schemas.microsoft.com/office/drawing/2014/main" id="{A59EEDF7-D8B8-4132-BF3B-CF8E0D568C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4309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>
          <a:extLst>
            <a:ext uri="{FF2B5EF4-FFF2-40B4-BE49-F238E27FC236}">
              <a16:creationId xmlns:a16="http://schemas.microsoft.com/office/drawing/2014/main" id="{7240E683-6DC4-F58A-8E88-BBAC08C1F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>
            <a:extLst>
              <a:ext uri="{FF2B5EF4-FFF2-40B4-BE49-F238E27FC236}">
                <a16:creationId xmlns:a16="http://schemas.microsoft.com/office/drawing/2014/main" id="{AE68077C-17E3-F489-DFB4-36910F5643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>
            <a:extLst>
              <a:ext uri="{FF2B5EF4-FFF2-40B4-BE49-F238E27FC236}">
                <a16:creationId xmlns:a16="http://schemas.microsoft.com/office/drawing/2014/main" id="{A148D59D-2020-FC69-51B2-3487CE9145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3025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>
          <a:extLst>
            <a:ext uri="{FF2B5EF4-FFF2-40B4-BE49-F238E27FC236}">
              <a16:creationId xmlns:a16="http://schemas.microsoft.com/office/drawing/2014/main" id="{D7232CB9-5A5C-9296-818A-EBC8E23DA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>
            <a:extLst>
              <a:ext uri="{FF2B5EF4-FFF2-40B4-BE49-F238E27FC236}">
                <a16:creationId xmlns:a16="http://schemas.microsoft.com/office/drawing/2014/main" id="{6799B9C1-7611-A696-F8AF-580022745D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>
            <a:extLst>
              <a:ext uri="{FF2B5EF4-FFF2-40B4-BE49-F238E27FC236}">
                <a16:creationId xmlns:a16="http://schemas.microsoft.com/office/drawing/2014/main" id="{665D8248-F9DB-89BE-D8E0-B86F2AE79C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77906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>
          <a:extLst>
            <a:ext uri="{FF2B5EF4-FFF2-40B4-BE49-F238E27FC236}">
              <a16:creationId xmlns:a16="http://schemas.microsoft.com/office/drawing/2014/main" id="{C47845A4-092A-D963-FC2D-6EC3204D3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a39e485748_0_245:notes">
            <a:extLst>
              <a:ext uri="{FF2B5EF4-FFF2-40B4-BE49-F238E27FC236}">
                <a16:creationId xmlns:a16="http://schemas.microsoft.com/office/drawing/2014/main" id="{FFFC72EC-2F72-F6B2-D6B9-874E364B8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a39e485748_0_245:notes">
            <a:extLst>
              <a:ext uri="{FF2B5EF4-FFF2-40B4-BE49-F238E27FC236}">
                <a16:creationId xmlns:a16="http://schemas.microsoft.com/office/drawing/2014/main" id="{786B2529-90E3-54C9-0BBE-8211E5B996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3505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Diagonal Corner Rectangle 11">
            <a:extLst>
              <a:ext uri="{FF2B5EF4-FFF2-40B4-BE49-F238E27FC236}">
                <a16:creationId xmlns:a16="http://schemas.microsoft.com/office/drawing/2014/main" id="{2E4C57A2-A4AF-7A82-EFE7-58FD12050B64}"/>
              </a:ext>
            </a:extLst>
          </p:cNvPr>
          <p:cNvSpPr/>
          <p:nvPr userDrawn="1"/>
        </p:nvSpPr>
        <p:spPr>
          <a:xfrm rot="10800000">
            <a:off x="889832" y="1084817"/>
            <a:ext cx="10412335" cy="4688366"/>
          </a:xfrm>
          <a:prstGeom prst="snip2DiagRect">
            <a:avLst>
              <a:gd name="adj1" fmla="val 0"/>
              <a:gd name="adj2" fmla="val 36246"/>
            </a:avLst>
          </a:prstGeom>
          <a:gradFill flip="none" rotWithShape="0">
            <a:gsLst>
              <a:gs pos="75000">
                <a:srgbClr val="921D87"/>
              </a:gs>
              <a:gs pos="25000">
                <a:srgbClr val="0E166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0212C9-5379-6E9E-71C7-6DE3FE670D56}"/>
              </a:ext>
            </a:extLst>
          </p:cNvPr>
          <p:cNvSpPr txBox="1"/>
          <p:nvPr userDrawn="1"/>
        </p:nvSpPr>
        <p:spPr>
          <a:xfrm>
            <a:off x="2502757" y="2097982"/>
            <a:ext cx="7769004" cy="2215991"/>
          </a:xfrm>
          <a:prstGeom prst="rect">
            <a:avLst/>
          </a:prstGeom>
          <a:noFill/>
          <a:ln w="2857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7200" cap="all" spc="1000" dirty="0">
                <a:solidFill>
                  <a:schemeClr val="bg1"/>
                </a:solidFill>
                <a:latin typeface="Josefin Sans SemiBold" pitchFamily="2" charset="77"/>
              </a:rPr>
              <a:t>MARKMAN GROUP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1E38FB-5685-AA86-B905-70BB19CA1FCB}"/>
              </a:ext>
            </a:extLst>
          </p:cNvPr>
          <p:cNvCxnSpPr>
            <a:cxnSpLocks/>
          </p:cNvCxnSpPr>
          <p:nvPr userDrawn="1"/>
        </p:nvCxnSpPr>
        <p:spPr>
          <a:xfrm>
            <a:off x="2502757" y="4327077"/>
            <a:ext cx="707747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C74B9EF-02B6-706C-2CC7-C247E5A13D43}"/>
              </a:ext>
            </a:extLst>
          </p:cNvPr>
          <p:cNvCxnSpPr>
            <a:cxnSpLocks/>
          </p:cNvCxnSpPr>
          <p:nvPr userDrawn="1"/>
        </p:nvCxnSpPr>
        <p:spPr>
          <a:xfrm flipV="1">
            <a:off x="243840" y="6388399"/>
            <a:ext cx="11704320" cy="1"/>
          </a:xfrm>
          <a:prstGeom prst="straightConnector1">
            <a:avLst/>
          </a:prstGeom>
          <a:ln>
            <a:solidFill>
              <a:srgbClr val="0E166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ADE5C0-1AB1-35C8-4D6D-9EFD60F046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5555" y="3876571"/>
            <a:ext cx="1896612" cy="1896612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D85B07C-463E-7105-77AB-4D5DB0504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3840" y="6421224"/>
            <a:ext cx="6812742" cy="365125"/>
          </a:xfrm>
          <a:prstGeom prst="rect">
            <a:avLst/>
          </a:prstGeom>
        </p:spPr>
        <p:txBody>
          <a:bodyPr/>
          <a:lstStyle>
            <a:lvl1pPr>
              <a:defRPr sz="1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Confidential – For internal use only. Do not distribute without prior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2111845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Diagonal Corner Rectangle 11">
            <a:extLst>
              <a:ext uri="{FF2B5EF4-FFF2-40B4-BE49-F238E27FC236}">
                <a16:creationId xmlns:a16="http://schemas.microsoft.com/office/drawing/2014/main" id="{2E4C57A2-A4AF-7A82-EFE7-58FD12050B64}"/>
              </a:ext>
            </a:extLst>
          </p:cNvPr>
          <p:cNvSpPr/>
          <p:nvPr userDrawn="1"/>
        </p:nvSpPr>
        <p:spPr>
          <a:xfrm rot="10800000">
            <a:off x="889832" y="1084817"/>
            <a:ext cx="10412335" cy="4688366"/>
          </a:xfrm>
          <a:prstGeom prst="snip2DiagRect">
            <a:avLst>
              <a:gd name="adj1" fmla="val 0"/>
              <a:gd name="adj2" fmla="val 36246"/>
            </a:avLst>
          </a:prstGeom>
          <a:gradFill flip="none" rotWithShape="0">
            <a:gsLst>
              <a:gs pos="75000">
                <a:srgbClr val="921D87"/>
              </a:gs>
              <a:gs pos="25000">
                <a:srgbClr val="0E166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0212C9-5379-6E9E-71C7-6DE3FE670D56}"/>
              </a:ext>
            </a:extLst>
          </p:cNvPr>
          <p:cNvSpPr txBox="1"/>
          <p:nvPr userDrawn="1"/>
        </p:nvSpPr>
        <p:spPr>
          <a:xfrm>
            <a:off x="2502757" y="2097982"/>
            <a:ext cx="7769004" cy="2215991"/>
          </a:xfrm>
          <a:prstGeom prst="rect">
            <a:avLst/>
          </a:prstGeom>
          <a:noFill/>
          <a:ln w="28575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7200" b="1" cap="all" spc="1000" dirty="0">
                <a:solidFill>
                  <a:schemeClr val="bg1"/>
                </a:solidFill>
                <a:latin typeface="Squada One"/>
              </a:rPr>
              <a:t>MARKMAN GROUP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1E38FB-5685-AA86-B905-70BB19CA1FCB}"/>
              </a:ext>
            </a:extLst>
          </p:cNvPr>
          <p:cNvCxnSpPr>
            <a:cxnSpLocks/>
          </p:cNvCxnSpPr>
          <p:nvPr userDrawn="1"/>
        </p:nvCxnSpPr>
        <p:spPr>
          <a:xfrm>
            <a:off x="2502757" y="4327077"/>
            <a:ext cx="707747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C74B9EF-02B6-706C-2CC7-C247E5A13D43}"/>
              </a:ext>
            </a:extLst>
          </p:cNvPr>
          <p:cNvCxnSpPr>
            <a:cxnSpLocks/>
          </p:cNvCxnSpPr>
          <p:nvPr userDrawn="1"/>
        </p:nvCxnSpPr>
        <p:spPr>
          <a:xfrm flipV="1">
            <a:off x="243840" y="6388399"/>
            <a:ext cx="11704320" cy="1"/>
          </a:xfrm>
          <a:prstGeom prst="straightConnector1">
            <a:avLst/>
          </a:prstGeom>
          <a:ln>
            <a:solidFill>
              <a:srgbClr val="0E166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ADE5C0-1AB1-35C8-4D6D-9EFD60F046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5555" y="3876571"/>
            <a:ext cx="1896612" cy="1896612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D85B07C-463E-7105-77AB-4D5DB05040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3840" y="6421224"/>
            <a:ext cx="6812742" cy="365125"/>
          </a:xfrm>
          <a:prstGeom prst="rect">
            <a:avLst/>
          </a:prstGeom>
        </p:spPr>
        <p:txBody>
          <a:bodyPr/>
          <a:lstStyle>
            <a:lvl1pPr>
              <a:defRPr sz="10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Confidential – For internal use only. Do not distribute without prior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3043717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3017D7-6769-14D1-E23D-F904418B8B34}"/>
              </a:ext>
            </a:extLst>
          </p:cNvPr>
          <p:cNvCxnSpPr>
            <a:cxnSpLocks/>
          </p:cNvCxnSpPr>
          <p:nvPr userDrawn="1"/>
        </p:nvCxnSpPr>
        <p:spPr>
          <a:xfrm>
            <a:off x="472440" y="738910"/>
            <a:ext cx="112471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7BC800-BAE1-A868-6282-51C68E1214F2}"/>
              </a:ext>
            </a:extLst>
          </p:cNvPr>
          <p:cNvCxnSpPr>
            <a:cxnSpLocks/>
          </p:cNvCxnSpPr>
          <p:nvPr userDrawn="1"/>
        </p:nvCxnSpPr>
        <p:spPr>
          <a:xfrm>
            <a:off x="472440" y="6128327"/>
            <a:ext cx="112471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789F823-1556-0BC4-76C2-C8532763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2440" y="6408108"/>
            <a:ext cx="11247120" cy="365125"/>
          </a:xfrm>
          <a:prstGeom prst="rect">
            <a:avLst/>
          </a:prstGeo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 – For internal use only. Do not distribute without prior authorization.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382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4CDF60-A573-72A8-1EC5-1ACCAEE01D4A}"/>
              </a:ext>
            </a:extLst>
          </p:cNvPr>
          <p:cNvSpPr/>
          <p:nvPr userDrawn="1"/>
        </p:nvSpPr>
        <p:spPr>
          <a:xfrm>
            <a:off x="0" y="0"/>
            <a:ext cx="12192000" cy="1097280"/>
          </a:xfrm>
          <a:prstGeom prst="rect">
            <a:avLst/>
          </a:prstGeom>
          <a:gradFill>
            <a:gsLst>
              <a:gs pos="25000">
                <a:srgbClr val="0E166B"/>
              </a:gs>
              <a:gs pos="75000">
                <a:srgbClr val="921D8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EBBD4-7EF6-4B37-8C4A-DB6C88A5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913" y="6408108"/>
            <a:ext cx="11844067" cy="365125"/>
          </a:xfrm>
          <a:prstGeom prst="rect">
            <a:avLst/>
          </a:prstGeom>
        </p:spPr>
        <p:txBody>
          <a:bodyPr/>
          <a:lstStyle>
            <a:lvl1pPr>
              <a:defRPr sz="10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Confidential – For internal use only. Do not distribute without prior authorization.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CA7265-A188-21B8-29A4-9F5C7710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4730"/>
            <a:ext cx="11012055" cy="687820"/>
          </a:xfrm>
          <a:prstGeom prst="rect">
            <a:avLst/>
          </a:prstGeom>
        </p:spPr>
        <p:txBody>
          <a:bodyPr/>
          <a:lstStyle>
            <a:lvl1pPr marL="274320">
              <a:defRPr sz="3200" b="1">
                <a:solidFill>
                  <a:schemeClr val="bg1"/>
                </a:solidFill>
                <a:latin typeface="Squada On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2834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gradFill flip="none" rotWithShape="1">
          <a:gsLst>
            <a:gs pos="25000">
              <a:srgbClr val="DDDEEA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49BF1E-FE3C-D4A6-1A53-8A97A8BA2A99}"/>
              </a:ext>
            </a:extLst>
          </p:cNvPr>
          <p:cNvSpPr/>
          <p:nvPr userDrawn="1"/>
        </p:nvSpPr>
        <p:spPr>
          <a:xfrm>
            <a:off x="101600" y="618836"/>
            <a:ext cx="942109" cy="6123709"/>
          </a:xfrm>
          <a:prstGeom prst="roundRect">
            <a:avLst>
              <a:gd name="adj" fmla="val 1056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4652D4-21EB-38DD-BF76-BB708DE6D268}"/>
              </a:ext>
            </a:extLst>
          </p:cNvPr>
          <p:cNvSpPr/>
          <p:nvPr userDrawn="1"/>
        </p:nvSpPr>
        <p:spPr>
          <a:xfrm>
            <a:off x="1163782" y="2087419"/>
            <a:ext cx="10926618" cy="4655126"/>
          </a:xfrm>
          <a:prstGeom prst="roundRect">
            <a:avLst>
              <a:gd name="adj" fmla="val 191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5B51F0-5911-B566-4548-6A7B71746BC4}"/>
              </a:ext>
            </a:extLst>
          </p:cNvPr>
          <p:cNvSpPr/>
          <p:nvPr userDrawn="1"/>
        </p:nvSpPr>
        <p:spPr>
          <a:xfrm>
            <a:off x="1163782" y="618836"/>
            <a:ext cx="2641600" cy="1366982"/>
          </a:xfrm>
          <a:prstGeom prst="roundRect">
            <a:avLst>
              <a:gd name="adj" fmla="val 664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050CEA-EE99-1555-B873-DBADF7995B55}"/>
              </a:ext>
            </a:extLst>
          </p:cNvPr>
          <p:cNvSpPr/>
          <p:nvPr userDrawn="1"/>
        </p:nvSpPr>
        <p:spPr>
          <a:xfrm>
            <a:off x="3925455" y="618836"/>
            <a:ext cx="2641600" cy="1366982"/>
          </a:xfrm>
          <a:prstGeom prst="roundRect">
            <a:avLst>
              <a:gd name="adj" fmla="val 664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0E8B3D-CC7D-9281-BAA5-0D44FCA290E7}"/>
              </a:ext>
            </a:extLst>
          </p:cNvPr>
          <p:cNvSpPr/>
          <p:nvPr userDrawn="1"/>
        </p:nvSpPr>
        <p:spPr>
          <a:xfrm>
            <a:off x="6687128" y="618836"/>
            <a:ext cx="2641600" cy="1366982"/>
          </a:xfrm>
          <a:prstGeom prst="roundRect">
            <a:avLst>
              <a:gd name="adj" fmla="val 664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2CB995-169A-684D-CD18-385C288D5D38}"/>
              </a:ext>
            </a:extLst>
          </p:cNvPr>
          <p:cNvSpPr/>
          <p:nvPr userDrawn="1"/>
        </p:nvSpPr>
        <p:spPr>
          <a:xfrm>
            <a:off x="9448800" y="618836"/>
            <a:ext cx="2641600" cy="1366982"/>
          </a:xfrm>
          <a:prstGeom prst="roundRect">
            <a:avLst>
              <a:gd name="adj" fmla="val 664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53869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49BF1E-FE3C-D4A6-1A53-8A97A8BA2A99}"/>
              </a:ext>
            </a:extLst>
          </p:cNvPr>
          <p:cNvSpPr/>
          <p:nvPr userDrawn="1"/>
        </p:nvSpPr>
        <p:spPr>
          <a:xfrm>
            <a:off x="-34572" y="618865"/>
            <a:ext cx="912027" cy="6373062"/>
          </a:xfrm>
          <a:custGeom>
            <a:avLst/>
            <a:gdLst>
              <a:gd name="connsiteX0" fmla="*/ 0 w 1043709"/>
              <a:gd name="connsiteY0" fmla="*/ 110216 h 6239164"/>
              <a:gd name="connsiteX1" fmla="*/ 110216 w 1043709"/>
              <a:gd name="connsiteY1" fmla="*/ 0 h 6239164"/>
              <a:gd name="connsiteX2" fmla="*/ 933493 w 1043709"/>
              <a:gd name="connsiteY2" fmla="*/ 0 h 6239164"/>
              <a:gd name="connsiteX3" fmla="*/ 1043709 w 1043709"/>
              <a:gd name="connsiteY3" fmla="*/ 110216 h 6239164"/>
              <a:gd name="connsiteX4" fmla="*/ 1043709 w 1043709"/>
              <a:gd name="connsiteY4" fmla="*/ 6128948 h 6239164"/>
              <a:gd name="connsiteX5" fmla="*/ 933493 w 1043709"/>
              <a:gd name="connsiteY5" fmla="*/ 6239164 h 6239164"/>
              <a:gd name="connsiteX6" fmla="*/ 110216 w 1043709"/>
              <a:gd name="connsiteY6" fmla="*/ 6239164 h 6239164"/>
              <a:gd name="connsiteX7" fmla="*/ 0 w 1043709"/>
              <a:gd name="connsiteY7" fmla="*/ 6128948 h 6239164"/>
              <a:gd name="connsiteX8" fmla="*/ 0 w 1043709"/>
              <a:gd name="connsiteY8" fmla="*/ 110216 h 6239164"/>
              <a:gd name="connsiteX0" fmla="*/ 0 w 1043709"/>
              <a:gd name="connsiteY0" fmla="*/ 47275 h 6240878"/>
              <a:gd name="connsiteX1" fmla="*/ 110216 w 1043709"/>
              <a:gd name="connsiteY1" fmla="*/ 1714 h 6240878"/>
              <a:gd name="connsiteX2" fmla="*/ 933493 w 1043709"/>
              <a:gd name="connsiteY2" fmla="*/ 1714 h 6240878"/>
              <a:gd name="connsiteX3" fmla="*/ 1043709 w 1043709"/>
              <a:gd name="connsiteY3" fmla="*/ 111930 h 6240878"/>
              <a:gd name="connsiteX4" fmla="*/ 1043709 w 1043709"/>
              <a:gd name="connsiteY4" fmla="*/ 6130662 h 6240878"/>
              <a:gd name="connsiteX5" fmla="*/ 933493 w 1043709"/>
              <a:gd name="connsiteY5" fmla="*/ 6240878 h 6240878"/>
              <a:gd name="connsiteX6" fmla="*/ 110216 w 1043709"/>
              <a:gd name="connsiteY6" fmla="*/ 6240878 h 6240878"/>
              <a:gd name="connsiteX7" fmla="*/ 0 w 1043709"/>
              <a:gd name="connsiteY7" fmla="*/ 6130662 h 6240878"/>
              <a:gd name="connsiteX8" fmla="*/ 0 w 1043709"/>
              <a:gd name="connsiteY8" fmla="*/ 47275 h 6240878"/>
              <a:gd name="connsiteX0" fmla="*/ 9237 w 1052946"/>
              <a:gd name="connsiteY0" fmla="*/ 47275 h 6242592"/>
              <a:gd name="connsiteX1" fmla="*/ 119453 w 1052946"/>
              <a:gd name="connsiteY1" fmla="*/ 1714 h 6242592"/>
              <a:gd name="connsiteX2" fmla="*/ 942730 w 1052946"/>
              <a:gd name="connsiteY2" fmla="*/ 1714 h 6242592"/>
              <a:gd name="connsiteX3" fmla="*/ 1052946 w 1052946"/>
              <a:gd name="connsiteY3" fmla="*/ 111930 h 6242592"/>
              <a:gd name="connsiteX4" fmla="*/ 1052946 w 1052946"/>
              <a:gd name="connsiteY4" fmla="*/ 6130662 h 6242592"/>
              <a:gd name="connsiteX5" fmla="*/ 942730 w 1052946"/>
              <a:gd name="connsiteY5" fmla="*/ 6240878 h 6242592"/>
              <a:gd name="connsiteX6" fmla="*/ 119453 w 1052946"/>
              <a:gd name="connsiteY6" fmla="*/ 6240878 h 6242592"/>
              <a:gd name="connsiteX7" fmla="*/ 0 w 1052946"/>
              <a:gd name="connsiteY7" fmla="*/ 6195317 h 6242592"/>
              <a:gd name="connsiteX8" fmla="*/ 9237 w 1052946"/>
              <a:gd name="connsiteY8" fmla="*/ 47275 h 6242592"/>
              <a:gd name="connsiteX0" fmla="*/ 0 w 1043709"/>
              <a:gd name="connsiteY0" fmla="*/ 47275 h 6268392"/>
              <a:gd name="connsiteX1" fmla="*/ 110216 w 1043709"/>
              <a:gd name="connsiteY1" fmla="*/ 1714 h 6268392"/>
              <a:gd name="connsiteX2" fmla="*/ 933493 w 1043709"/>
              <a:gd name="connsiteY2" fmla="*/ 1714 h 6268392"/>
              <a:gd name="connsiteX3" fmla="*/ 1043709 w 1043709"/>
              <a:gd name="connsiteY3" fmla="*/ 111930 h 6268392"/>
              <a:gd name="connsiteX4" fmla="*/ 1043709 w 1043709"/>
              <a:gd name="connsiteY4" fmla="*/ 6130662 h 6268392"/>
              <a:gd name="connsiteX5" fmla="*/ 933493 w 1043709"/>
              <a:gd name="connsiteY5" fmla="*/ 6240878 h 6268392"/>
              <a:gd name="connsiteX6" fmla="*/ 110216 w 1043709"/>
              <a:gd name="connsiteY6" fmla="*/ 6240878 h 6268392"/>
              <a:gd name="connsiteX7" fmla="*/ 9236 w 1043709"/>
              <a:gd name="connsiteY7" fmla="*/ 6241499 h 6268392"/>
              <a:gd name="connsiteX8" fmla="*/ 0 w 1043709"/>
              <a:gd name="connsiteY8" fmla="*/ 47275 h 6268392"/>
              <a:gd name="connsiteX0" fmla="*/ 34572 w 1078281"/>
              <a:gd name="connsiteY0" fmla="*/ 45561 h 6266678"/>
              <a:gd name="connsiteX1" fmla="*/ 24715 w 1078281"/>
              <a:gd name="connsiteY1" fmla="*/ 9082 h 6266678"/>
              <a:gd name="connsiteX2" fmla="*/ 968065 w 1078281"/>
              <a:gd name="connsiteY2" fmla="*/ 0 h 6266678"/>
              <a:gd name="connsiteX3" fmla="*/ 1078281 w 1078281"/>
              <a:gd name="connsiteY3" fmla="*/ 110216 h 6266678"/>
              <a:gd name="connsiteX4" fmla="*/ 1078281 w 1078281"/>
              <a:gd name="connsiteY4" fmla="*/ 6128948 h 6266678"/>
              <a:gd name="connsiteX5" fmla="*/ 968065 w 1078281"/>
              <a:gd name="connsiteY5" fmla="*/ 6239164 h 6266678"/>
              <a:gd name="connsiteX6" fmla="*/ 144788 w 1078281"/>
              <a:gd name="connsiteY6" fmla="*/ 6239164 h 6266678"/>
              <a:gd name="connsiteX7" fmla="*/ 43808 w 1078281"/>
              <a:gd name="connsiteY7" fmla="*/ 6239785 h 6266678"/>
              <a:gd name="connsiteX8" fmla="*/ 34572 w 1078281"/>
              <a:gd name="connsiteY8" fmla="*/ 45561 h 626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8281" h="6266678">
                <a:moveTo>
                  <a:pt x="34572" y="45561"/>
                </a:moveTo>
                <a:cubicBezTo>
                  <a:pt x="34572" y="-15310"/>
                  <a:pt x="-36156" y="9082"/>
                  <a:pt x="24715" y="9082"/>
                </a:cubicBezTo>
                <a:lnTo>
                  <a:pt x="968065" y="0"/>
                </a:lnTo>
                <a:cubicBezTo>
                  <a:pt x="1028936" y="0"/>
                  <a:pt x="1078281" y="49345"/>
                  <a:pt x="1078281" y="110216"/>
                </a:cubicBezTo>
                <a:lnTo>
                  <a:pt x="1078281" y="6128948"/>
                </a:lnTo>
                <a:cubicBezTo>
                  <a:pt x="1078281" y="6189819"/>
                  <a:pt x="1028936" y="6239164"/>
                  <a:pt x="968065" y="6239164"/>
                </a:cubicBezTo>
                <a:lnTo>
                  <a:pt x="144788" y="6239164"/>
                </a:lnTo>
                <a:cubicBezTo>
                  <a:pt x="83917" y="6239164"/>
                  <a:pt x="43808" y="6300656"/>
                  <a:pt x="43808" y="6239785"/>
                </a:cubicBezTo>
                <a:cubicBezTo>
                  <a:pt x="40729" y="4175044"/>
                  <a:pt x="37651" y="2110302"/>
                  <a:pt x="34572" y="45561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4652D4-21EB-38DD-BF76-BB708DE6D268}"/>
              </a:ext>
            </a:extLst>
          </p:cNvPr>
          <p:cNvSpPr/>
          <p:nvPr userDrawn="1"/>
        </p:nvSpPr>
        <p:spPr>
          <a:xfrm>
            <a:off x="1016924" y="2078181"/>
            <a:ext cx="11064240" cy="4664363"/>
          </a:xfrm>
          <a:prstGeom prst="roundRect">
            <a:avLst>
              <a:gd name="adj" fmla="val 191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5B51F0-5911-B566-4548-6A7B71746BC4}"/>
              </a:ext>
            </a:extLst>
          </p:cNvPr>
          <p:cNvSpPr/>
          <p:nvPr userDrawn="1"/>
        </p:nvSpPr>
        <p:spPr>
          <a:xfrm>
            <a:off x="1026622" y="618836"/>
            <a:ext cx="2651760" cy="1371600"/>
          </a:xfrm>
          <a:prstGeom prst="roundRect">
            <a:avLst>
              <a:gd name="adj" fmla="val 664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050CEA-EE99-1555-B873-DBADF7995B55}"/>
              </a:ext>
            </a:extLst>
          </p:cNvPr>
          <p:cNvSpPr/>
          <p:nvPr userDrawn="1"/>
        </p:nvSpPr>
        <p:spPr>
          <a:xfrm>
            <a:off x="3827549" y="618836"/>
            <a:ext cx="2651760" cy="1371600"/>
          </a:xfrm>
          <a:prstGeom prst="roundRect">
            <a:avLst>
              <a:gd name="adj" fmla="val 664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0E8B3D-CC7D-9281-BAA5-0D44FCA290E7}"/>
              </a:ext>
            </a:extLst>
          </p:cNvPr>
          <p:cNvSpPr/>
          <p:nvPr userDrawn="1"/>
        </p:nvSpPr>
        <p:spPr>
          <a:xfrm>
            <a:off x="6628476" y="618836"/>
            <a:ext cx="2651760" cy="1371600"/>
          </a:xfrm>
          <a:prstGeom prst="roundRect">
            <a:avLst>
              <a:gd name="adj" fmla="val 664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2CB995-169A-684D-CD18-385C288D5D38}"/>
              </a:ext>
            </a:extLst>
          </p:cNvPr>
          <p:cNvSpPr/>
          <p:nvPr userDrawn="1"/>
        </p:nvSpPr>
        <p:spPr>
          <a:xfrm>
            <a:off x="9429403" y="618836"/>
            <a:ext cx="2651760" cy="1371600"/>
          </a:xfrm>
          <a:prstGeom prst="roundRect">
            <a:avLst>
              <a:gd name="adj" fmla="val 6640"/>
            </a:avLst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20140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49BF1E-FE3C-D4A6-1A53-8A97A8BA2A99}"/>
              </a:ext>
            </a:extLst>
          </p:cNvPr>
          <p:cNvSpPr/>
          <p:nvPr userDrawn="1"/>
        </p:nvSpPr>
        <p:spPr>
          <a:xfrm>
            <a:off x="-34571" y="618865"/>
            <a:ext cx="785070" cy="6373062"/>
          </a:xfrm>
          <a:custGeom>
            <a:avLst/>
            <a:gdLst>
              <a:gd name="connsiteX0" fmla="*/ 0 w 1043709"/>
              <a:gd name="connsiteY0" fmla="*/ 110216 h 6239164"/>
              <a:gd name="connsiteX1" fmla="*/ 110216 w 1043709"/>
              <a:gd name="connsiteY1" fmla="*/ 0 h 6239164"/>
              <a:gd name="connsiteX2" fmla="*/ 933493 w 1043709"/>
              <a:gd name="connsiteY2" fmla="*/ 0 h 6239164"/>
              <a:gd name="connsiteX3" fmla="*/ 1043709 w 1043709"/>
              <a:gd name="connsiteY3" fmla="*/ 110216 h 6239164"/>
              <a:gd name="connsiteX4" fmla="*/ 1043709 w 1043709"/>
              <a:gd name="connsiteY4" fmla="*/ 6128948 h 6239164"/>
              <a:gd name="connsiteX5" fmla="*/ 933493 w 1043709"/>
              <a:gd name="connsiteY5" fmla="*/ 6239164 h 6239164"/>
              <a:gd name="connsiteX6" fmla="*/ 110216 w 1043709"/>
              <a:gd name="connsiteY6" fmla="*/ 6239164 h 6239164"/>
              <a:gd name="connsiteX7" fmla="*/ 0 w 1043709"/>
              <a:gd name="connsiteY7" fmla="*/ 6128948 h 6239164"/>
              <a:gd name="connsiteX8" fmla="*/ 0 w 1043709"/>
              <a:gd name="connsiteY8" fmla="*/ 110216 h 6239164"/>
              <a:gd name="connsiteX0" fmla="*/ 0 w 1043709"/>
              <a:gd name="connsiteY0" fmla="*/ 47275 h 6240878"/>
              <a:gd name="connsiteX1" fmla="*/ 110216 w 1043709"/>
              <a:gd name="connsiteY1" fmla="*/ 1714 h 6240878"/>
              <a:gd name="connsiteX2" fmla="*/ 933493 w 1043709"/>
              <a:gd name="connsiteY2" fmla="*/ 1714 h 6240878"/>
              <a:gd name="connsiteX3" fmla="*/ 1043709 w 1043709"/>
              <a:gd name="connsiteY3" fmla="*/ 111930 h 6240878"/>
              <a:gd name="connsiteX4" fmla="*/ 1043709 w 1043709"/>
              <a:gd name="connsiteY4" fmla="*/ 6130662 h 6240878"/>
              <a:gd name="connsiteX5" fmla="*/ 933493 w 1043709"/>
              <a:gd name="connsiteY5" fmla="*/ 6240878 h 6240878"/>
              <a:gd name="connsiteX6" fmla="*/ 110216 w 1043709"/>
              <a:gd name="connsiteY6" fmla="*/ 6240878 h 6240878"/>
              <a:gd name="connsiteX7" fmla="*/ 0 w 1043709"/>
              <a:gd name="connsiteY7" fmla="*/ 6130662 h 6240878"/>
              <a:gd name="connsiteX8" fmla="*/ 0 w 1043709"/>
              <a:gd name="connsiteY8" fmla="*/ 47275 h 6240878"/>
              <a:gd name="connsiteX0" fmla="*/ 9237 w 1052946"/>
              <a:gd name="connsiteY0" fmla="*/ 47275 h 6242592"/>
              <a:gd name="connsiteX1" fmla="*/ 119453 w 1052946"/>
              <a:gd name="connsiteY1" fmla="*/ 1714 h 6242592"/>
              <a:gd name="connsiteX2" fmla="*/ 942730 w 1052946"/>
              <a:gd name="connsiteY2" fmla="*/ 1714 h 6242592"/>
              <a:gd name="connsiteX3" fmla="*/ 1052946 w 1052946"/>
              <a:gd name="connsiteY3" fmla="*/ 111930 h 6242592"/>
              <a:gd name="connsiteX4" fmla="*/ 1052946 w 1052946"/>
              <a:gd name="connsiteY4" fmla="*/ 6130662 h 6242592"/>
              <a:gd name="connsiteX5" fmla="*/ 942730 w 1052946"/>
              <a:gd name="connsiteY5" fmla="*/ 6240878 h 6242592"/>
              <a:gd name="connsiteX6" fmla="*/ 119453 w 1052946"/>
              <a:gd name="connsiteY6" fmla="*/ 6240878 h 6242592"/>
              <a:gd name="connsiteX7" fmla="*/ 0 w 1052946"/>
              <a:gd name="connsiteY7" fmla="*/ 6195317 h 6242592"/>
              <a:gd name="connsiteX8" fmla="*/ 9237 w 1052946"/>
              <a:gd name="connsiteY8" fmla="*/ 47275 h 6242592"/>
              <a:gd name="connsiteX0" fmla="*/ 0 w 1043709"/>
              <a:gd name="connsiteY0" fmla="*/ 47275 h 6268392"/>
              <a:gd name="connsiteX1" fmla="*/ 110216 w 1043709"/>
              <a:gd name="connsiteY1" fmla="*/ 1714 h 6268392"/>
              <a:gd name="connsiteX2" fmla="*/ 933493 w 1043709"/>
              <a:gd name="connsiteY2" fmla="*/ 1714 h 6268392"/>
              <a:gd name="connsiteX3" fmla="*/ 1043709 w 1043709"/>
              <a:gd name="connsiteY3" fmla="*/ 111930 h 6268392"/>
              <a:gd name="connsiteX4" fmla="*/ 1043709 w 1043709"/>
              <a:gd name="connsiteY4" fmla="*/ 6130662 h 6268392"/>
              <a:gd name="connsiteX5" fmla="*/ 933493 w 1043709"/>
              <a:gd name="connsiteY5" fmla="*/ 6240878 h 6268392"/>
              <a:gd name="connsiteX6" fmla="*/ 110216 w 1043709"/>
              <a:gd name="connsiteY6" fmla="*/ 6240878 h 6268392"/>
              <a:gd name="connsiteX7" fmla="*/ 9236 w 1043709"/>
              <a:gd name="connsiteY7" fmla="*/ 6241499 h 6268392"/>
              <a:gd name="connsiteX8" fmla="*/ 0 w 1043709"/>
              <a:gd name="connsiteY8" fmla="*/ 47275 h 6268392"/>
              <a:gd name="connsiteX0" fmla="*/ 34572 w 1078281"/>
              <a:gd name="connsiteY0" fmla="*/ 45561 h 6266678"/>
              <a:gd name="connsiteX1" fmla="*/ 24715 w 1078281"/>
              <a:gd name="connsiteY1" fmla="*/ 9082 h 6266678"/>
              <a:gd name="connsiteX2" fmla="*/ 968065 w 1078281"/>
              <a:gd name="connsiteY2" fmla="*/ 0 h 6266678"/>
              <a:gd name="connsiteX3" fmla="*/ 1078281 w 1078281"/>
              <a:gd name="connsiteY3" fmla="*/ 110216 h 6266678"/>
              <a:gd name="connsiteX4" fmla="*/ 1078281 w 1078281"/>
              <a:gd name="connsiteY4" fmla="*/ 6128948 h 6266678"/>
              <a:gd name="connsiteX5" fmla="*/ 968065 w 1078281"/>
              <a:gd name="connsiteY5" fmla="*/ 6239164 h 6266678"/>
              <a:gd name="connsiteX6" fmla="*/ 144788 w 1078281"/>
              <a:gd name="connsiteY6" fmla="*/ 6239164 h 6266678"/>
              <a:gd name="connsiteX7" fmla="*/ 43808 w 1078281"/>
              <a:gd name="connsiteY7" fmla="*/ 6239785 h 6266678"/>
              <a:gd name="connsiteX8" fmla="*/ 34572 w 1078281"/>
              <a:gd name="connsiteY8" fmla="*/ 45561 h 626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8281" h="6266678">
                <a:moveTo>
                  <a:pt x="34572" y="45561"/>
                </a:moveTo>
                <a:cubicBezTo>
                  <a:pt x="34572" y="-15310"/>
                  <a:pt x="-36156" y="9082"/>
                  <a:pt x="24715" y="9082"/>
                </a:cubicBezTo>
                <a:lnTo>
                  <a:pt x="968065" y="0"/>
                </a:lnTo>
                <a:cubicBezTo>
                  <a:pt x="1028936" y="0"/>
                  <a:pt x="1078281" y="49345"/>
                  <a:pt x="1078281" y="110216"/>
                </a:cubicBezTo>
                <a:lnTo>
                  <a:pt x="1078281" y="6128948"/>
                </a:lnTo>
                <a:cubicBezTo>
                  <a:pt x="1078281" y="6189819"/>
                  <a:pt x="1028936" y="6239164"/>
                  <a:pt x="968065" y="6239164"/>
                </a:cubicBezTo>
                <a:lnTo>
                  <a:pt x="144788" y="6239164"/>
                </a:lnTo>
                <a:cubicBezTo>
                  <a:pt x="83917" y="6239164"/>
                  <a:pt x="43808" y="6300656"/>
                  <a:pt x="43808" y="6239785"/>
                </a:cubicBezTo>
                <a:cubicBezTo>
                  <a:pt x="40729" y="4175044"/>
                  <a:pt x="37651" y="2110302"/>
                  <a:pt x="34572" y="45561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4652D4-21EB-38DD-BF76-BB708DE6D268}"/>
              </a:ext>
            </a:extLst>
          </p:cNvPr>
          <p:cNvSpPr/>
          <p:nvPr userDrawn="1"/>
        </p:nvSpPr>
        <p:spPr>
          <a:xfrm>
            <a:off x="839965" y="2078181"/>
            <a:ext cx="11241199" cy="4664363"/>
          </a:xfrm>
          <a:prstGeom prst="roundRect">
            <a:avLst>
              <a:gd name="adj" fmla="val 1910"/>
            </a:avLst>
          </a:prstGeom>
          <a:noFill/>
          <a:ln>
            <a:solidFill>
              <a:srgbClr val="0E166C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5B51F0-5911-B566-4548-6A7B71746BC4}"/>
              </a:ext>
            </a:extLst>
          </p:cNvPr>
          <p:cNvSpPr/>
          <p:nvPr userDrawn="1"/>
        </p:nvSpPr>
        <p:spPr>
          <a:xfrm>
            <a:off x="839965" y="618865"/>
            <a:ext cx="2743200" cy="1371600"/>
          </a:xfrm>
          <a:prstGeom prst="roundRect">
            <a:avLst>
              <a:gd name="adj" fmla="val 664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050CEA-EE99-1555-B873-DBADF7995B55}"/>
              </a:ext>
            </a:extLst>
          </p:cNvPr>
          <p:cNvSpPr/>
          <p:nvPr userDrawn="1"/>
        </p:nvSpPr>
        <p:spPr>
          <a:xfrm>
            <a:off x="3672631" y="618865"/>
            <a:ext cx="2743200" cy="1371600"/>
          </a:xfrm>
          <a:prstGeom prst="roundRect">
            <a:avLst>
              <a:gd name="adj" fmla="val 6640"/>
            </a:avLst>
          </a:prstGeom>
          <a:noFill/>
          <a:ln>
            <a:solidFill>
              <a:srgbClr val="0E166C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0E8B3D-CC7D-9281-BAA5-0D44FCA290E7}"/>
              </a:ext>
            </a:extLst>
          </p:cNvPr>
          <p:cNvSpPr/>
          <p:nvPr userDrawn="1"/>
        </p:nvSpPr>
        <p:spPr>
          <a:xfrm>
            <a:off x="6505297" y="618865"/>
            <a:ext cx="2743200" cy="1371600"/>
          </a:xfrm>
          <a:prstGeom prst="roundRect">
            <a:avLst>
              <a:gd name="adj" fmla="val 6640"/>
            </a:avLst>
          </a:prstGeom>
          <a:noFill/>
          <a:ln>
            <a:solidFill>
              <a:srgbClr val="0E166C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2CB995-169A-684D-CD18-385C288D5D38}"/>
              </a:ext>
            </a:extLst>
          </p:cNvPr>
          <p:cNvSpPr/>
          <p:nvPr userDrawn="1"/>
        </p:nvSpPr>
        <p:spPr>
          <a:xfrm>
            <a:off x="9337964" y="618865"/>
            <a:ext cx="2743200" cy="1371600"/>
          </a:xfrm>
          <a:prstGeom prst="roundRect">
            <a:avLst>
              <a:gd name="adj" fmla="val 6640"/>
            </a:avLst>
          </a:prstGeom>
          <a:noFill/>
          <a:ln>
            <a:solidFill>
              <a:srgbClr val="0E166C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67944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49BF1E-FE3C-D4A6-1A53-8A97A8BA2A99}"/>
              </a:ext>
            </a:extLst>
          </p:cNvPr>
          <p:cNvSpPr/>
          <p:nvPr userDrawn="1"/>
        </p:nvSpPr>
        <p:spPr>
          <a:xfrm>
            <a:off x="-34571" y="618865"/>
            <a:ext cx="785070" cy="6373062"/>
          </a:xfrm>
          <a:custGeom>
            <a:avLst/>
            <a:gdLst>
              <a:gd name="connsiteX0" fmla="*/ 0 w 1043709"/>
              <a:gd name="connsiteY0" fmla="*/ 110216 h 6239164"/>
              <a:gd name="connsiteX1" fmla="*/ 110216 w 1043709"/>
              <a:gd name="connsiteY1" fmla="*/ 0 h 6239164"/>
              <a:gd name="connsiteX2" fmla="*/ 933493 w 1043709"/>
              <a:gd name="connsiteY2" fmla="*/ 0 h 6239164"/>
              <a:gd name="connsiteX3" fmla="*/ 1043709 w 1043709"/>
              <a:gd name="connsiteY3" fmla="*/ 110216 h 6239164"/>
              <a:gd name="connsiteX4" fmla="*/ 1043709 w 1043709"/>
              <a:gd name="connsiteY4" fmla="*/ 6128948 h 6239164"/>
              <a:gd name="connsiteX5" fmla="*/ 933493 w 1043709"/>
              <a:gd name="connsiteY5" fmla="*/ 6239164 h 6239164"/>
              <a:gd name="connsiteX6" fmla="*/ 110216 w 1043709"/>
              <a:gd name="connsiteY6" fmla="*/ 6239164 h 6239164"/>
              <a:gd name="connsiteX7" fmla="*/ 0 w 1043709"/>
              <a:gd name="connsiteY7" fmla="*/ 6128948 h 6239164"/>
              <a:gd name="connsiteX8" fmla="*/ 0 w 1043709"/>
              <a:gd name="connsiteY8" fmla="*/ 110216 h 6239164"/>
              <a:gd name="connsiteX0" fmla="*/ 0 w 1043709"/>
              <a:gd name="connsiteY0" fmla="*/ 47275 h 6240878"/>
              <a:gd name="connsiteX1" fmla="*/ 110216 w 1043709"/>
              <a:gd name="connsiteY1" fmla="*/ 1714 h 6240878"/>
              <a:gd name="connsiteX2" fmla="*/ 933493 w 1043709"/>
              <a:gd name="connsiteY2" fmla="*/ 1714 h 6240878"/>
              <a:gd name="connsiteX3" fmla="*/ 1043709 w 1043709"/>
              <a:gd name="connsiteY3" fmla="*/ 111930 h 6240878"/>
              <a:gd name="connsiteX4" fmla="*/ 1043709 w 1043709"/>
              <a:gd name="connsiteY4" fmla="*/ 6130662 h 6240878"/>
              <a:gd name="connsiteX5" fmla="*/ 933493 w 1043709"/>
              <a:gd name="connsiteY5" fmla="*/ 6240878 h 6240878"/>
              <a:gd name="connsiteX6" fmla="*/ 110216 w 1043709"/>
              <a:gd name="connsiteY6" fmla="*/ 6240878 h 6240878"/>
              <a:gd name="connsiteX7" fmla="*/ 0 w 1043709"/>
              <a:gd name="connsiteY7" fmla="*/ 6130662 h 6240878"/>
              <a:gd name="connsiteX8" fmla="*/ 0 w 1043709"/>
              <a:gd name="connsiteY8" fmla="*/ 47275 h 6240878"/>
              <a:gd name="connsiteX0" fmla="*/ 9237 w 1052946"/>
              <a:gd name="connsiteY0" fmla="*/ 47275 h 6242592"/>
              <a:gd name="connsiteX1" fmla="*/ 119453 w 1052946"/>
              <a:gd name="connsiteY1" fmla="*/ 1714 h 6242592"/>
              <a:gd name="connsiteX2" fmla="*/ 942730 w 1052946"/>
              <a:gd name="connsiteY2" fmla="*/ 1714 h 6242592"/>
              <a:gd name="connsiteX3" fmla="*/ 1052946 w 1052946"/>
              <a:gd name="connsiteY3" fmla="*/ 111930 h 6242592"/>
              <a:gd name="connsiteX4" fmla="*/ 1052946 w 1052946"/>
              <a:gd name="connsiteY4" fmla="*/ 6130662 h 6242592"/>
              <a:gd name="connsiteX5" fmla="*/ 942730 w 1052946"/>
              <a:gd name="connsiteY5" fmla="*/ 6240878 h 6242592"/>
              <a:gd name="connsiteX6" fmla="*/ 119453 w 1052946"/>
              <a:gd name="connsiteY6" fmla="*/ 6240878 h 6242592"/>
              <a:gd name="connsiteX7" fmla="*/ 0 w 1052946"/>
              <a:gd name="connsiteY7" fmla="*/ 6195317 h 6242592"/>
              <a:gd name="connsiteX8" fmla="*/ 9237 w 1052946"/>
              <a:gd name="connsiteY8" fmla="*/ 47275 h 6242592"/>
              <a:gd name="connsiteX0" fmla="*/ 0 w 1043709"/>
              <a:gd name="connsiteY0" fmla="*/ 47275 h 6268392"/>
              <a:gd name="connsiteX1" fmla="*/ 110216 w 1043709"/>
              <a:gd name="connsiteY1" fmla="*/ 1714 h 6268392"/>
              <a:gd name="connsiteX2" fmla="*/ 933493 w 1043709"/>
              <a:gd name="connsiteY2" fmla="*/ 1714 h 6268392"/>
              <a:gd name="connsiteX3" fmla="*/ 1043709 w 1043709"/>
              <a:gd name="connsiteY3" fmla="*/ 111930 h 6268392"/>
              <a:gd name="connsiteX4" fmla="*/ 1043709 w 1043709"/>
              <a:gd name="connsiteY4" fmla="*/ 6130662 h 6268392"/>
              <a:gd name="connsiteX5" fmla="*/ 933493 w 1043709"/>
              <a:gd name="connsiteY5" fmla="*/ 6240878 h 6268392"/>
              <a:gd name="connsiteX6" fmla="*/ 110216 w 1043709"/>
              <a:gd name="connsiteY6" fmla="*/ 6240878 h 6268392"/>
              <a:gd name="connsiteX7" fmla="*/ 9236 w 1043709"/>
              <a:gd name="connsiteY7" fmla="*/ 6241499 h 6268392"/>
              <a:gd name="connsiteX8" fmla="*/ 0 w 1043709"/>
              <a:gd name="connsiteY8" fmla="*/ 47275 h 6268392"/>
              <a:gd name="connsiteX0" fmla="*/ 34572 w 1078281"/>
              <a:gd name="connsiteY0" fmla="*/ 45561 h 6266678"/>
              <a:gd name="connsiteX1" fmla="*/ 24715 w 1078281"/>
              <a:gd name="connsiteY1" fmla="*/ 9082 h 6266678"/>
              <a:gd name="connsiteX2" fmla="*/ 968065 w 1078281"/>
              <a:gd name="connsiteY2" fmla="*/ 0 h 6266678"/>
              <a:gd name="connsiteX3" fmla="*/ 1078281 w 1078281"/>
              <a:gd name="connsiteY3" fmla="*/ 110216 h 6266678"/>
              <a:gd name="connsiteX4" fmla="*/ 1078281 w 1078281"/>
              <a:gd name="connsiteY4" fmla="*/ 6128948 h 6266678"/>
              <a:gd name="connsiteX5" fmla="*/ 968065 w 1078281"/>
              <a:gd name="connsiteY5" fmla="*/ 6239164 h 6266678"/>
              <a:gd name="connsiteX6" fmla="*/ 144788 w 1078281"/>
              <a:gd name="connsiteY6" fmla="*/ 6239164 h 6266678"/>
              <a:gd name="connsiteX7" fmla="*/ 43808 w 1078281"/>
              <a:gd name="connsiteY7" fmla="*/ 6239785 h 6266678"/>
              <a:gd name="connsiteX8" fmla="*/ 34572 w 1078281"/>
              <a:gd name="connsiteY8" fmla="*/ 45561 h 626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8281" h="6266678">
                <a:moveTo>
                  <a:pt x="34572" y="45561"/>
                </a:moveTo>
                <a:cubicBezTo>
                  <a:pt x="34572" y="-15310"/>
                  <a:pt x="-36156" y="9082"/>
                  <a:pt x="24715" y="9082"/>
                </a:cubicBezTo>
                <a:lnTo>
                  <a:pt x="968065" y="0"/>
                </a:lnTo>
                <a:cubicBezTo>
                  <a:pt x="1028936" y="0"/>
                  <a:pt x="1078281" y="49345"/>
                  <a:pt x="1078281" y="110216"/>
                </a:cubicBezTo>
                <a:lnTo>
                  <a:pt x="1078281" y="6128948"/>
                </a:lnTo>
                <a:cubicBezTo>
                  <a:pt x="1078281" y="6189819"/>
                  <a:pt x="1028936" y="6239164"/>
                  <a:pt x="968065" y="6239164"/>
                </a:cubicBezTo>
                <a:lnTo>
                  <a:pt x="144788" y="6239164"/>
                </a:lnTo>
                <a:cubicBezTo>
                  <a:pt x="83917" y="6239164"/>
                  <a:pt x="43808" y="6300656"/>
                  <a:pt x="43808" y="6239785"/>
                </a:cubicBezTo>
                <a:cubicBezTo>
                  <a:pt x="40729" y="4175044"/>
                  <a:pt x="37651" y="2110302"/>
                  <a:pt x="34572" y="45561"/>
                </a:cubicBezTo>
                <a:close/>
              </a:path>
            </a:pathLst>
          </a:custGeom>
          <a:solidFill>
            <a:srgbClr val="415A77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4652D4-21EB-38DD-BF76-BB708DE6D268}"/>
              </a:ext>
            </a:extLst>
          </p:cNvPr>
          <p:cNvSpPr/>
          <p:nvPr userDrawn="1"/>
        </p:nvSpPr>
        <p:spPr>
          <a:xfrm>
            <a:off x="839965" y="2078181"/>
            <a:ext cx="11241199" cy="4664363"/>
          </a:xfrm>
          <a:prstGeom prst="roundRect">
            <a:avLst>
              <a:gd name="adj" fmla="val 1910"/>
            </a:avLst>
          </a:prstGeom>
          <a:noFill/>
          <a:ln>
            <a:solidFill>
              <a:srgbClr val="415A77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5B51F0-5911-B566-4548-6A7B71746BC4}"/>
              </a:ext>
            </a:extLst>
          </p:cNvPr>
          <p:cNvSpPr/>
          <p:nvPr userDrawn="1"/>
        </p:nvSpPr>
        <p:spPr>
          <a:xfrm>
            <a:off x="839965" y="618865"/>
            <a:ext cx="2743200" cy="1371600"/>
          </a:xfrm>
          <a:prstGeom prst="roundRect">
            <a:avLst>
              <a:gd name="adj" fmla="val 6640"/>
            </a:avLst>
          </a:prstGeom>
          <a:solidFill>
            <a:srgbClr val="415A77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050CEA-EE99-1555-B873-DBADF7995B55}"/>
              </a:ext>
            </a:extLst>
          </p:cNvPr>
          <p:cNvSpPr/>
          <p:nvPr userDrawn="1"/>
        </p:nvSpPr>
        <p:spPr>
          <a:xfrm>
            <a:off x="3672631" y="618865"/>
            <a:ext cx="2743200" cy="1371600"/>
          </a:xfrm>
          <a:prstGeom prst="roundRect">
            <a:avLst>
              <a:gd name="adj" fmla="val 6640"/>
            </a:avLst>
          </a:prstGeom>
          <a:noFill/>
          <a:ln>
            <a:solidFill>
              <a:srgbClr val="415A77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0E8B3D-CC7D-9281-BAA5-0D44FCA290E7}"/>
              </a:ext>
            </a:extLst>
          </p:cNvPr>
          <p:cNvSpPr/>
          <p:nvPr userDrawn="1"/>
        </p:nvSpPr>
        <p:spPr>
          <a:xfrm>
            <a:off x="6505297" y="618865"/>
            <a:ext cx="2743200" cy="1371600"/>
          </a:xfrm>
          <a:prstGeom prst="roundRect">
            <a:avLst>
              <a:gd name="adj" fmla="val 6640"/>
            </a:avLst>
          </a:prstGeom>
          <a:noFill/>
          <a:ln>
            <a:solidFill>
              <a:srgbClr val="415A77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2CB995-169A-684D-CD18-385C288D5D38}"/>
              </a:ext>
            </a:extLst>
          </p:cNvPr>
          <p:cNvSpPr/>
          <p:nvPr userDrawn="1"/>
        </p:nvSpPr>
        <p:spPr>
          <a:xfrm>
            <a:off x="9337964" y="618865"/>
            <a:ext cx="2743200" cy="1371600"/>
          </a:xfrm>
          <a:prstGeom prst="roundRect">
            <a:avLst>
              <a:gd name="adj" fmla="val 6640"/>
            </a:avLst>
          </a:prstGeom>
          <a:noFill/>
          <a:ln>
            <a:solidFill>
              <a:srgbClr val="415A77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4060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49BF1E-FE3C-D4A6-1A53-8A97A8BA2A99}"/>
              </a:ext>
            </a:extLst>
          </p:cNvPr>
          <p:cNvSpPr/>
          <p:nvPr userDrawn="1"/>
        </p:nvSpPr>
        <p:spPr>
          <a:xfrm>
            <a:off x="-34571" y="618865"/>
            <a:ext cx="785070" cy="6373062"/>
          </a:xfrm>
          <a:custGeom>
            <a:avLst/>
            <a:gdLst>
              <a:gd name="connsiteX0" fmla="*/ 0 w 1043709"/>
              <a:gd name="connsiteY0" fmla="*/ 110216 h 6239164"/>
              <a:gd name="connsiteX1" fmla="*/ 110216 w 1043709"/>
              <a:gd name="connsiteY1" fmla="*/ 0 h 6239164"/>
              <a:gd name="connsiteX2" fmla="*/ 933493 w 1043709"/>
              <a:gd name="connsiteY2" fmla="*/ 0 h 6239164"/>
              <a:gd name="connsiteX3" fmla="*/ 1043709 w 1043709"/>
              <a:gd name="connsiteY3" fmla="*/ 110216 h 6239164"/>
              <a:gd name="connsiteX4" fmla="*/ 1043709 w 1043709"/>
              <a:gd name="connsiteY4" fmla="*/ 6128948 h 6239164"/>
              <a:gd name="connsiteX5" fmla="*/ 933493 w 1043709"/>
              <a:gd name="connsiteY5" fmla="*/ 6239164 h 6239164"/>
              <a:gd name="connsiteX6" fmla="*/ 110216 w 1043709"/>
              <a:gd name="connsiteY6" fmla="*/ 6239164 h 6239164"/>
              <a:gd name="connsiteX7" fmla="*/ 0 w 1043709"/>
              <a:gd name="connsiteY7" fmla="*/ 6128948 h 6239164"/>
              <a:gd name="connsiteX8" fmla="*/ 0 w 1043709"/>
              <a:gd name="connsiteY8" fmla="*/ 110216 h 6239164"/>
              <a:gd name="connsiteX0" fmla="*/ 0 w 1043709"/>
              <a:gd name="connsiteY0" fmla="*/ 47275 h 6240878"/>
              <a:gd name="connsiteX1" fmla="*/ 110216 w 1043709"/>
              <a:gd name="connsiteY1" fmla="*/ 1714 h 6240878"/>
              <a:gd name="connsiteX2" fmla="*/ 933493 w 1043709"/>
              <a:gd name="connsiteY2" fmla="*/ 1714 h 6240878"/>
              <a:gd name="connsiteX3" fmla="*/ 1043709 w 1043709"/>
              <a:gd name="connsiteY3" fmla="*/ 111930 h 6240878"/>
              <a:gd name="connsiteX4" fmla="*/ 1043709 w 1043709"/>
              <a:gd name="connsiteY4" fmla="*/ 6130662 h 6240878"/>
              <a:gd name="connsiteX5" fmla="*/ 933493 w 1043709"/>
              <a:gd name="connsiteY5" fmla="*/ 6240878 h 6240878"/>
              <a:gd name="connsiteX6" fmla="*/ 110216 w 1043709"/>
              <a:gd name="connsiteY6" fmla="*/ 6240878 h 6240878"/>
              <a:gd name="connsiteX7" fmla="*/ 0 w 1043709"/>
              <a:gd name="connsiteY7" fmla="*/ 6130662 h 6240878"/>
              <a:gd name="connsiteX8" fmla="*/ 0 w 1043709"/>
              <a:gd name="connsiteY8" fmla="*/ 47275 h 6240878"/>
              <a:gd name="connsiteX0" fmla="*/ 9237 w 1052946"/>
              <a:gd name="connsiteY0" fmla="*/ 47275 h 6242592"/>
              <a:gd name="connsiteX1" fmla="*/ 119453 w 1052946"/>
              <a:gd name="connsiteY1" fmla="*/ 1714 h 6242592"/>
              <a:gd name="connsiteX2" fmla="*/ 942730 w 1052946"/>
              <a:gd name="connsiteY2" fmla="*/ 1714 h 6242592"/>
              <a:gd name="connsiteX3" fmla="*/ 1052946 w 1052946"/>
              <a:gd name="connsiteY3" fmla="*/ 111930 h 6242592"/>
              <a:gd name="connsiteX4" fmla="*/ 1052946 w 1052946"/>
              <a:gd name="connsiteY4" fmla="*/ 6130662 h 6242592"/>
              <a:gd name="connsiteX5" fmla="*/ 942730 w 1052946"/>
              <a:gd name="connsiteY5" fmla="*/ 6240878 h 6242592"/>
              <a:gd name="connsiteX6" fmla="*/ 119453 w 1052946"/>
              <a:gd name="connsiteY6" fmla="*/ 6240878 h 6242592"/>
              <a:gd name="connsiteX7" fmla="*/ 0 w 1052946"/>
              <a:gd name="connsiteY7" fmla="*/ 6195317 h 6242592"/>
              <a:gd name="connsiteX8" fmla="*/ 9237 w 1052946"/>
              <a:gd name="connsiteY8" fmla="*/ 47275 h 6242592"/>
              <a:gd name="connsiteX0" fmla="*/ 0 w 1043709"/>
              <a:gd name="connsiteY0" fmla="*/ 47275 h 6268392"/>
              <a:gd name="connsiteX1" fmla="*/ 110216 w 1043709"/>
              <a:gd name="connsiteY1" fmla="*/ 1714 h 6268392"/>
              <a:gd name="connsiteX2" fmla="*/ 933493 w 1043709"/>
              <a:gd name="connsiteY2" fmla="*/ 1714 h 6268392"/>
              <a:gd name="connsiteX3" fmla="*/ 1043709 w 1043709"/>
              <a:gd name="connsiteY3" fmla="*/ 111930 h 6268392"/>
              <a:gd name="connsiteX4" fmla="*/ 1043709 w 1043709"/>
              <a:gd name="connsiteY4" fmla="*/ 6130662 h 6268392"/>
              <a:gd name="connsiteX5" fmla="*/ 933493 w 1043709"/>
              <a:gd name="connsiteY5" fmla="*/ 6240878 h 6268392"/>
              <a:gd name="connsiteX6" fmla="*/ 110216 w 1043709"/>
              <a:gd name="connsiteY6" fmla="*/ 6240878 h 6268392"/>
              <a:gd name="connsiteX7" fmla="*/ 9236 w 1043709"/>
              <a:gd name="connsiteY7" fmla="*/ 6241499 h 6268392"/>
              <a:gd name="connsiteX8" fmla="*/ 0 w 1043709"/>
              <a:gd name="connsiteY8" fmla="*/ 47275 h 6268392"/>
              <a:gd name="connsiteX0" fmla="*/ 34572 w 1078281"/>
              <a:gd name="connsiteY0" fmla="*/ 45561 h 6266678"/>
              <a:gd name="connsiteX1" fmla="*/ 24715 w 1078281"/>
              <a:gd name="connsiteY1" fmla="*/ 9082 h 6266678"/>
              <a:gd name="connsiteX2" fmla="*/ 968065 w 1078281"/>
              <a:gd name="connsiteY2" fmla="*/ 0 h 6266678"/>
              <a:gd name="connsiteX3" fmla="*/ 1078281 w 1078281"/>
              <a:gd name="connsiteY3" fmla="*/ 110216 h 6266678"/>
              <a:gd name="connsiteX4" fmla="*/ 1078281 w 1078281"/>
              <a:gd name="connsiteY4" fmla="*/ 6128948 h 6266678"/>
              <a:gd name="connsiteX5" fmla="*/ 968065 w 1078281"/>
              <a:gd name="connsiteY5" fmla="*/ 6239164 h 6266678"/>
              <a:gd name="connsiteX6" fmla="*/ 144788 w 1078281"/>
              <a:gd name="connsiteY6" fmla="*/ 6239164 h 6266678"/>
              <a:gd name="connsiteX7" fmla="*/ 43808 w 1078281"/>
              <a:gd name="connsiteY7" fmla="*/ 6239785 h 6266678"/>
              <a:gd name="connsiteX8" fmla="*/ 34572 w 1078281"/>
              <a:gd name="connsiteY8" fmla="*/ 45561 h 626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8281" h="6266678">
                <a:moveTo>
                  <a:pt x="34572" y="45561"/>
                </a:moveTo>
                <a:cubicBezTo>
                  <a:pt x="34572" y="-15310"/>
                  <a:pt x="-36156" y="9082"/>
                  <a:pt x="24715" y="9082"/>
                </a:cubicBezTo>
                <a:lnTo>
                  <a:pt x="968065" y="0"/>
                </a:lnTo>
                <a:cubicBezTo>
                  <a:pt x="1028936" y="0"/>
                  <a:pt x="1078281" y="49345"/>
                  <a:pt x="1078281" y="110216"/>
                </a:cubicBezTo>
                <a:lnTo>
                  <a:pt x="1078281" y="6128948"/>
                </a:lnTo>
                <a:cubicBezTo>
                  <a:pt x="1078281" y="6189819"/>
                  <a:pt x="1028936" y="6239164"/>
                  <a:pt x="968065" y="6239164"/>
                </a:cubicBezTo>
                <a:lnTo>
                  <a:pt x="144788" y="6239164"/>
                </a:lnTo>
                <a:cubicBezTo>
                  <a:pt x="83917" y="6239164"/>
                  <a:pt x="43808" y="6300656"/>
                  <a:pt x="43808" y="6239785"/>
                </a:cubicBezTo>
                <a:cubicBezTo>
                  <a:pt x="40729" y="4175044"/>
                  <a:pt x="37651" y="2110302"/>
                  <a:pt x="34572" y="45561"/>
                </a:cubicBezTo>
                <a:close/>
              </a:path>
            </a:pathLst>
          </a:custGeom>
          <a:solidFill>
            <a:srgbClr val="3D4F8A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4652D4-21EB-38DD-BF76-BB708DE6D268}"/>
              </a:ext>
            </a:extLst>
          </p:cNvPr>
          <p:cNvSpPr/>
          <p:nvPr userDrawn="1"/>
        </p:nvSpPr>
        <p:spPr>
          <a:xfrm>
            <a:off x="839965" y="2078181"/>
            <a:ext cx="11241199" cy="4664363"/>
          </a:xfrm>
          <a:prstGeom prst="roundRect">
            <a:avLst>
              <a:gd name="adj" fmla="val 1910"/>
            </a:avLst>
          </a:prstGeom>
          <a:noFill/>
          <a:ln>
            <a:solidFill>
              <a:srgbClr val="3D4F8A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5B51F0-5911-B566-4548-6A7B71746BC4}"/>
              </a:ext>
            </a:extLst>
          </p:cNvPr>
          <p:cNvSpPr/>
          <p:nvPr userDrawn="1"/>
        </p:nvSpPr>
        <p:spPr>
          <a:xfrm>
            <a:off x="839965" y="618865"/>
            <a:ext cx="2743200" cy="1371600"/>
          </a:xfrm>
          <a:prstGeom prst="roundRect">
            <a:avLst>
              <a:gd name="adj" fmla="val 6640"/>
            </a:avLst>
          </a:prstGeom>
          <a:solidFill>
            <a:srgbClr val="3D4F8A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050CEA-EE99-1555-B873-DBADF7995B55}"/>
              </a:ext>
            </a:extLst>
          </p:cNvPr>
          <p:cNvSpPr/>
          <p:nvPr userDrawn="1"/>
        </p:nvSpPr>
        <p:spPr>
          <a:xfrm>
            <a:off x="3672631" y="618865"/>
            <a:ext cx="2743200" cy="1371600"/>
          </a:xfrm>
          <a:prstGeom prst="roundRect">
            <a:avLst>
              <a:gd name="adj" fmla="val 6640"/>
            </a:avLst>
          </a:prstGeom>
          <a:noFill/>
          <a:ln>
            <a:solidFill>
              <a:srgbClr val="3D4F8A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0E8B3D-CC7D-9281-BAA5-0D44FCA290E7}"/>
              </a:ext>
            </a:extLst>
          </p:cNvPr>
          <p:cNvSpPr/>
          <p:nvPr userDrawn="1"/>
        </p:nvSpPr>
        <p:spPr>
          <a:xfrm>
            <a:off x="6505297" y="618865"/>
            <a:ext cx="2743200" cy="1371600"/>
          </a:xfrm>
          <a:prstGeom prst="roundRect">
            <a:avLst>
              <a:gd name="adj" fmla="val 6640"/>
            </a:avLst>
          </a:prstGeom>
          <a:noFill/>
          <a:ln>
            <a:solidFill>
              <a:srgbClr val="3D4F8A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2CB995-169A-684D-CD18-385C288D5D38}"/>
              </a:ext>
            </a:extLst>
          </p:cNvPr>
          <p:cNvSpPr/>
          <p:nvPr userDrawn="1"/>
        </p:nvSpPr>
        <p:spPr>
          <a:xfrm>
            <a:off x="9337964" y="618865"/>
            <a:ext cx="2743200" cy="1371600"/>
          </a:xfrm>
          <a:prstGeom prst="roundRect">
            <a:avLst>
              <a:gd name="adj" fmla="val 6640"/>
            </a:avLst>
          </a:prstGeom>
          <a:noFill/>
          <a:ln>
            <a:solidFill>
              <a:srgbClr val="3D4F8A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46872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249BF1E-FE3C-D4A6-1A53-8A97A8BA2A99}"/>
              </a:ext>
            </a:extLst>
          </p:cNvPr>
          <p:cNvSpPr/>
          <p:nvPr userDrawn="1"/>
        </p:nvSpPr>
        <p:spPr>
          <a:xfrm>
            <a:off x="-34571" y="618865"/>
            <a:ext cx="785070" cy="6373062"/>
          </a:xfrm>
          <a:custGeom>
            <a:avLst/>
            <a:gdLst>
              <a:gd name="connsiteX0" fmla="*/ 0 w 1043709"/>
              <a:gd name="connsiteY0" fmla="*/ 110216 h 6239164"/>
              <a:gd name="connsiteX1" fmla="*/ 110216 w 1043709"/>
              <a:gd name="connsiteY1" fmla="*/ 0 h 6239164"/>
              <a:gd name="connsiteX2" fmla="*/ 933493 w 1043709"/>
              <a:gd name="connsiteY2" fmla="*/ 0 h 6239164"/>
              <a:gd name="connsiteX3" fmla="*/ 1043709 w 1043709"/>
              <a:gd name="connsiteY3" fmla="*/ 110216 h 6239164"/>
              <a:gd name="connsiteX4" fmla="*/ 1043709 w 1043709"/>
              <a:gd name="connsiteY4" fmla="*/ 6128948 h 6239164"/>
              <a:gd name="connsiteX5" fmla="*/ 933493 w 1043709"/>
              <a:gd name="connsiteY5" fmla="*/ 6239164 h 6239164"/>
              <a:gd name="connsiteX6" fmla="*/ 110216 w 1043709"/>
              <a:gd name="connsiteY6" fmla="*/ 6239164 h 6239164"/>
              <a:gd name="connsiteX7" fmla="*/ 0 w 1043709"/>
              <a:gd name="connsiteY7" fmla="*/ 6128948 h 6239164"/>
              <a:gd name="connsiteX8" fmla="*/ 0 w 1043709"/>
              <a:gd name="connsiteY8" fmla="*/ 110216 h 6239164"/>
              <a:gd name="connsiteX0" fmla="*/ 0 w 1043709"/>
              <a:gd name="connsiteY0" fmla="*/ 47275 h 6240878"/>
              <a:gd name="connsiteX1" fmla="*/ 110216 w 1043709"/>
              <a:gd name="connsiteY1" fmla="*/ 1714 h 6240878"/>
              <a:gd name="connsiteX2" fmla="*/ 933493 w 1043709"/>
              <a:gd name="connsiteY2" fmla="*/ 1714 h 6240878"/>
              <a:gd name="connsiteX3" fmla="*/ 1043709 w 1043709"/>
              <a:gd name="connsiteY3" fmla="*/ 111930 h 6240878"/>
              <a:gd name="connsiteX4" fmla="*/ 1043709 w 1043709"/>
              <a:gd name="connsiteY4" fmla="*/ 6130662 h 6240878"/>
              <a:gd name="connsiteX5" fmla="*/ 933493 w 1043709"/>
              <a:gd name="connsiteY5" fmla="*/ 6240878 h 6240878"/>
              <a:gd name="connsiteX6" fmla="*/ 110216 w 1043709"/>
              <a:gd name="connsiteY6" fmla="*/ 6240878 h 6240878"/>
              <a:gd name="connsiteX7" fmla="*/ 0 w 1043709"/>
              <a:gd name="connsiteY7" fmla="*/ 6130662 h 6240878"/>
              <a:gd name="connsiteX8" fmla="*/ 0 w 1043709"/>
              <a:gd name="connsiteY8" fmla="*/ 47275 h 6240878"/>
              <a:gd name="connsiteX0" fmla="*/ 9237 w 1052946"/>
              <a:gd name="connsiteY0" fmla="*/ 47275 h 6242592"/>
              <a:gd name="connsiteX1" fmla="*/ 119453 w 1052946"/>
              <a:gd name="connsiteY1" fmla="*/ 1714 h 6242592"/>
              <a:gd name="connsiteX2" fmla="*/ 942730 w 1052946"/>
              <a:gd name="connsiteY2" fmla="*/ 1714 h 6242592"/>
              <a:gd name="connsiteX3" fmla="*/ 1052946 w 1052946"/>
              <a:gd name="connsiteY3" fmla="*/ 111930 h 6242592"/>
              <a:gd name="connsiteX4" fmla="*/ 1052946 w 1052946"/>
              <a:gd name="connsiteY4" fmla="*/ 6130662 h 6242592"/>
              <a:gd name="connsiteX5" fmla="*/ 942730 w 1052946"/>
              <a:gd name="connsiteY5" fmla="*/ 6240878 h 6242592"/>
              <a:gd name="connsiteX6" fmla="*/ 119453 w 1052946"/>
              <a:gd name="connsiteY6" fmla="*/ 6240878 h 6242592"/>
              <a:gd name="connsiteX7" fmla="*/ 0 w 1052946"/>
              <a:gd name="connsiteY7" fmla="*/ 6195317 h 6242592"/>
              <a:gd name="connsiteX8" fmla="*/ 9237 w 1052946"/>
              <a:gd name="connsiteY8" fmla="*/ 47275 h 6242592"/>
              <a:gd name="connsiteX0" fmla="*/ 0 w 1043709"/>
              <a:gd name="connsiteY0" fmla="*/ 47275 h 6268392"/>
              <a:gd name="connsiteX1" fmla="*/ 110216 w 1043709"/>
              <a:gd name="connsiteY1" fmla="*/ 1714 h 6268392"/>
              <a:gd name="connsiteX2" fmla="*/ 933493 w 1043709"/>
              <a:gd name="connsiteY2" fmla="*/ 1714 h 6268392"/>
              <a:gd name="connsiteX3" fmla="*/ 1043709 w 1043709"/>
              <a:gd name="connsiteY3" fmla="*/ 111930 h 6268392"/>
              <a:gd name="connsiteX4" fmla="*/ 1043709 w 1043709"/>
              <a:gd name="connsiteY4" fmla="*/ 6130662 h 6268392"/>
              <a:gd name="connsiteX5" fmla="*/ 933493 w 1043709"/>
              <a:gd name="connsiteY5" fmla="*/ 6240878 h 6268392"/>
              <a:gd name="connsiteX6" fmla="*/ 110216 w 1043709"/>
              <a:gd name="connsiteY6" fmla="*/ 6240878 h 6268392"/>
              <a:gd name="connsiteX7" fmla="*/ 9236 w 1043709"/>
              <a:gd name="connsiteY7" fmla="*/ 6241499 h 6268392"/>
              <a:gd name="connsiteX8" fmla="*/ 0 w 1043709"/>
              <a:gd name="connsiteY8" fmla="*/ 47275 h 6268392"/>
              <a:gd name="connsiteX0" fmla="*/ 34572 w 1078281"/>
              <a:gd name="connsiteY0" fmla="*/ 45561 h 6266678"/>
              <a:gd name="connsiteX1" fmla="*/ 24715 w 1078281"/>
              <a:gd name="connsiteY1" fmla="*/ 9082 h 6266678"/>
              <a:gd name="connsiteX2" fmla="*/ 968065 w 1078281"/>
              <a:gd name="connsiteY2" fmla="*/ 0 h 6266678"/>
              <a:gd name="connsiteX3" fmla="*/ 1078281 w 1078281"/>
              <a:gd name="connsiteY3" fmla="*/ 110216 h 6266678"/>
              <a:gd name="connsiteX4" fmla="*/ 1078281 w 1078281"/>
              <a:gd name="connsiteY4" fmla="*/ 6128948 h 6266678"/>
              <a:gd name="connsiteX5" fmla="*/ 968065 w 1078281"/>
              <a:gd name="connsiteY5" fmla="*/ 6239164 h 6266678"/>
              <a:gd name="connsiteX6" fmla="*/ 144788 w 1078281"/>
              <a:gd name="connsiteY6" fmla="*/ 6239164 h 6266678"/>
              <a:gd name="connsiteX7" fmla="*/ 43808 w 1078281"/>
              <a:gd name="connsiteY7" fmla="*/ 6239785 h 6266678"/>
              <a:gd name="connsiteX8" fmla="*/ 34572 w 1078281"/>
              <a:gd name="connsiteY8" fmla="*/ 45561 h 626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8281" h="6266678">
                <a:moveTo>
                  <a:pt x="34572" y="45561"/>
                </a:moveTo>
                <a:cubicBezTo>
                  <a:pt x="34572" y="-15310"/>
                  <a:pt x="-36156" y="9082"/>
                  <a:pt x="24715" y="9082"/>
                </a:cubicBezTo>
                <a:lnTo>
                  <a:pt x="968065" y="0"/>
                </a:lnTo>
                <a:cubicBezTo>
                  <a:pt x="1028936" y="0"/>
                  <a:pt x="1078281" y="49345"/>
                  <a:pt x="1078281" y="110216"/>
                </a:cubicBezTo>
                <a:lnTo>
                  <a:pt x="1078281" y="6128948"/>
                </a:lnTo>
                <a:cubicBezTo>
                  <a:pt x="1078281" y="6189819"/>
                  <a:pt x="1028936" y="6239164"/>
                  <a:pt x="968065" y="6239164"/>
                </a:cubicBezTo>
                <a:lnTo>
                  <a:pt x="144788" y="6239164"/>
                </a:lnTo>
                <a:cubicBezTo>
                  <a:pt x="83917" y="6239164"/>
                  <a:pt x="43808" y="6300656"/>
                  <a:pt x="43808" y="6239785"/>
                </a:cubicBezTo>
                <a:cubicBezTo>
                  <a:pt x="40729" y="4175044"/>
                  <a:pt x="37651" y="2110302"/>
                  <a:pt x="34572" y="45561"/>
                </a:cubicBezTo>
                <a:close/>
              </a:path>
            </a:pathLst>
          </a:custGeom>
          <a:solidFill>
            <a:srgbClr val="3D4F8A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5B51F0-5911-B566-4548-6A7B71746BC4}"/>
              </a:ext>
            </a:extLst>
          </p:cNvPr>
          <p:cNvSpPr/>
          <p:nvPr userDrawn="1"/>
        </p:nvSpPr>
        <p:spPr>
          <a:xfrm>
            <a:off x="852580" y="618865"/>
            <a:ext cx="5541030" cy="3012053"/>
          </a:xfrm>
          <a:prstGeom prst="roundRect">
            <a:avLst>
              <a:gd name="adj" fmla="val 2917"/>
            </a:avLst>
          </a:prstGeom>
          <a:noFill/>
          <a:ln w="28575">
            <a:solidFill>
              <a:srgbClr val="3D4F8A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C05979-B2C1-ECB0-5955-2FF636D971AE}"/>
              </a:ext>
            </a:extLst>
          </p:cNvPr>
          <p:cNvSpPr/>
          <p:nvPr userDrawn="1"/>
        </p:nvSpPr>
        <p:spPr>
          <a:xfrm>
            <a:off x="6495691" y="618864"/>
            <a:ext cx="5541030" cy="3012053"/>
          </a:xfrm>
          <a:prstGeom prst="roundRect">
            <a:avLst>
              <a:gd name="adj" fmla="val 2917"/>
            </a:avLst>
          </a:prstGeom>
          <a:noFill/>
          <a:ln>
            <a:solidFill>
              <a:srgbClr val="3D4F8A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04F98B-EAFE-ED3B-697C-3CDD04AE00EF}"/>
              </a:ext>
            </a:extLst>
          </p:cNvPr>
          <p:cNvSpPr/>
          <p:nvPr userDrawn="1"/>
        </p:nvSpPr>
        <p:spPr>
          <a:xfrm>
            <a:off x="6495691" y="3738751"/>
            <a:ext cx="5541030" cy="3012053"/>
          </a:xfrm>
          <a:prstGeom prst="roundRect">
            <a:avLst>
              <a:gd name="adj" fmla="val 2917"/>
            </a:avLst>
          </a:prstGeom>
          <a:noFill/>
          <a:ln>
            <a:solidFill>
              <a:srgbClr val="3D4F8A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77CD00-4608-9D48-BC66-6CAD80B28577}"/>
              </a:ext>
            </a:extLst>
          </p:cNvPr>
          <p:cNvSpPr/>
          <p:nvPr userDrawn="1"/>
        </p:nvSpPr>
        <p:spPr>
          <a:xfrm>
            <a:off x="852580" y="3738751"/>
            <a:ext cx="5541030" cy="3012053"/>
          </a:xfrm>
          <a:prstGeom prst="roundRect">
            <a:avLst>
              <a:gd name="adj" fmla="val 2917"/>
            </a:avLst>
          </a:prstGeom>
          <a:noFill/>
          <a:ln>
            <a:solidFill>
              <a:srgbClr val="3D4F8A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88685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5B51F0-5911-B566-4548-6A7B71746BC4}"/>
              </a:ext>
            </a:extLst>
          </p:cNvPr>
          <p:cNvSpPr/>
          <p:nvPr userDrawn="1"/>
        </p:nvSpPr>
        <p:spPr>
          <a:xfrm>
            <a:off x="852580" y="618865"/>
            <a:ext cx="5541030" cy="3012053"/>
          </a:xfrm>
          <a:prstGeom prst="roundRect">
            <a:avLst>
              <a:gd name="adj" fmla="val 2917"/>
            </a:avLst>
          </a:prstGeom>
          <a:noFill/>
          <a:ln w="28575">
            <a:solidFill>
              <a:srgbClr val="A0ADB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C05979-B2C1-ECB0-5955-2FF636D971AE}"/>
              </a:ext>
            </a:extLst>
          </p:cNvPr>
          <p:cNvSpPr/>
          <p:nvPr userDrawn="1"/>
        </p:nvSpPr>
        <p:spPr>
          <a:xfrm>
            <a:off x="6495691" y="618864"/>
            <a:ext cx="5541030" cy="3012053"/>
          </a:xfrm>
          <a:prstGeom prst="roundRect">
            <a:avLst>
              <a:gd name="adj" fmla="val 2917"/>
            </a:avLst>
          </a:prstGeom>
          <a:noFill/>
          <a:ln>
            <a:solidFill>
              <a:srgbClr val="3D4F8A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04F98B-EAFE-ED3B-697C-3CDD04AE00EF}"/>
              </a:ext>
            </a:extLst>
          </p:cNvPr>
          <p:cNvSpPr/>
          <p:nvPr userDrawn="1"/>
        </p:nvSpPr>
        <p:spPr>
          <a:xfrm>
            <a:off x="6495691" y="3738751"/>
            <a:ext cx="5541030" cy="3012053"/>
          </a:xfrm>
          <a:prstGeom prst="roundRect">
            <a:avLst>
              <a:gd name="adj" fmla="val 2917"/>
            </a:avLst>
          </a:prstGeom>
          <a:noFill/>
          <a:ln>
            <a:solidFill>
              <a:srgbClr val="3D4F8A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77CD00-4608-9D48-BC66-6CAD80B28577}"/>
              </a:ext>
            </a:extLst>
          </p:cNvPr>
          <p:cNvSpPr/>
          <p:nvPr userDrawn="1"/>
        </p:nvSpPr>
        <p:spPr>
          <a:xfrm>
            <a:off x="852580" y="3738751"/>
            <a:ext cx="5541030" cy="3012053"/>
          </a:xfrm>
          <a:prstGeom prst="roundRect">
            <a:avLst>
              <a:gd name="adj" fmla="val 2917"/>
            </a:avLst>
          </a:prstGeom>
          <a:noFill/>
          <a:ln>
            <a:solidFill>
              <a:srgbClr val="3D4F8A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bg-BG"/>
          </a:p>
        </p:txBody>
      </p:sp>
      <p:sp>
        <p:nvSpPr>
          <p:cNvPr id="5" name="Rectangle: Rounded Corners 3">
            <a:extLst>
              <a:ext uri="{FF2B5EF4-FFF2-40B4-BE49-F238E27FC236}">
                <a16:creationId xmlns:a16="http://schemas.microsoft.com/office/drawing/2014/main" id="{1849DFD2-C11A-6CB8-0F36-7E0A66B42E7B}"/>
              </a:ext>
            </a:extLst>
          </p:cNvPr>
          <p:cNvSpPr/>
          <p:nvPr userDrawn="1"/>
        </p:nvSpPr>
        <p:spPr>
          <a:xfrm>
            <a:off x="-34571" y="618865"/>
            <a:ext cx="785070" cy="6373062"/>
          </a:xfrm>
          <a:custGeom>
            <a:avLst/>
            <a:gdLst>
              <a:gd name="connsiteX0" fmla="*/ 0 w 1043709"/>
              <a:gd name="connsiteY0" fmla="*/ 110216 h 6239164"/>
              <a:gd name="connsiteX1" fmla="*/ 110216 w 1043709"/>
              <a:gd name="connsiteY1" fmla="*/ 0 h 6239164"/>
              <a:gd name="connsiteX2" fmla="*/ 933493 w 1043709"/>
              <a:gd name="connsiteY2" fmla="*/ 0 h 6239164"/>
              <a:gd name="connsiteX3" fmla="*/ 1043709 w 1043709"/>
              <a:gd name="connsiteY3" fmla="*/ 110216 h 6239164"/>
              <a:gd name="connsiteX4" fmla="*/ 1043709 w 1043709"/>
              <a:gd name="connsiteY4" fmla="*/ 6128948 h 6239164"/>
              <a:gd name="connsiteX5" fmla="*/ 933493 w 1043709"/>
              <a:gd name="connsiteY5" fmla="*/ 6239164 h 6239164"/>
              <a:gd name="connsiteX6" fmla="*/ 110216 w 1043709"/>
              <a:gd name="connsiteY6" fmla="*/ 6239164 h 6239164"/>
              <a:gd name="connsiteX7" fmla="*/ 0 w 1043709"/>
              <a:gd name="connsiteY7" fmla="*/ 6128948 h 6239164"/>
              <a:gd name="connsiteX8" fmla="*/ 0 w 1043709"/>
              <a:gd name="connsiteY8" fmla="*/ 110216 h 6239164"/>
              <a:gd name="connsiteX0" fmla="*/ 0 w 1043709"/>
              <a:gd name="connsiteY0" fmla="*/ 47275 h 6240878"/>
              <a:gd name="connsiteX1" fmla="*/ 110216 w 1043709"/>
              <a:gd name="connsiteY1" fmla="*/ 1714 h 6240878"/>
              <a:gd name="connsiteX2" fmla="*/ 933493 w 1043709"/>
              <a:gd name="connsiteY2" fmla="*/ 1714 h 6240878"/>
              <a:gd name="connsiteX3" fmla="*/ 1043709 w 1043709"/>
              <a:gd name="connsiteY3" fmla="*/ 111930 h 6240878"/>
              <a:gd name="connsiteX4" fmla="*/ 1043709 w 1043709"/>
              <a:gd name="connsiteY4" fmla="*/ 6130662 h 6240878"/>
              <a:gd name="connsiteX5" fmla="*/ 933493 w 1043709"/>
              <a:gd name="connsiteY5" fmla="*/ 6240878 h 6240878"/>
              <a:gd name="connsiteX6" fmla="*/ 110216 w 1043709"/>
              <a:gd name="connsiteY6" fmla="*/ 6240878 h 6240878"/>
              <a:gd name="connsiteX7" fmla="*/ 0 w 1043709"/>
              <a:gd name="connsiteY7" fmla="*/ 6130662 h 6240878"/>
              <a:gd name="connsiteX8" fmla="*/ 0 w 1043709"/>
              <a:gd name="connsiteY8" fmla="*/ 47275 h 6240878"/>
              <a:gd name="connsiteX0" fmla="*/ 9237 w 1052946"/>
              <a:gd name="connsiteY0" fmla="*/ 47275 h 6242592"/>
              <a:gd name="connsiteX1" fmla="*/ 119453 w 1052946"/>
              <a:gd name="connsiteY1" fmla="*/ 1714 h 6242592"/>
              <a:gd name="connsiteX2" fmla="*/ 942730 w 1052946"/>
              <a:gd name="connsiteY2" fmla="*/ 1714 h 6242592"/>
              <a:gd name="connsiteX3" fmla="*/ 1052946 w 1052946"/>
              <a:gd name="connsiteY3" fmla="*/ 111930 h 6242592"/>
              <a:gd name="connsiteX4" fmla="*/ 1052946 w 1052946"/>
              <a:gd name="connsiteY4" fmla="*/ 6130662 h 6242592"/>
              <a:gd name="connsiteX5" fmla="*/ 942730 w 1052946"/>
              <a:gd name="connsiteY5" fmla="*/ 6240878 h 6242592"/>
              <a:gd name="connsiteX6" fmla="*/ 119453 w 1052946"/>
              <a:gd name="connsiteY6" fmla="*/ 6240878 h 6242592"/>
              <a:gd name="connsiteX7" fmla="*/ 0 w 1052946"/>
              <a:gd name="connsiteY7" fmla="*/ 6195317 h 6242592"/>
              <a:gd name="connsiteX8" fmla="*/ 9237 w 1052946"/>
              <a:gd name="connsiteY8" fmla="*/ 47275 h 6242592"/>
              <a:gd name="connsiteX0" fmla="*/ 0 w 1043709"/>
              <a:gd name="connsiteY0" fmla="*/ 47275 h 6268392"/>
              <a:gd name="connsiteX1" fmla="*/ 110216 w 1043709"/>
              <a:gd name="connsiteY1" fmla="*/ 1714 h 6268392"/>
              <a:gd name="connsiteX2" fmla="*/ 933493 w 1043709"/>
              <a:gd name="connsiteY2" fmla="*/ 1714 h 6268392"/>
              <a:gd name="connsiteX3" fmla="*/ 1043709 w 1043709"/>
              <a:gd name="connsiteY3" fmla="*/ 111930 h 6268392"/>
              <a:gd name="connsiteX4" fmla="*/ 1043709 w 1043709"/>
              <a:gd name="connsiteY4" fmla="*/ 6130662 h 6268392"/>
              <a:gd name="connsiteX5" fmla="*/ 933493 w 1043709"/>
              <a:gd name="connsiteY5" fmla="*/ 6240878 h 6268392"/>
              <a:gd name="connsiteX6" fmla="*/ 110216 w 1043709"/>
              <a:gd name="connsiteY6" fmla="*/ 6240878 h 6268392"/>
              <a:gd name="connsiteX7" fmla="*/ 9236 w 1043709"/>
              <a:gd name="connsiteY7" fmla="*/ 6241499 h 6268392"/>
              <a:gd name="connsiteX8" fmla="*/ 0 w 1043709"/>
              <a:gd name="connsiteY8" fmla="*/ 47275 h 6268392"/>
              <a:gd name="connsiteX0" fmla="*/ 34572 w 1078281"/>
              <a:gd name="connsiteY0" fmla="*/ 45561 h 6266678"/>
              <a:gd name="connsiteX1" fmla="*/ 24715 w 1078281"/>
              <a:gd name="connsiteY1" fmla="*/ 9082 h 6266678"/>
              <a:gd name="connsiteX2" fmla="*/ 968065 w 1078281"/>
              <a:gd name="connsiteY2" fmla="*/ 0 h 6266678"/>
              <a:gd name="connsiteX3" fmla="*/ 1078281 w 1078281"/>
              <a:gd name="connsiteY3" fmla="*/ 110216 h 6266678"/>
              <a:gd name="connsiteX4" fmla="*/ 1078281 w 1078281"/>
              <a:gd name="connsiteY4" fmla="*/ 6128948 h 6266678"/>
              <a:gd name="connsiteX5" fmla="*/ 968065 w 1078281"/>
              <a:gd name="connsiteY5" fmla="*/ 6239164 h 6266678"/>
              <a:gd name="connsiteX6" fmla="*/ 144788 w 1078281"/>
              <a:gd name="connsiteY6" fmla="*/ 6239164 h 6266678"/>
              <a:gd name="connsiteX7" fmla="*/ 43808 w 1078281"/>
              <a:gd name="connsiteY7" fmla="*/ 6239785 h 6266678"/>
              <a:gd name="connsiteX8" fmla="*/ 34572 w 1078281"/>
              <a:gd name="connsiteY8" fmla="*/ 45561 h 626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8281" h="6266678">
                <a:moveTo>
                  <a:pt x="34572" y="45561"/>
                </a:moveTo>
                <a:cubicBezTo>
                  <a:pt x="34572" y="-15310"/>
                  <a:pt x="-36156" y="9082"/>
                  <a:pt x="24715" y="9082"/>
                </a:cubicBezTo>
                <a:lnTo>
                  <a:pt x="968065" y="0"/>
                </a:lnTo>
                <a:cubicBezTo>
                  <a:pt x="1028936" y="0"/>
                  <a:pt x="1078281" y="49345"/>
                  <a:pt x="1078281" y="110216"/>
                </a:cubicBezTo>
                <a:lnTo>
                  <a:pt x="1078281" y="6128948"/>
                </a:lnTo>
                <a:cubicBezTo>
                  <a:pt x="1078281" y="6189819"/>
                  <a:pt x="1028936" y="6239164"/>
                  <a:pt x="968065" y="6239164"/>
                </a:cubicBezTo>
                <a:lnTo>
                  <a:pt x="144788" y="6239164"/>
                </a:lnTo>
                <a:cubicBezTo>
                  <a:pt x="83917" y="6239164"/>
                  <a:pt x="43808" y="6300656"/>
                  <a:pt x="43808" y="6239785"/>
                </a:cubicBezTo>
                <a:cubicBezTo>
                  <a:pt x="40729" y="4175044"/>
                  <a:pt x="37651" y="2110302"/>
                  <a:pt x="34572" y="45561"/>
                </a:cubicBezTo>
                <a:close/>
              </a:path>
            </a:pathLst>
          </a:custGeom>
          <a:solidFill>
            <a:srgbClr val="415A77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65804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810E384-D0C3-E6ED-9663-4B41FDEA11C0}"/>
              </a:ext>
            </a:extLst>
          </p:cNvPr>
          <p:cNvCxnSpPr>
            <a:cxnSpLocks/>
          </p:cNvCxnSpPr>
          <p:nvPr userDrawn="1"/>
        </p:nvCxnSpPr>
        <p:spPr>
          <a:xfrm>
            <a:off x="0" y="1449238"/>
            <a:ext cx="5943600" cy="0"/>
          </a:xfrm>
          <a:prstGeom prst="line">
            <a:avLst/>
          </a:prstGeom>
          <a:noFill/>
          <a:ln w="38100">
            <a:solidFill>
              <a:srgbClr val="293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EBA062-CED7-1DFC-A151-262A3BC48B13}"/>
              </a:ext>
            </a:extLst>
          </p:cNvPr>
          <p:cNvCxnSpPr>
            <a:cxnSpLocks/>
          </p:cNvCxnSpPr>
          <p:nvPr userDrawn="1"/>
        </p:nvCxnSpPr>
        <p:spPr>
          <a:xfrm>
            <a:off x="177130" y="4965940"/>
            <a:ext cx="9692640" cy="0"/>
          </a:xfrm>
          <a:prstGeom prst="line">
            <a:avLst/>
          </a:prstGeom>
          <a:noFill/>
          <a:ln>
            <a:solidFill>
              <a:srgbClr val="3D4F8A">
                <a:alpha val="1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E6DE5-1EB4-2296-FCED-70C8D63971A7}"/>
              </a:ext>
            </a:extLst>
          </p:cNvPr>
          <p:cNvCxnSpPr>
            <a:cxnSpLocks/>
          </p:cNvCxnSpPr>
          <p:nvPr userDrawn="1"/>
        </p:nvCxnSpPr>
        <p:spPr>
          <a:xfrm>
            <a:off x="0" y="4025660"/>
            <a:ext cx="5943600" cy="0"/>
          </a:xfrm>
          <a:prstGeom prst="line">
            <a:avLst/>
          </a:prstGeom>
          <a:noFill/>
          <a:ln w="38100">
            <a:solidFill>
              <a:srgbClr val="293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28CB191-8E5E-E157-69C4-BA5CB99884F5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5614266" y="1764264"/>
            <a:ext cx="640080" cy="0"/>
          </a:xfrm>
          <a:prstGeom prst="line">
            <a:avLst/>
          </a:prstGeom>
          <a:noFill/>
          <a:ln w="38100">
            <a:solidFill>
              <a:srgbClr val="293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DA0EC0-20BE-2467-5016-D23552023F3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5606308" y="3698602"/>
            <a:ext cx="640080" cy="0"/>
          </a:xfrm>
          <a:prstGeom prst="line">
            <a:avLst/>
          </a:prstGeom>
          <a:noFill/>
          <a:ln w="38100">
            <a:solidFill>
              <a:srgbClr val="2935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509339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4CDF60-A573-72A8-1EC5-1ACCAEE01D4A}"/>
              </a:ext>
            </a:extLst>
          </p:cNvPr>
          <p:cNvSpPr/>
          <p:nvPr userDrawn="1"/>
        </p:nvSpPr>
        <p:spPr>
          <a:xfrm>
            <a:off x="0" y="0"/>
            <a:ext cx="12192000" cy="1097280"/>
          </a:xfrm>
          <a:prstGeom prst="rect">
            <a:avLst/>
          </a:prstGeom>
          <a:gradFill>
            <a:gsLst>
              <a:gs pos="25000">
                <a:srgbClr val="0E166B"/>
              </a:gs>
              <a:gs pos="75000">
                <a:srgbClr val="921D86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EBBD4-7EF6-4B37-8C4A-DB6C88A5B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2913" y="6408108"/>
            <a:ext cx="11844067" cy="365125"/>
          </a:xfrm>
          <a:prstGeom prst="rect">
            <a:avLst/>
          </a:prstGeom>
        </p:spPr>
        <p:txBody>
          <a:bodyPr/>
          <a:lstStyle>
            <a:lvl1pPr>
              <a:defRPr sz="10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dirty="0"/>
              <a:t>Confidential – For internal use only. Do not distribute without prior authorization.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CA7265-A188-21B8-29A4-9F5C7710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4730"/>
            <a:ext cx="11012055" cy="687820"/>
          </a:xfrm>
          <a:prstGeom prst="rect">
            <a:avLst/>
          </a:prstGeom>
        </p:spPr>
        <p:txBody>
          <a:bodyPr/>
          <a:lstStyle>
            <a:lvl1pPr marL="274320">
              <a:defRPr sz="3200" b="1">
                <a:solidFill>
                  <a:schemeClr val="bg1"/>
                </a:solidFill>
                <a:latin typeface="Squada One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5114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5867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 userDrawn="1">
  <p:cSld name="Table of contents 2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60539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 userDrawn="1">
  <p:cSld name="Title and five columns 1"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633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 preserve="1" userDrawn="1">
  <p:cSld name="1_Title and five columns 1"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Home with solid fill">
            <a:extLst>
              <a:ext uri="{FF2B5EF4-FFF2-40B4-BE49-F238E27FC236}">
                <a16:creationId xmlns:a16="http://schemas.microsoft.com/office/drawing/2014/main" id="{9F4BD464-F640-C1BC-C00A-215DCDA85D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8073" y="2514600"/>
            <a:ext cx="914400" cy="914400"/>
          </a:xfrm>
          <a:prstGeom prst="rect">
            <a:avLst/>
          </a:prstGeom>
        </p:spPr>
      </p:pic>
      <p:pic>
        <p:nvPicPr>
          <p:cNvPr id="4" name="Graphic 3" descr="User with solid fill">
            <a:extLst>
              <a:ext uri="{FF2B5EF4-FFF2-40B4-BE49-F238E27FC236}">
                <a16:creationId xmlns:a16="http://schemas.microsoft.com/office/drawing/2014/main" id="{09E3D2A6-EBD1-A018-6F5B-6DE4D33722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0674" y="1944624"/>
            <a:ext cx="914400" cy="914400"/>
          </a:xfrm>
          <a:prstGeom prst="rect">
            <a:avLst/>
          </a:prstGeom>
        </p:spPr>
      </p:pic>
      <p:pic>
        <p:nvPicPr>
          <p:cNvPr id="6" name="Graphic 5" descr="Search Inventory outline">
            <a:extLst>
              <a:ext uri="{FF2B5EF4-FFF2-40B4-BE49-F238E27FC236}">
                <a16:creationId xmlns:a16="http://schemas.microsoft.com/office/drawing/2014/main" id="{930DBF80-D1D4-F75D-6AD1-56160E3125F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34146" y="2971800"/>
            <a:ext cx="914400" cy="914400"/>
          </a:xfrm>
          <a:prstGeom prst="rect">
            <a:avLst/>
          </a:prstGeom>
        </p:spPr>
      </p:pic>
      <p:pic>
        <p:nvPicPr>
          <p:cNvPr id="9" name="Graphic 8" descr="Group of men with solid fill">
            <a:extLst>
              <a:ext uri="{FF2B5EF4-FFF2-40B4-BE49-F238E27FC236}">
                <a16:creationId xmlns:a16="http://schemas.microsoft.com/office/drawing/2014/main" id="{9DEC968F-C2E9-7F79-4902-6A4B6BBD1AB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06146" y="3429000"/>
            <a:ext cx="914400" cy="914400"/>
          </a:xfrm>
          <a:prstGeom prst="rect">
            <a:avLst/>
          </a:prstGeom>
        </p:spPr>
      </p:pic>
      <p:pic>
        <p:nvPicPr>
          <p:cNvPr id="10" name="Graphic 9" descr="Home with solid fill">
            <a:extLst>
              <a:ext uri="{FF2B5EF4-FFF2-40B4-BE49-F238E27FC236}">
                <a16:creationId xmlns:a16="http://schemas.microsoft.com/office/drawing/2014/main" id="{46644606-96EA-5E13-D933-7C93A3AED78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98073" y="3429000"/>
            <a:ext cx="914400" cy="914400"/>
          </a:xfrm>
          <a:prstGeom prst="rect">
            <a:avLst/>
          </a:prstGeom>
        </p:spPr>
      </p:pic>
      <p:pic>
        <p:nvPicPr>
          <p:cNvPr id="11" name="Graphic 10" descr="User with solid fill">
            <a:extLst>
              <a:ext uri="{FF2B5EF4-FFF2-40B4-BE49-F238E27FC236}">
                <a16:creationId xmlns:a16="http://schemas.microsoft.com/office/drawing/2014/main" id="{18E98CDB-D1E0-4B93-5E09-762DB7D59D7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296274" y="1944624"/>
            <a:ext cx="914400" cy="914400"/>
          </a:xfrm>
          <a:prstGeom prst="rect">
            <a:avLst/>
          </a:prstGeom>
        </p:spPr>
      </p:pic>
      <p:pic>
        <p:nvPicPr>
          <p:cNvPr id="12" name="Graphic 11" descr="Search Inventory outline">
            <a:extLst>
              <a:ext uri="{FF2B5EF4-FFF2-40B4-BE49-F238E27FC236}">
                <a16:creationId xmlns:a16="http://schemas.microsoft.com/office/drawing/2014/main" id="{45A9233B-F9BA-B410-B6F0-007A79C6134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027055" y="2971800"/>
            <a:ext cx="914400" cy="914400"/>
          </a:xfrm>
          <a:prstGeom prst="rect">
            <a:avLst/>
          </a:prstGeom>
        </p:spPr>
      </p:pic>
      <p:pic>
        <p:nvPicPr>
          <p:cNvPr id="13" name="Graphic 12" descr="Group of men with solid fill">
            <a:extLst>
              <a:ext uri="{FF2B5EF4-FFF2-40B4-BE49-F238E27FC236}">
                <a16:creationId xmlns:a16="http://schemas.microsoft.com/office/drawing/2014/main" id="{3ABB9C75-897C-7ABD-59F6-C6F689898C9A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606146" y="25146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90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5000">
              <a:srgbClr val="0E166B"/>
            </a:gs>
            <a:gs pos="75000">
              <a:srgbClr val="921D86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67EA2AA-B01A-358B-ED5A-C34D83A67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408108"/>
            <a:ext cx="10515600" cy="365125"/>
          </a:xfrm>
          <a:prstGeom prst="rect">
            <a:avLst/>
          </a:prstGeo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Confidential – For internal use only. Do not distribute without prior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155888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2" r:id="rId2"/>
    <p:sldLayoutId id="2147483649" r:id="rId3"/>
    <p:sldLayoutId id="2147483650" r:id="rId4"/>
    <p:sldLayoutId id="2147483733" r:id="rId5"/>
    <p:sldLayoutId id="2147483734" r:id="rId6"/>
    <p:sldLayoutId id="2147483736" r:id="rId7"/>
    <p:sldLayoutId id="2147483737" r:id="rId8"/>
    <p:sldLayoutId id="2147483738" r:id="rId9"/>
    <p:sldLayoutId id="2147483739" r:id="rId10"/>
    <p:sldLayoutId id="2147483741" r:id="rId11"/>
    <p:sldLayoutId id="2147483740" r:id="rId12"/>
    <p:sldLayoutId id="2147483731" r:id="rId13"/>
    <p:sldLayoutId id="2147483662" r:id="rId14"/>
    <p:sldLayoutId id="2147483728" r:id="rId15"/>
    <p:sldLayoutId id="2147483729" r:id="rId16"/>
    <p:sldLayoutId id="214748373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nnect@markmanassociates.com&#8203;" TargetMode="External"/><Relationship Id="rId2" Type="http://schemas.openxmlformats.org/officeDocument/2006/relationships/hyperlink" Target="https://markman-group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0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42798AD7-E3E5-45EF-9E36-FFFDA1739498}"/>
              </a:ext>
            </a:extLst>
          </p:cNvPr>
          <p:cNvSpPr txBox="1"/>
          <p:nvPr/>
        </p:nvSpPr>
        <p:spPr>
          <a:xfrm>
            <a:off x="7242228" y="6452754"/>
            <a:ext cx="1416190" cy="2231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rgbClr val="0E166B"/>
                </a:solidFill>
                <a:latin typeface="+mj-lt"/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markman-group.com</a:t>
            </a:r>
            <a:endParaRPr lang="en-US" sz="1000" dirty="0">
              <a:solidFill>
                <a:srgbClr val="0E166B"/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0AE965-80E7-4545-8B84-E9645D71F454}"/>
              </a:ext>
            </a:extLst>
          </p:cNvPr>
          <p:cNvSpPr txBox="1"/>
          <p:nvPr/>
        </p:nvSpPr>
        <p:spPr>
          <a:xfrm>
            <a:off x="9580228" y="6447562"/>
            <a:ext cx="2177721" cy="2231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rgbClr val="0E166B"/>
                </a:solidFill>
                <a:latin typeface="+mj-lt"/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connect@markmanassociates.com</a:t>
            </a:r>
            <a:endParaRPr lang="en-US" sz="1000" dirty="0">
              <a:solidFill>
                <a:srgbClr val="0E166B"/>
              </a:solidFill>
              <a:latin typeface="+mj-lt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807136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/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Overview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707AAC-1BE6-34AE-7E5A-477C2FA9B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Shape 1783">
          <a:extLst>
            <a:ext uri="{FF2B5EF4-FFF2-40B4-BE49-F238E27FC236}">
              <a16:creationId xmlns:a16="http://schemas.microsoft.com/office/drawing/2014/main" id="{18E4FC90-2BA8-22DB-9A73-A0BEA899A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>
            <a:extLst>
              <a:ext uri="{FF2B5EF4-FFF2-40B4-BE49-F238E27FC236}">
                <a16:creationId xmlns:a16="http://schemas.microsoft.com/office/drawing/2014/main" id="{470CC85C-A713-2B95-FA06-B544CC0B18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Overview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CCA353-70EC-CBE6-322C-D680AB44C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771"/>
            <a:ext cx="12192000" cy="683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231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Shape 1783">
          <a:extLst>
            <a:ext uri="{FF2B5EF4-FFF2-40B4-BE49-F238E27FC236}">
              <a16:creationId xmlns:a16="http://schemas.microsoft.com/office/drawing/2014/main" id="{A48A35BE-DDD5-5CE3-3379-6DA854B74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>
            <a:extLst>
              <a:ext uri="{FF2B5EF4-FFF2-40B4-BE49-F238E27FC236}">
                <a16:creationId xmlns:a16="http://schemas.microsoft.com/office/drawing/2014/main" id="{82796934-68EC-B699-8B52-745BB12E2C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Overview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6EF9A6-1EB9-1C10-FBEC-2DC437DD6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01"/>
            <a:ext cx="12192000" cy="685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89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Shape 1783">
          <a:extLst>
            <a:ext uri="{FF2B5EF4-FFF2-40B4-BE49-F238E27FC236}">
              <a16:creationId xmlns:a16="http://schemas.microsoft.com/office/drawing/2014/main" id="{250C1FAC-C33E-A096-4B02-0C5BDDE78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>
            <a:extLst>
              <a:ext uri="{FF2B5EF4-FFF2-40B4-BE49-F238E27FC236}">
                <a16:creationId xmlns:a16="http://schemas.microsoft.com/office/drawing/2014/main" id="{639491E6-F072-D381-6114-67B20AF620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Overview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21554E-A7C5-FB2A-9BF9-2486B3639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591"/>
            <a:ext cx="12192000" cy="684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53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Shape 1783">
          <a:extLst>
            <a:ext uri="{FF2B5EF4-FFF2-40B4-BE49-F238E27FC236}">
              <a16:creationId xmlns:a16="http://schemas.microsoft.com/office/drawing/2014/main" id="{274574DB-413D-E976-DA62-02D791BD0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>
            <a:extLst>
              <a:ext uri="{FF2B5EF4-FFF2-40B4-BE49-F238E27FC236}">
                <a16:creationId xmlns:a16="http://schemas.microsoft.com/office/drawing/2014/main" id="{66D595F6-15C0-34A2-079F-ECAF0F7513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Overview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A17A49-FE2D-7F5E-BB9B-88347E0DE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579"/>
            <a:ext cx="12192000" cy="681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66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Shape 1783">
          <a:extLst>
            <a:ext uri="{FF2B5EF4-FFF2-40B4-BE49-F238E27FC236}">
              <a16:creationId xmlns:a16="http://schemas.microsoft.com/office/drawing/2014/main" id="{1FC22ABB-D605-2C8A-0854-299F3EF64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>
            <a:extLst>
              <a:ext uri="{FF2B5EF4-FFF2-40B4-BE49-F238E27FC236}">
                <a16:creationId xmlns:a16="http://schemas.microsoft.com/office/drawing/2014/main" id="{125505B8-70A9-4D6B-B20F-C273729F25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Overview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1927EE-ECDB-725F-DBF7-010035335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24"/>
            <a:ext cx="12192000" cy="682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693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Shape 1783">
          <a:extLst>
            <a:ext uri="{FF2B5EF4-FFF2-40B4-BE49-F238E27FC236}">
              <a16:creationId xmlns:a16="http://schemas.microsoft.com/office/drawing/2014/main" id="{570912D3-05DC-9776-6E9A-53B8AE02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>
            <a:extLst>
              <a:ext uri="{FF2B5EF4-FFF2-40B4-BE49-F238E27FC236}">
                <a16:creationId xmlns:a16="http://schemas.microsoft.com/office/drawing/2014/main" id="{C166C7DD-7102-4357-3F15-481F0EA1D7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Overview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79E538-DF8A-3F79-3CCB-8E8740FC3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87"/>
            <a:ext cx="12192000" cy="683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158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Shape 1783">
          <a:extLst>
            <a:ext uri="{FF2B5EF4-FFF2-40B4-BE49-F238E27FC236}">
              <a16:creationId xmlns:a16="http://schemas.microsoft.com/office/drawing/2014/main" id="{A817FBEE-87DE-F679-8D50-15E9C95B8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>
            <a:extLst>
              <a:ext uri="{FF2B5EF4-FFF2-40B4-BE49-F238E27FC236}">
                <a16:creationId xmlns:a16="http://schemas.microsoft.com/office/drawing/2014/main" id="{A241F125-5749-84DD-87E6-54BAE77DE4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Overview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B3856B-A6E4-10EF-BF87-D91D9526A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193"/>
            <a:ext cx="12192000" cy="683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387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Shape 1783">
          <a:extLst>
            <a:ext uri="{FF2B5EF4-FFF2-40B4-BE49-F238E27FC236}">
              <a16:creationId xmlns:a16="http://schemas.microsoft.com/office/drawing/2014/main" id="{89196C9A-189E-D2F0-7BDB-4D1E8A11E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>
            <a:extLst>
              <a:ext uri="{FF2B5EF4-FFF2-40B4-BE49-F238E27FC236}">
                <a16:creationId xmlns:a16="http://schemas.microsoft.com/office/drawing/2014/main" id="{EBB0ADE6-1D49-8E91-3C0D-F3C3D2F05A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Overview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0768FA-8A73-DCE4-D0B2-FB2D680F3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591"/>
            <a:ext cx="12192000" cy="684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672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5000">
              <a:schemeClr val="bg1"/>
            </a:gs>
            <a:gs pos="75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Shape 1783">
          <a:extLst>
            <a:ext uri="{FF2B5EF4-FFF2-40B4-BE49-F238E27FC236}">
              <a16:creationId xmlns:a16="http://schemas.microsoft.com/office/drawing/2014/main" id="{9EB16B1A-A596-C934-FE2E-1534F2FF6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148">
            <a:extLst>
              <a:ext uri="{FF2B5EF4-FFF2-40B4-BE49-F238E27FC236}">
                <a16:creationId xmlns:a16="http://schemas.microsoft.com/office/drawing/2014/main" id="{3D8514BD-08C0-61BC-4D10-630CD801DD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41306"/>
            <a:ext cx="12192000" cy="6878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200" b="1" kern="0" dirty="0">
                <a:solidFill>
                  <a:srgbClr val="FFFFFF"/>
                </a:solidFill>
                <a:latin typeface="Squada One"/>
                <a:sym typeface="Squada One"/>
              </a:rPr>
              <a:t>Overview</a:t>
            </a:r>
            <a:endParaRPr sz="3200" b="1" kern="0" dirty="0">
              <a:solidFill>
                <a:srgbClr val="FFFFFF"/>
              </a:solidFill>
              <a:latin typeface="Squada One"/>
              <a:sym typeface="Squada On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5C72F1-F747-5FEF-6EF7-28303E28B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787"/>
            <a:ext cx="12192000" cy="683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78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FAF0E6"/>
      </a:dk2>
      <a:lt2>
        <a:srgbClr val="E7E6E6"/>
      </a:lt2>
      <a:accent1>
        <a:srgbClr val="0E166C"/>
      </a:accent1>
      <a:accent2>
        <a:srgbClr val="921487"/>
      </a:accent2>
      <a:accent3>
        <a:srgbClr val="FFB632"/>
      </a:accent3>
      <a:accent4>
        <a:srgbClr val="FFE485"/>
      </a:accent4>
      <a:accent5>
        <a:srgbClr val="BE7AF3"/>
      </a:accent5>
      <a:accent6>
        <a:srgbClr val="51127C"/>
      </a:accent6>
      <a:hlink>
        <a:srgbClr val="FFFF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1">
    <a:dk1>
      <a:sysClr val="windowText" lastClr="000000"/>
    </a:dk1>
    <a:lt1>
      <a:sysClr val="window" lastClr="FFFFFF"/>
    </a:lt1>
    <a:dk2>
      <a:srgbClr val="FAF0E6"/>
    </a:dk2>
    <a:lt2>
      <a:srgbClr val="E7E6E6"/>
    </a:lt2>
    <a:accent1>
      <a:srgbClr val="0E166C"/>
    </a:accent1>
    <a:accent2>
      <a:srgbClr val="921487"/>
    </a:accent2>
    <a:accent3>
      <a:srgbClr val="FFB632"/>
    </a:accent3>
    <a:accent4>
      <a:srgbClr val="FFE485"/>
    </a:accent4>
    <a:accent5>
      <a:srgbClr val="BE7AF3"/>
    </a:accent5>
    <a:accent6>
      <a:srgbClr val="51127C"/>
    </a:accent6>
    <a:hlink>
      <a:srgbClr val="FFFFFF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Custom 1">
    <a:dk1>
      <a:sysClr val="windowText" lastClr="000000"/>
    </a:dk1>
    <a:lt1>
      <a:sysClr val="window" lastClr="FFFFFF"/>
    </a:lt1>
    <a:dk2>
      <a:srgbClr val="FAF0E6"/>
    </a:dk2>
    <a:lt2>
      <a:srgbClr val="E7E6E6"/>
    </a:lt2>
    <a:accent1>
      <a:srgbClr val="0E166C"/>
    </a:accent1>
    <a:accent2>
      <a:srgbClr val="921487"/>
    </a:accent2>
    <a:accent3>
      <a:srgbClr val="FFB632"/>
    </a:accent3>
    <a:accent4>
      <a:srgbClr val="FFE485"/>
    </a:accent4>
    <a:accent5>
      <a:srgbClr val="BE7AF3"/>
    </a:accent5>
    <a:accent6>
      <a:srgbClr val="51127C"/>
    </a:accent6>
    <a:hlink>
      <a:srgbClr val="FFFFFF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Custom 1">
    <a:dk1>
      <a:sysClr val="windowText" lastClr="000000"/>
    </a:dk1>
    <a:lt1>
      <a:sysClr val="window" lastClr="FFFFFF"/>
    </a:lt1>
    <a:dk2>
      <a:srgbClr val="FAF0E6"/>
    </a:dk2>
    <a:lt2>
      <a:srgbClr val="E7E6E6"/>
    </a:lt2>
    <a:accent1>
      <a:srgbClr val="0E166C"/>
    </a:accent1>
    <a:accent2>
      <a:srgbClr val="921487"/>
    </a:accent2>
    <a:accent3>
      <a:srgbClr val="FFB632"/>
    </a:accent3>
    <a:accent4>
      <a:srgbClr val="FFE485"/>
    </a:accent4>
    <a:accent5>
      <a:srgbClr val="BE7AF3"/>
    </a:accent5>
    <a:accent6>
      <a:srgbClr val="51127C"/>
    </a:accent6>
    <a:hlink>
      <a:srgbClr val="FFFFFF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Custom 1">
    <a:dk1>
      <a:sysClr val="windowText" lastClr="000000"/>
    </a:dk1>
    <a:lt1>
      <a:sysClr val="window" lastClr="FFFFFF"/>
    </a:lt1>
    <a:dk2>
      <a:srgbClr val="FAF0E6"/>
    </a:dk2>
    <a:lt2>
      <a:srgbClr val="E7E6E6"/>
    </a:lt2>
    <a:accent1>
      <a:srgbClr val="0E166C"/>
    </a:accent1>
    <a:accent2>
      <a:srgbClr val="921487"/>
    </a:accent2>
    <a:accent3>
      <a:srgbClr val="FFB632"/>
    </a:accent3>
    <a:accent4>
      <a:srgbClr val="FFE485"/>
    </a:accent4>
    <a:accent5>
      <a:srgbClr val="BE7AF3"/>
    </a:accent5>
    <a:accent6>
      <a:srgbClr val="51127C"/>
    </a:accent6>
    <a:hlink>
      <a:srgbClr val="FFFFFF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Custom 1">
    <a:dk1>
      <a:sysClr val="windowText" lastClr="000000"/>
    </a:dk1>
    <a:lt1>
      <a:sysClr val="window" lastClr="FFFFFF"/>
    </a:lt1>
    <a:dk2>
      <a:srgbClr val="FAF0E6"/>
    </a:dk2>
    <a:lt2>
      <a:srgbClr val="E7E6E6"/>
    </a:lt2>
    <a:accent1>
      <a:srgbClr val="0E166C"/>
    </a:accent1>
    <a:accent2>
      <a:srgbClr val="921487"/>
    </a:accent2>
    <a:accent3>
      <a:srgbClr val="FFB632"/>
    </a:accent3>
    <a:accent4>
      <a:srgbClr val="FFE485"/>
    </a:accent4>
    <a:accent5>
      <a:srgbClr val="BE7AF3"/>
    </a:accent5>
    <a:accent6>
      <a:srgbClr val="51127C"/>
    </a:accent6>
    <a:hlink>
      <a:srgbClr val="FFFFFF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Custom 1">
    <a:dk1>
      <a:sysClr val="windowText" lastClr="000000"/>
    </a:dk1>
    <a:lt1>
      <a:sysClr val="window" lastClr="FFFFFF"/>
    </a:lt1>
    <a:dk2>
      <a:srgbClr val="FAF0E6"/>
    </a:dk2>
    <a:lt2>
      <a:srgbClr val="E7E6E6"/>
    </a:lt2>
    <a:accent1>
      <a:srgbClr val="0E166C"/>
    </a:accent1>
    <a:accent2>
      <a:srgbClr val="921487"/>
    </a:accent2>
    <a:accent3>
      <a:srgbClr val="FFB632"/>
    </a:accent3>
    <a:accent4>
      <a:srgbClr val="FFE485"/>
    </a:accent4>
    <a:accent5>
      <a:srgbClr val="BE7AF3"/>
    </a:accent5>
    <a:accent6>
      <a:srgbClr val="51127C"/>
    </a:accent6>
    <a:hlink>
      <a:srgbClr val="FFFFFF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Custom 1">
    <a:dk1>
      <a:sysClr val="windowText" lastClr="000000"/>
    </a:dk1>
    <a:lt1>
      <a:sysClr val="window" lastClr="FFFFFF"/>
    </a:lt1>
    <a:dk2>
      <a:srgbClr val="FAF0E6"/>
    </a:dk2>
    <a:lt2>
      <a:srgbClr val="E7E6E6"/>
    </a:lt2>
    <a:accent1>
      <a:srgbClr val="0E166C"/>
    </a:accent1>
    <a:accent2>
      <a:srgbClr val="921487"/>
    </a:accent2>
    <a:accent3>
      <a:srgbClr val="FFB632"/>
    </a:accent3>
    <a:accent4>
      <a:srgbClr val="FFE485"/>
    </a:accent4>
    <a:accent5>
      <a:srgbClr val="BE7AF3"/>
    </a:accent5>
    <a:accent6>
      <a:srgbClr val="51127C"/>
    </a:accent6>
    <a:hlink>
      <a:srgbClr val="FFFFFF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Custom 1">
    <a:dk1>
      <a:sysClr val="windowText" lastClr="000000"/>
    </a:dk1>
    <a:lt1>
      <a:sysClr val="window" lastClr="FFFFFF"/>
    </a:lt1>
    <a:dk2>
      <a:srgbClr val="FAF0E6"/>
    </a:dk2>
    <a:lt2>
      <a:srgbClr val="E7E6E6"/>
    </a:lt2>
    <a:accent1>
      <a:srgbClr val="0E166C"/>
    </a:accent1>
    <a:accent2>
      <a:srgbClr val="921487"/>
    </a:accent2>
    <a:accent3>
      <a:srgbClr val="FFB632"/>
    </a:accent3>
    <a:accent4>
      <a:srgbClr val="FFE485"/>
    </a:accent4>
    <a:accent5>
      <a:srgbClr val="BE7AF3"/>
    </a:accent5>
    <a:accent6>
      <a:srgbClr val="51127C"/>
    </a:accent6>
    <a:hlink>
      <a:srgbClr val="FFFFFF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Custom 1">
    <a:dk1>
      <a:sysClr val="windowText" lastClr="000000"/>
    </a:dk1>
    <a:lt1>
      <a:sysClr val="window" lastClr="FFFFFF"/>
    </a:lt1>
    <a:dk2>
      <a:srgbClr val="FAF0E6"/>
    </a:dk2>
    <a:lt2>
      <a:srgbClr val="E7E6E6"/>
    </a:lt2>
    <a:accent1>
      <a:srgbClr val="0E166C"/>
    </a:accent1>
    <a:accent2>
      <a:srgbClr val="921487"/>
    </a:accent2>
    <a:accent3>
      <a:srgbClr val="FFB632"/>
    </a:accent3>
    <a:accent4>
      <a:srgbClr val="FFE485"/>
    </a:accent4>
    <a:accent5>
      <a:srgbClr val="BE7AF3"/>
    </a:accent5>
    <a:accent6>
      <a:srgbClr val="51127C"/>
    </a:accent6>
    <a:hlink>
      <a:srgbClr val="FFFFFF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Custom 1">
    <a:dk1>
      <a:sysClr val="windowText" lastClr="000000"/>
    </a:dk1>
    <a:lt1>
      <a:sysClr val="window" lastClr="FFFFFF"/>
    </a:lt1>
    <a:dk2>
      <a:srgbClr val="FAF0E6"/>
    </a:dk2>
    <a:lt2>
      <a:srgbClr val="E7E6E6"/>
    </a:lt2>
    <a:accent1>
      <a:srgbClr val="0E166C"/>
    </a:accent1>
    <a:accent2>
      <a:srgbClr val="921487"/>
    </a:accent2>
    <a:accent3>
      <a:srgbClr val="FFB632"/>
    </a:accent3>
    <a:accent4>
      <a:srgbClr val="FFE485"/>
    </a:accent4>
    <a:accent5>
      <a:srgbClr val="BE7AF3"/>
    </a:accent5>
    <a:accent6>
      <a:srgbClr val="51127C"/>
    </a:accent6>
    <a:hlink>
      <a:srgbClr val="FFFFFF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7241cf9-356c-49cf-9268-0e2f2cb2b01a" xsi:nil="true"/>
    <lcf76f155ced4ddcb4097134ff3c332f xmlns="21c6af6a-abea-4b00-b9ae-aa6e65a324b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AA7CCF074945C458E763B35EFF0EB17" ma:contentTypeVersion="14" ma:contentTypeDescription="Create a new document." ma:contentTypeScope="" ma:versionID="f133f15a887b737ad878511f950c548e">
  <xsd:schema xmlns:xsd="http://www.w3.org/2001/XMLSchema" xmlns:xs="http://www.w3.org/2001/XMLSchema" xmlns:p="http://schemas.microsoft.com/office/2006/metadata/properties" xmlns:ns2="21c6af6a-abea-4b00-b9ae-aa6e65a324bd" xmlns:ns3="77241cf9-356c-49cf-9268-0e2f2cb2b01a" targetNamespace="http://schemas.microsoft.com/office/2006/metadata/properties" ma:root="true" ma:fieldsID="30a5b72447c2c2deebca3803009c99a4" ns2:_="" ns3:_="">
    <xsd:import namespace="21c6af6a-abea-4b00-b9ae-aa6e65a324bd"/>
    <xsd:import namespace="77241cf9-356c-49cf-9268-0e2f2cb2b0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c6af6a-abea-4b00-b9ae-aa6e65a324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de5635-6b60-4da0-9662-165b06f903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241cf9-356c-49cf-9268-0e2f2cb2b01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aab5b83-e0ba-4340-bfc7-689fcb33e34c}" ma:internalName="TaxCatchAll" ma:showField="CatchAllData" ma:web="77241cf9-356c-49cf-9268-0e2f2cb2b0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EE4818-7525-4A6D-A517-8A124B4118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FAFA53-EFA0-45C0-9777-17B4E4C2F2E3}">
  <ds:schemaRefs>
    <ds:schemaRef ds:uri="http://schemas.microsoft.com/office/2006/metadata/properties"/>
    <ds:schemaRef ds:uri="http://schemas.microsoft.com/office/infopath/2007/PartnerControls"/>
    <ds:schemaRef ds:uri="21c6af6a-abea-4b00-b9ae-aa6e65a324bd"/>
    <ds:schemaRef ds:uri="http://purl.org/dc/terms/"/>
    <ds:schemaRef ds:uri="http://purl.org/dc/elements/1.1/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77241cf9-356c-49cf-9268-0e2f2cb2b01a"/>
  </ds:schemaRefs>
</ds:datastoreItem>
</file>

<file path=customXml/itemProps3.xml><?xml version="1.0" encoding="utf-8"?>
<ds:datastoreItem xmlns:ds="http://schemas.openxmlformats.org/officeDocument/2006/customXml" ds:itemID="{0F213A5A-E9E5-4B51-B203-416166DEB8C7}">
  <ds:schemaRefs>
    <ds:schemaRef ds:uri="21c6af6a-abea-4b00-b9ae-aa6e65a324bd"/>
    <ds:schemaRef ds:uri="77241cf9-356c-49cf-9268-0e2f2cb2b01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758</TotalTime>
  <Words>18</Words>
  <Application>Microsoft Office PowerPoint</Application>
  <PresentationFormat>Widescreen</PresentationFormat>
  <Paragraphs>12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Josefin Sans SemiBold</vt:lpstr>
      <vt:lpstr>Squada One</vt:lpstr>
      <vt:lpstr>Office Theme</vt:lpstr>
      <vt:lpstr>PowerPoint Presentation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  <vt:lpstr>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Nikoleta Notova</dc:creator>
  <cp:lastModifiedBy>Петрана Георгиева Петрова</cp:lastModifiedBy>
  <cp:revision>27</cp:revision>
  <dcterms:created xsi:type="dcterms:W3CDTF">2024-08-30T11:37:18Z</dcterms:created>
  <dcterms:modified xsi:type="dcterms:W3CDTF">2025-10-18T06:36:54Z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0x010100EAA7CCF074945C458E763B35EFF0EB17</vt:lpwstr>
  </property>
  <property fmtid="{D5CDD505-2E9C-101B-9397-08002B2CF9AE}" pid="3" name="MediaServiceImageTags">
    <vt:lpwstr/>
  </property>
</Properties>
</file>